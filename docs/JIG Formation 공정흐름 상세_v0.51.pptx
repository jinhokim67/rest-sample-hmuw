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9"/>
  </p:notesMasterIdLst>
  <p:handoutMasterIdLst>
    <p:handoutMasterId r:id="rId30"/>
  </p:handoutMasterIdLst>
  <p:sldIdLst>
    <p:sldId id="298" r:id="rId2"/>
    <p:sldId id="317" r:id="rId3"/>
    <p:sldId id="2800" r:id="rId4"/>
    <p:sldId id="3040" r:id="rId5"/>
    <p:sldId id="3051" r:id="rId6"/>
    <p:sldId id="3052" r:id="rId7"/>
    <p:sldId id="3047" r:id="rId8"/>
    <p:sldId id="3049" r:id="rId9"/>
    <p:sldId id="3048" r:id="rId10"/>
    <p:sldId id="3054" r:id="rId11"/>
    <p:sldId id="3056" r:id="rId12"/>
    <p:sldId id="3053" r:id="rId13"/>
    <p:sldId id="3057" r:id="rId14"/>
    <p:sldId id="3064" r:id="rId15"/>
    <p:sldId id="3065" r:id="rId16"/>
    <p:sldId id="3066" r:id="rId17"/>
    <p:sldId id="3058" r:id="rId18"/>
    <p:sldId id="3059" r:id="rId19"/>
    <p:sldId id="3060" r:id="rId20"/>
    <p:sldId id="3042" r:id="rId21"/>
    <p:sldId id="3043" r:id="rId22"/>
    <p:sldId id="3044" r:id="rId23"/>
    <p:sldId id="3045" r:id="rId24"/>
    <p:sldId id="3046" r:id="rId25"/>
    <p:sldId id="3061" r:id="rId26"/>
    <p:sldId id="3062" r:id="rId27"/>
    <p:sldId id="3055" r:id="rId28"/>
  </p:sldIdLst>
  <p:sldSz cx="10329863" cy="72548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E6C3D88-6553-4422-A9DB-9F9DB941B115}">
          <p14:sldIdLst>
            <p14:sldId id="298"/>
            <p14:sldId id="317"/>
          </p14:sldIdLst>
        </p14:section>
        <p14:section name="설비관리" id="{BFDF358B-2467-453C-BC18-925E5288C07A}">
          <p14:sldIdLst>
            <p14:sldId id="2800"/>
            <p14:sldId id="3040"/>
            <p14:sldId id="3051"/>
            <p14:sldId id="3052"/>
            <p14:sldId id="3047"/>
            <p14:sldId id="3049"/>
            <p14:sldId id="3048"/>
            <p14:sldId id="3054"/>
            <p14:sldId id="3056"/>
            <p14:sldId id="3053"/>
            <p14:sldId id="3057"/>
            <p14:sldId id="3064"/>
            <p14:sldId id="3065"/>
            <p14:sldId id="3066"/>
            <p14:sldId id="3058"/>
            <p14:sldId id="3059"/>
            <p14:sldId id="3060"/>
            <p14:sldId id="3042"/>
            <p14:sldId id="3043"/>
            <p14:sldId id="3044"/>
            <p14:sldId id="3045"/>
            <p14:sldId id="3046"/>
            <p14:sldId id="3061"/>
            <p14:sldId id="3062"/>
            <p14:sldId id="305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85">
          <p15:clr>
            <a:srgbClr val="A4A3A4"/>
          </p15:clr>
        </p15:guide>
        <p15:guide id="2" pos="325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ur Jung" initials="HJ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BE5D6"/>
    <a:srgbClr val="ED7D31"/>
    <a:srgbClr val="CC3300"/>
    <a:srgbClr val="66FF33"/>
    <a:srgbClr val="FFF2CC"/>
    <a:srgbClr val="E2F0D9"/>
    <a:srgbClr val="F2F2F2"/>
    <a:srgbClr val="FFE7FF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934700-3F3F-4AA8-94E2-2DC4A6235F6F}" v="1706" dt="2020-06-30T08:56:31.0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57" autoAdjust="0"/>
    <p:restoredTop sz="97442" autoAdjust="0"/>
  </p:normalViewPr>
  <p:slideViewPr>
    <p:cSldViewPr>
      <p:cViewPr>
        <p:scale>
          <a:sx n="125" d="100"/>
          <a:sy n="125" d="100"/>
        </p:scale>
        <p:origin x="156" y="-804"/>
      </p:cViewPr>
      <p:guideLst>
        <p:guide orient="horz" pos="2285"/>
        <p:guide pos="325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22"/>
    </p:cViewPr>
  </p:sorterViewPr>
  <p:notesViewPr>
    <p:cSldViewPr showGuides="1">
      <p:cViewPr varScale="1">
        <p:scale>
          <a:sx n="87" d="100"/>
          <a:sy n="87" d="100"/>
        </p:scale>
        <p:origin x="-3884" y="-88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r Jung" userId="763133add284fb2e" providerId="LiveId" clId="{6C934700-3F3F-4AA8-94E2-2DC4A6235F6F}"/>
    <pc:docChg chg="undo redo custSel addSld delSld modSld sldOrd modMainMaster addSection delSection modSection">
      <pc:chgData name="Hur Jung" userId="763133add284fb2e" providerId="LiveId" clId="{6C934700-3F3F-4AA8-94E2-2DC4A6235F6F}" dt="2020-06-30T08:58:11.506" v="6211" actId="167"/>
      <pc:docMkLst>
        <pc:docMk/>
      </pc:docMkLst>
      <pc:sldChg chg="modSp add del mod">
        <pc:chgData name="Hur Jung" userId="763133add284fb2e" providerId="LiveId" clId="{6C934700-3F3F-4AA8-94E2-2DC4A6235F6F}" dt="2020-06-29T04:21:14.271" v="4343" actId="47"/>
        <pc:sldMkLst>
          <pc:docMk/>
          <pc:sldMk cId="933426804" sldId="298"/>
        </pc:sldMkLst>
        <pc:spChg chg="mod">
          <ac:chgData name="Hur Jung" userId="763133add284fb2e" providerId="LiveId" clId="{6C934700-3F3F-4AA8-94E2-2DC4A6235F6F}" dt="2020-06-29T04:20:54.369" v="4340" actId="20577"/>
          <ac:spMkLst>
            <pc:docMk/>
            <pc:sldMk cId="933426804" sldId="298"/>
            <ac:spMk id="4" creationId="{AC67C6B2-B64F-4E15-9E54-831A9557B772}"/>
          </ac:spMkLst>
        </pc:spChg>
      </pc:sldChg>
      <pc:sldChg chg="del">
        <pc:chgData name="Hur Jung" userId="763133add284fb2e" providerId="LiveId" clId="{6C934700-3F3F-4AA8-94E2-2DC4A6235F6F}" dt="2020-06-28T06:49:06.837" v="2" actId="47"/>
        <pc:sldMkLst>
          <pc:docMk/>
          <pc:sldMk cId="4180328378" sldId="303"/>
        </pc:sldMkLst>
      </pc:sldChg>
      <pc:sldChg chg="add del">
        <pc:chgData name="Hur Jung" userId="763133add284fb2e" providerId="LiveId" clId="{6C934700-3F3F-4AA8-94E2-2DC4A6235F6F}" dt="2020-06-29T04:21:14.271" v="4343" actId="47"/>
        <pc:sldMkLst>
          <pc:docMk/>
          <pc:sldMk cId="2597844038" sldId="317"/>
        </pc:sldMkLst>
      </pc:sldChg>
      <pc:sldChg chg="modSp del">
        <pc:chgData name="Hur Jung" userId="763133add284fb2e" providerId="LiveId" clId="{6C934700-3F3F-4AA8-94E2-2DC4A6235F6F}" dt="2020-06-29T04:21:47.842" v="4355" actId="47"/>
        <pc:sldMkLst>
          <pc:docMk/>
          <pc:sldMk cId="2038499967" sldId="2085"/>
        </pc:sldMkLst>
        <pc:spChg chg="mod">
          <ac:chgData name="Hur Jung" userId="763133add284fb2e" providerId="LiveId" clId="{6C934700-3F3F-4AA8-94E2-2DC4A6235F6F}" dt="2020-06-29T00:54:29.598" v="2351"/>
          <ac:spMkLst>
            <pc:docMk/>
            <pc:sldMk cId="2038499967" sldId="2085"/>
            <ac:spMk id="4" creationId="{7A00063E-7A36-4767-AF6C-046A3DBD2A2F}"/>
          </ac:spMkLst>
        </pc:spChg>
      </pc:sldChg>
      <pc:sldChg chg="del">
        <pc:chgData name="Hur Jung" userId="763133add284fb2e" providerId="LiveId" clId="{6C934700-3F3F-4AA8-94E2-2DC4A6235F6F}" dt="2020-06-28T06:49:18.397" v="4" actId="47"/>
        <pc:sldMkLst>
          <pc:docMk/>
          <pc:sldMk cId="3774807972" sldId="2223"/>
        </pc:sldMkLst>
      </pc:sldChg>
      <pc:sldChg chg="del">
        <pc:chgData name="Hur Jung" userId="763133add284fb2e" providerId="LiveId" clId="{6C934700-3F3F-4AA8-94E2-2DC4A6235F6F}" dt="2020-06-28T06:49:18.397" v="4" actId="47"/>
        <pc:sldMkLst>
          <pc:docMk/>
          <pc:sldMk cId="443706853" sldId="2224"/>
        </pc:sldMkLst>
      </pc:sldChg>
      <pc:sldChg chg="modSp del">
        <pc:chgData name="Hur Jung" userId="763133add284fb2e" providerId="LiveId" clId="{6C934700-3F3F-4AA8-94E2-2DC4A6235F6F}" dt="2020-06-29T04:21:47.842" v="4355" actId="47"/>
        <pc:sldMkLst>
          <pc:docMk/>
          <pc:sldMk cId="1612412042" sldId="2242"/>
        </pc:sldMkLst>
        <pc:spChg chg="mod">
          <ac:chgData name="Hur Jung" userId="763133add284fb2e" providerId="LiveId" clId="{6C934700-3F3F-4AA8-94E2-2DC4A6235F6F}" dt="2020-06-29T00:54:29.598" v="2351"/>
          <ac:spMkLst>
            <pc:docMk/>
            <pc:sldMk cId="1612412042" sldId="2242"/>
            <ac:spMk id="5" creationId="{00000000-0000-0000-0000-000000000000}"/>
          </ac:spMkLst>
        </pc:spChg>
      </pc:sldChg>
      <pc:sldChg chg="del">
        <pc:chgData name="Hur Jung" userId="763133add284fb2e" providerId="LiveId" clId="{6C934700-3F3F-4AA8-94E2-2DC4A6235F6F}" dt="2020-06-28T06:49:14.724" v="3" actId="47"/>
        <pc:sldMkLst>
          <pc:docMk/>
          <pc:sldMk cId="3124646002" sldId="2360"/>
        </pc:sldMkLst>
      </pc:sldChg>
      <pc:sldChg chg="del">
        <pc:chgData name="Hur Jung" userId="763133add284fb2e" providerId="LiveId" clId="{6C934700-3F3F-4AA8-94E2-2DC4A6235F6F}" dt="2020-06-29T04:21:47.842" v="4355" actId="47"/>
        <pc:sldMkLst>
          <pc:docMk/>
          <pc:sldMk cId="1660286655" sldId="2398"/>
        </pc:sldMkLst>
      </pc:sldChg>
      <pc:sldChg chg="del">
        <pc:chgData name="Hur Jung" userId="763133add284fb2e" providerId="LiveId" clId="{6C934700-3F3F-4AA8-94E2-2DC4A6235F6F}" dt="2020-06-28T06:48:57.655" v="0" actId="47"/>
        <pc:sldMkLst>
          <pc:docMk/>
          <pc:sldMk cId="1633766180" sldId="2411"/>
        </pc:sldMkLst>
      </pc:sldChg>
      <pc:sldChg chg="del">
        <pc:chgData name="Hur Jung" userId="763133add284fb2e" providerId="LiveId" clId="{6C934700-3F3F-4AA8-94E2-2DC4A6235F6F}" dt="2020-06-28T06:48:57.655" v="0" actId="47"/>
        <pc:sldMkLst>
          <pc:docMk/>
          <pc:sldMk cId="700840865" sldId="2413"/>
        </pc:sldMkLst>
      </pc:sldChg>
      <pc:sldChg chg="modSp del">
        <pc:chgData name="Hur Jung" userId="763133add284fb2e" providerId="LiveId" clId="{6C934700-3F3F-4AA8-94E2-2DC4A6235F6F}" dt="2020-06-29T04:21:47.842" v="4355" actId="47"/>
        <pc:sldMkLst>
          <pc:docMk/>
          <pc:sldMk cId="403808140" sldId="2422"/>
        </pc:sldMkLst>
        <pc:spChg chg="mod">
          <ac:chgData name="Hur Jung" userId="763133add284fb2e" providerId="LiveId" clId="{6C934700-3F3F-4AA8-94E2-2DC4A6235F6F}" dt="2020-06-29T00:54:29.598" v="2351"/>
          <ac:spMkLst>
            <pc:docMk/>
            <pc:sldMk cId="403808140" sldId="2422"/>
            <ac:spMk id="4" creationId="{E909C6BE-67D3-43BD-B3A5-F0B34F785F42}"/>
          </ac:spMkLst>
        </pc:spChg>
      </pc:sldChg>
      <pc:sldChg chg="del">
        <pc:chgData name="Hur Jung" userId="763133add284fb2e" providerId="LiveId" clId="{6C934700-3F3F-4AA8-94E2-2DC4A6235F6F}" dt="2020-06-29T04:21:47.842" v="4355" actId="47"/>
        <pc:sldMkLst>
          <pc:docMk/>
          <pc:sldMk cId="3616288424" sldId="2423"/>
        </pc:sldMkLst>
      </pc:sldChg>
      <pc:sldChg chg="del">
        <pc:chgData name="Hur Jung" userId="763133add284fb2e" providerId="LiveId" clId="{6C934700-3F3F-4AA8-94E2-2DC4A6235F6F}" dt="2020-06-28T06:49:14.724" v="3" actId="47"/>
        <pc:sldMkLst>
          <pc:docMk/>
          <pc:sldMk cId="1737642452" sldId="2467"/>
        </pc:sldMkLst>
      </pc:sldChg>
      <pc:sldChg chg="del">
        <pc:chgData name="Hur Jung" userId="763133add284fb2e" providerId="LiveId" clId="{6C934700-3F3F-4AA8-94E2-2DC4A6235F6F}" dt="2020-06-28T06:49:14.724" v="3" actId="47"/>
        <pc:sldMkLst>
          <pc:docMk/>
          <pc:sldMk cId="2326000728" sldId="2493"/>
        </pc:sldMkLst>
      </pc:sldChg>
      <pc:sldChg chg="del">
        <pc:chgData name="Hur Jung" userId="763133add284fb2e" providerId="LiveId" clId="{6C934700-3F3F-4AA8-94E2-2DC4A6235F6F}" dt="2020-06-28T06:49:14.724" v="3" actId="47"/>
        <pc:sldMkLst>
          <pc:docMk/>
          <pc:sldMk cId="4114592728" sldId="2656"/>
        </pc:sldMkLst>
      </pc:sldChg>
      <pc:sldChg chg="del">
        <pc:chgData name="Hur Jung" userId="763133add284fb2e" providerId="LiveId" clId="{6C934700-3F3F-4AA8-94E2-2DC4A6235F6F}" dt="2020-06-28T06:48:57.655" v="0" actId="47"/>
        <pc:sldMkLst>
          <pc:docMk/>
          <pc:sldMk cId="4157065494" sldId="2660"/>
        </pc:sldMkLst>
      </pc:sldChg>
      <pc:sldChg chg="del">
        <pc:chgData name="Hur Jung" userId="763133add284fb2e" providerId="LiveId" clId="{6C934700-3F3F-4AA8-94E2-2DC4A6235F6F}" dt="2020-06-28T06:48:57.655" v="0" actId="47"/>
        <pc:sldMkLst>
          <pc:docMk/>
          <pc:sldMk cId="1612572870" sldId="2661"/>
        </pc:sldMkLst>
      </pc:sldChg>
      <pc:sldChg chg="del">
        <pc:chgData name="Hur Jung" userId="763133add284fb2e" providerId="LiveId" clId="{6C934700-3F3F-4AA8-94E2-2DC4A6235F6F}" dt="2020-06-28T06:49:06.837" v="2" actId="47"/>
        <pc:sldMkLst>
          <pc:docMk/>
          <pc:sldMk cId="1252547121" sldId="2662"/>
        </pc:sldMkLst>
      </pc:sldChg>
      <pc:sldChg chg="del">
        <pc:chgData name="Hur Jung" userId="763133add284fb2e" providerId="LiveId" clId="{6C934700-3F3F-4AA8-94E2-2DC4A6235F6F}" dt="2020-06-28T06:49:06.837" v="2" actId="47"/>
        <pc:sldMkLst>
          <pc:docMk/>
          <pc:sldMk cId="2761035935" sldId="2664"/>
        </pc:sldMkLst>
      </pc:sldChg>
      <pc:sldChg chg="del">
        <pc:chgData name="Hur Jung" userId="763133add284fb2e" providerId="LiveId" clId="{6C934700-3F3F-4AA8-94E2-2DC4A6235F6F}" dt="2020-06-28T06:49:06.837" v="2" actId="47"/>
        <pc:sldMkLst>
          <pc:docMk/>
          <pc:sldMk cId="1370514951" sldId="2665"/>
        </pc:sldMkLst>
      </pc:sldChg>
      <pc:sldChg chg="del">
        <pc:chgData name="Hur Jung" userId="763133add284fb2e" providerId="LiveId" clId="{6C934700-3F3F-4AA8-94E2-2DC4A6235F6F}" dt="2020-06-28T06:49:06.837" v="2" actId="47"/>
        <pc:sldMkLst>
          <pc:docMk/>
          <pc:sldMk cId="904740178" sldId="2666"/>
        </pc:sldMkLst>
      </pc:sldChg>
      <pc:sldChg chg="del">
        <pc:chgData name="Hur Jung" userId="763133add284fb2e" providerId="LiveId" clId="{6C934700-3F3F-4AA8-94E2-2DC4A6235F6F}" dt="2020-06-28T06:49:00.820" v="1" actId="47"/>
        <pc:sldMkLst>
          <pc:docMk/>
          <pc:sldMk cId="2845875645" sldId="2668"/>
        </pc:sldMkLst>
      </pc:sldChg>
      <pc:sldChg chg="del">
        <pc:chgData name="Hur Jung" userId="763133add284fb2e" providerId="LiveId" clId="{6C934700-3F3F-4AA8-94E2-2DC4A6235F6F}" dt="2020-06-28T06:49:06.837" v="2" actId="47"/>
        <pc:sldMkLst>
          <pc:docMk/>
          <pc:sldMk cId="506765869" sldId="2669"/>
        </pc:sldMkLst>
      </pc:sldChg>
      <pc:sldChg chg="del">
        <pc:chgData name="Hur Jung" userId="763133add284fb2e" providerId="LiveId" clId="{6C934700-3F3F-4AA8-94E2-2DC4A6235F6F}" dt="2020-06-28T06:49:06.837" v="2" actId="47"/>
        <pc:sldMkLst>
          <pc:docMk/>
          <pc:sldMk cId="3726310665" sldId="2670"/>
        </pc:sldMkLst>
      </pc:sldChg>
      <pc:sldChg chg="del">
        <pc:chgData name="Hur Jung" userId="763133add284fb2e" providerId="LiveId" clId="{6C934700-3F3F-4AA8-94E2-2DC4A6235F6F}" dt="2020-06-28T06:49:06.837" v="2" actId="47"/>
        <pc:sldMkLst>
          <pc:docMk/>
          <pc:sldMk cId="3520234341" sldId="2671"/>
        </pc:sldMkLst>
      </pc:sldChg>
      <pc:sldChg chg="del">
        <pc:chgData name="Hur Jung" userId="763133add284fb2e" providerId="LiveId" clId="{6C934700-3F3F-4AA8-94E2-2DC4A6235F6F}" dt="2020-06-28T06:49:06.837" v="2" actId="47"/>
        <pc:sldMkLst>
          <pc:docMk/>
          <pc:sldMk cId="3598771727" sldId="2672"/>
        </pc:sldMkLst>
      </pc:sldChg>
      <pc:sldChg chg="del">
        <pc:chgData name="Hur Jung" userId="763133add284fb2e" providerId="LiveId" clId="{6C934700-3F3F-4AA8-94E2-2DC4A6235F6F}" dt="2020-06-28T06:49:06.837" v="2" actId="47"/>
        <pc:sldMkLst>
          <pc:docMk/>
          <pc:sldMk cId="2510382693" sldId="2673"/>
        </pc:sldMkLst>
      </pc:sldChg>
      <pc:sldChg chg="del">
        <pc:chgData name="Hur Jung" userId="763133add284fb2e" providerId="LiveId" clId="{6C934700-3F3F-4AA8-94E2-2DC4A6235F6F}" dt="2020-06-28T06:49:06.837" v="2" actId="47"/>
        <pc:sldMkLst>
          <pc:docMk/>
          <pc:sldMk cId="1893836064" sldId="2674"/>
        </pc:sldMkLst>
      </pc:sldChg>
      <pc:sldChg chg="del">
        <pc:chgData name="Hur Jung" userId="763133add284fb2e" providerId="LiveId" clId="{6C934700-3F3F-4AA8-94E2-2DC4A6235F6F}" dt="2020-06-28T06:49:06.837" v="2" actId="47"/>
        <pc:sldMkLst>
          <pc:docMk/>
          <pc:sldMk cId="2849870801" sldId="2675"/>
        </pc:sldMkLst>
      </pc:sldChg>
      <pc:sldChg chg="del">
        <pc:chgData name="Hur Jung" userId="763133add284fb2e" providerId="LiveId" clId="{6C934700-3F3F-4AA8-94E2-2DC4A6235F6F}" dt="2020-06-28T06:48:57.655" v="0" actId="47"/>
        <pc:sldMkLst>
          <pc:docMk/>
          <pc:sldMk cId="97039701" sldId="2676"/>
        </pc:sldMkLst>
      </pc:sldChg>
      <pc:sldChg chg="del">
        <pc:chgData name="Hur Jung" userId="763133add284fb2e" providerId="LiveId" clId="{6C934700-3F3F-4AA8-94E2-2DC4A6235F6F}" dt="2020-06-28T06:48:57.655" v="0" actId="47"/>
        <pc:sldMkLst>
          <pc:docMk/>
          <pc:sldMk cId="1107128572" sldId="2677"/>
        </pc:sldMkLst>
      </pc:sldChg>
      <pc:sldChg chg="del">
        <pc:chgData name="Hur Jung" userId="763133add284fb2e" providerId="LiveId" clId="{6C934700-3F3F-4AA8-94E2-2DC4A6235F6F}" dt="2020-06-28T06:48:57.655" v="0" actId="47"/>
        <pc:sldMkLst>
          <pc:docMk/>
          <pc:sldMk cId="3026020628" sldId="2678"/>
        </pc:sldMkLst>
      </pc:sldChg>
      <pc:sldChg chg="del">
        <pc:chgData name="Hur Jung" userId="763133add284fb2e" providerId="LiveId" clId="{6C934700-3F3F-4AA8-94E2-2DC4A6235F6F}" dt="2020-06-28T06:49:00.820" v="1" actId="47"/>
        <pc:sldMkLst>
          <pc:docMk/>
          <pc:sldMk cId="3967953687" sldId="2679"/>
        </pc:sldMkLst>
      </pc:sldChg>
      <pc:sldChg chg="del">
        <pc:chgData name="Hur Jung" userId="763133add284fb2e" providerId="LiveId" clId="{6C934700-3F3F-4AA8-94E2-2DC4A6235F6F}" dt="2020-06-28T06:49:14.724" v="3" actId="47"/>
        <pc:sldMkLst>
          <pc:docMk/>
          <pc:sldMk cId="2090678206" sldId="2680"/>
        </pc:sldMkLst>
      </pc:sldChg>
      <pc:sldChg chg="del">
        <pc:chgData name="Hur Jung" userId="763133add284fb2e" providerId="LiveId" clId="{6C934700-3F3F-4AA8-94E2-2DC4A6235F6F}" dt="2020-06-28T06:49:00.820" v="1" actId="47"/>
        <pc:sldMkLst>
          <pc:docMk/>
          <pc:sldMk cId="2397872531" sldId="2681"/>
        </pc:sldMkLst>
      </pc:sldChg>
      <pc:sldChg chg="add del">
        <pc:chgData name="Hur Jung" userId="763133add284fb2e" providerId="LiveId" clId="{6C934700-3F3F-4AA8-94E2-2DC4A6235F6F}" dt="2020-06-29T04:21:18.321" v="4345" actId="47"/>
        <pc:sldMkLst>
          <pc:docMk/>
          <pc:sldMk cId="1618444242" sldId="2682"/>
        </pc:sldMkLst>
      </pc:sldChg>
      <pc:sldChg chg="del">
        <pc:chgData name="Hur Jung" userId="763133add284fb2e" providerId="LiveId" clId="{6C934700-3F3F-4AA8-94E2-2DC4A6235F6F}" dt="2020-06-28T06:49:06.837" v="2" actId="47"/>
        <pc:sldMkLst>
          <pc:docMk/>
          <pc:sldMk cId="1100780016" sldId="2684"/>
        </pc:sldMkLst>
      </pc:sldChg>
      <pc:sldChg chg="del">
        <pc:chgData name="Hur Jung" userId="763133add284fb2e" providerId="LiveId" clId="{6C934700-3F3F-4AA8-94E2-2DC4A6235F6F}" dt="2020-06-28T06:49:06.837" v="2" actId="47"/>
        <pc:sldMkLst>
          <pc:docMk/>
          <pc:sldMk cId="2395808299" sldId="2685"/>
        </pc:sldMkLst>
      </pc:sldChg>
      <pc:sldChg chg="del">
        <pc:chgData name="Hur Jung" userId="763133add284fb2e" providerId="LiveId" clId="{6C934700-3F3F-4AA8-94E2-2DC4A6235F6F}" dt="2020-06-28T06:49:06.837" v="2" actId="47"/>
        <pc:sldMkLst>
          <pc:docMk/>
          <pc:sldMk cId="3614663078" sldId="2686"/>
        </pc:sldMkLst>
      </pc:sldChg>
      <pc:sldChg chg="del">
        <pc:chgData name="Hur Jung" userId="763133add284fb2e" providerId="LiveId" clId="{6C934700-3F3F-4AA8-94E2-2DC4A6235F6F}" dt="2020-06-29T04:21:19.580" v="4347" actId="47"/>
        <pc:sldMkLst>
          <pc:docMk/>
          <pc:sldMk cId="3957546124" sldId="2687"/>
        </pc:sldMkLst>
      </pc:sldChg>
      <pc:sldChg chg="del">
        <pc:chgData name="Hur Jung" userId="763133add284fb2e" providerId="LiveId" clId="{6C934700-3F3F-4AA8-94E2-2DC4A6235F6F}" dt="2020-06-28T06:49:14.724" v="3" actId="47"/>
        <pc:sldMkLst>
          <pc:docMk/>
          <pc:sldMk cId="209199767" sldId="2689"/>
        </pc:sldMkLst>
      </pc:sldChg>
      <pc:sldChg chg="del">
        <pc:chgData name="Hur Jung" userId="763133add284fb2e" providerId="LiveId" clId="{6C934700-3F3F-4AA8-94E2-2DC4A6235F6F}" dt="2020-06-28T06:49:14.724" v="3" actId="47"/>
        <pc:sldMkLst>
          <pc:docMk/>
          <pc:sldMk cId="1209186046" sldId="2690"/>
        </pc:sldMkLst>
      </pc:sldChg>
      <pc:sldChg chg="del">
        <pc:chgData name="Hur Jung" userId="763133add284fb2e" providerId="LiveId" clId="{6C934700-3F3F-4AA8-94E2-2DC4A6235F6F}" dt="2020-06-28T06:49:14.724" v="3" actId="47"/>
        <pc:sldMkLst>
          <pc:docMk/>
          <pc:sldMk cId="2058198835" sldId="2691"/>
        </pc:sldMkLst>
      </pc:sldChg>
      <pc:sldChg chg="del">
        <pc:chgData name="Hur Jung" userId="763133add284fb2e" providerId="LiveId" clId="{6C934700-3F3F-4AA8-94E2-2DC4A6235F6F}" dt="2020-06-28T06:49:14.724" v="3" actId="47"/>
        <pc:sldMkLst>
          <pc:docMk/>
          <pc:sldMk cId="1005245131" sldId="2692"/>
        </pc:sldMkLst>
      </pc:sldChg>
      <pc:sldChg chg="del">
        <pc:chgData name="Hur Jung" userId="763133add284fb2e" providerId="LiveId" clId="{6C934700-3F3F-4AA8-94E2-2DC4A6235F6F}" dt="2020-06-28T06:49:14.724" v="3" actId="47"/>
        <pc:sldMkLst>
          <pc:docMk/>
          <pc:sldMk cId="2430202161" sldId="2693"/>
        </pc:sldMkLst>
      </pc:sldChg>
      <pc:sldChg chg="del">
        <pc:chgData name="Hur Jung" userId="763133add284fb2e" providerId="LiveId" clId="{6C934700-3F3F-4AA8-94E2-2DC4A6235F6F}" dt="2020-06-28T06:49:14.724" v="3" actId="47"/>
        <pc:sldMkLst>
          <pc:docMk/>
          <pc:sldMk cId="2635470666" sldId="2694"/>
        </pc:sldMkLst>
      </pc:sldChg>
      <pc:sldChg chg="del">
        <pc:chgData name="Hur Jung" userId="763133add284fb2e" providerId="LiveId" clId="{6C934700-3F3F-4AA8-94E2-2DC4A6235F6F}" dt="2020-06-28T06:49:14.724" v="3" actId="47"/>
        <pc:sldMkLst>
          <pc:docMk/>
          <pc:sldMk cId="833150734" sldId="2695"/>
        </pc:sldMkLst>
      </pc:sldChg>
      <pc:sldChg chg="del">
        <pc:chgData name="Hur Jung" userId="763133add284fb2e" providerId="LiveId" clId="{6C934700-3F3F-4AA8-94E2-2DC4A6235F6F}" dt="2020-06-28T06:49:14.724" v="3" actId="47"/>
        <pc:sldMkLst>
          <pc:docMk/>
          <pc:sldMk cId="3881853591" sldId="2696"/>
        </pc:sldMkLst>
      </pc:sldChg>
      <pc:sldChg chg="del">
        <pc:chgData name="Hur Jung" userId="763133add284fb2e" providerId="LiveId" clId="{6C934700-3F3F-4AA8-94E2-2DC4A6235F6F}" dt="2020-06-28T06:49:14.724" v="3" actId="47"/>
        <pc:sldMkLst>
          <pc:docMk/>
          <pc:sldMk cId="1107077004" sldId="2697"/>
        </pc:sldMkLst>
      </pc:sldChg>
      <pc:sldChg chg="del">
        <pc:chgData name="Hur Jung" userId="763133add284fb2e" providerId="LiveId" clId="{6C934700-3F3F-4AA8-94E2-2DC4A6235F6F}" dt="2020-06-28T06:49:14.724" v="3" actId="47"/>
        <pc:sldMkLst>
          <pc:docMk/>
          <pc:sldMk cId="3359258113" sldId="2698"/>
        </pc:sldMkLst>
      </pc:sldChg>
      <pc:sldChg chg="del">
        <pc:chgData name="Hur Jung" userId="763133add284fb2e" providerId="LiveId" clId="{6C934700-3F3F-4AA8-94E2-2DC4A6235F6F}" dt="2020-06-29T04:21:21.244" v="4349" actId="47"/>
        <pc:sldMkLst>
          <pc:docMk/>
          <pc:sldMk cId="882309498" sldId="2699"/>
        </pc:sldMkLst>
      </pc:sldChg>
      <pc:sldChg chg="del">
        <pc:chgData name="Hur Jung" userId="763133add284fb2e" providerId="LiveId" clId="{6C934700-3F3F-4AA8-94E2-2DC4A6235F6F}" dt="2020-06-29T04:21:22.841" v="4351" actId="47"/>
        <pc:sldMkLst>
          <pc:docMk/>
          <pc:sldMk cId="2255860105" sldId="2701"/>
        </pc:sldMkLst>
      </pc:sldChg>
      <pc:sldChg chg="del">
        <pc:chgData name="Hur Jung" userId="763133add284fb2e" providerId="LiveId" clId="{6C934700-3F3F-4AA8-94E2-2DC4A6235F6F}" dt="2020-06-28T06:49:34.997" v="5" actId="47"/>
        <pc:sldMkLst>
          <pc:docMk/>
          <pc:sldMk cId="3059494466" sldId="2703"/>
        </pc:sldMkLst>
      </pc:sldChg>
      <pc:sldChg chg="del">
        <pc:chgData name="Hur Jung" userId="763133add284fb2e" providerId="LiveId" clId="{6C934700-3F3F-4AA8-94E2-2DC4A6235F6F}" dt="2020-06-28T06:49:34.997" v="5" actId="47"/>
        <pc:sldMkLst>
          <pc:docMk/>
          <pc:sldMk cId="3112449053" sldId="2704"/>
        </pc:sldMkLst>
      </pc:sldChg>
      <pc:sldChg chg="del">
        <pc:chgData name="Hur Jung" userId="763133add284fb2e" providerId="LiveId" clId="{6C934700-3F3F-4AA8-94E2-2DC4A6235F6F}" dt="2020-06-28T06:49:34.997" v="5" actId="47"/>
        <pc:sldMkLst>
          <pc:docMk/>
          <pc:sldMk cId="3396262118" sldId="2705"/>
        </pc:sldMkLst>
      </pc:sldChg>
      <pc:sldChg chg="del">
        <pc:chgData name="Hur Jung" userId="763133add284fb2e" providerId="LiveId" clId="{6C934700-3F3F-4AA8-94E2-2DC4A6235F6F}" dt="2020-06-28T06:49:34.997" v="5" actId="47"/>
        <pc:sldMkLst>
          <pc:docMk/>
          <pc:sldMk cId="722476777" sldId="2706"/>
        </pc:sldMkLst>
      </pc:sldChg>
      <pc:sldChg chg="del">
        <pc:chgData name="Hur Jung" userId="763133add284fb2e" providerId="LiveId" clId="{6C934700-3F3F-4AA8-94E2-2DC4A6235F6F}" dt="2020-06-28T06:49:34.997" v="5" actId="47"/>
        <pc:sldMkLst>
          <pc:docMk/>
          <pc:sldMk cId="2886116668" sldId="2707"/>
        </pc:sldMkLst>
      </pc:sldChg>
      <pc:sldChg chg="del">
        <pc:chgData name="Hur Jung" userId="763133add284fb2e" providerId="LiveId" clId="{6C934700-3F3F-4AA8-94E2-2DC4A6235F6F}" dt="2020-06-28T06:49:34.997" v="5" actId="47"/>
        <pc:sldMkLst>
          <pc:docMk/>
          <pc:sldMk cId="86934978" sldId="2708"/>
        </pc:sldMkLst>
      </pc:sldChg>
      <pc:sldChg chg="del">
        <pc:chgData name="Hur Jung" userId="763133add284fb2e" providerId="LiveId" clId="{6C934700-3F3F-4AA8-94E2-2DC4A6235F6F}" dt="2020-06-28T06:49:34.997" v="5" actId="47"/>
        <pc:sldMkLst>
          <pc:docMk/>
          <pc:sldMk cId="2781576202" sldId="2709"/>
        </pc:sldMkLst>
      </pc:sldChg>
      <pc:sldChg chg="del">
        <pc:chgData name="Hur Jung" userId="763133add284fb2e" providerId="LiveId" clId="{6C934700-3F3F-4AA8-94E2-2DC4A6235F6F}" dt="2020-06-28T06:49:34.997" v="5" actId="47"/>
        <pc:sldMkLst>
          <pc:docMk/>
          <pc:sldMk cId="1570791886" sldId="2710"/>
        </pc:sldMkLst>
      </pc:sldChg>
      <pc:sldChg chg="del">
        <pc:chgData name="Hur Jung" userId="763133add284fb2e" providerId="LiveId" clId="{6C934700-3F3F-4AA8-94E2-2DC4A6235F6F}" dt="2020-06-28T06:49:34.997" v="5" actId="47"/>
        <pc:sldMkLst>
          <pc:docMk/>
          <pc:sldMk cId="3385438387" sldId="2711"/>
        </pc:sldMkLst>
      </pc:sldChg>
      <pc:sldChg chg="del">
        <pc:chgData name="Hur Jung" userId="763133add284fb2e" providerId="LiveId" clId="{6C934700-3F3F-4AA8-94E2-2DC4A6235F6F}" dt="2020-06-28T06:49:34.997" v="5" actId="47"/>
        <pc:sldMkLst>
          <pc:docMk/>
          <pc:sldMk cId="2221766304" sldId="2712"/>
        </pc:sldMkLst>
      </pc:sldChg>
      <pc:sldChg chg="del">
        <pc:chgData name="Hur Jung" userId="763133add284fb2e" providerId="LiveId" clId="{6C934700-3F3F-4AA8-94E2-2DC4A6235F6F}" dt="2020-06-28T06:49:34.997" v="5" actId="47"/>
        <pc:sldMkLst>
          <pc:docMk/>
          <pc:sldMk cId="3067488645" sldId="2713"/>
        </pc:sldMkLst>
      </pc:sldChg>
      <pc:sldChg chg="del">
        <pc:chgData name="Hur Jung" userId="763133add284fb2e" providerId="LiveId" clId="{6C934700-3F3F-4AA8-94E2-2DC4A6235F6F}" dt="2020-06-28T06:49:34.997" v="5" actId="47"/>
        <pc:sldMkLst>
          <pc:docMk/>
          <pc:sldMk cId="2539267428" sldId="2716"/>
        </pc:sldMkLst>
      </pc:sldChg>
      <pc:sldChg chg="del">
        <pc:chgData name="Hur Jung" userId="763133add284fb2e" providerId="LiveId" clId="{6C934700-3F3F-4AA8-94E2-2DC4A6235F6F}" dt="2020-06-28T06:49:34.997" v="5" actId="47"/>
        <pc:sldMkLst>
          <pc:docMk/>
          <pc:sldMk cId="628325349" sldId="2717"/>
        </pc:sldMkLst>
      </pc:sldChg>
      <pc:sldChg chg="del">
        <pc:chgData name="Hur Jung" userId="763133add284fb2e" providerId="LiveId" clId="{6C934700-3F3F-4AA8-94E2-2DC4A6235F6F}" dt="2020-06-29T04:21:47.842" v="4355" actId="47"/>
        <pc:sldMkLst>
          <pc:docMk/>
          <pc:sldMk cId="3209198490" sldId="2719"/>
        </pc:sldMkLst>
      </pc:sldChg>
      <pc:sldChg chg="del">
        <pc:chgData name="Hur Jung" userId="763133add284fb2e" providerId="LiveId" clId="{6C934700-3F3F-4AA8-94E2-2DC4A6235F6F}" dt="2020-06-29T04:21:47.842" v="4355" actId="47"/>
        <pc:sldMkLst>
          <pc:docMk/>
          <pc:sldMk cId="3544560640" sldId="2720"/>
        </pc:sldMkLst>
      </pc:sldChg>
      <pc:sldChg chg="del">
        <pc:chgData name="Hur Jung" userId="763133add284fb2e" providerId="LiveId" clId="{6C934700-3F3F-4AA8-94E2-2DC4A6235F6F}" dt="2020-06-29T04:21:47.842" v="4355" actId="47"/>
        <pc:sldMkLst>
          <pc:docMk/>
          <pc:sldMk cId="3451876758" sldId="2721"/>
        </pc:sldMkLst>
      </pc:sldChg>
      <pc:sldChg chg="modSp del">
        <pc:chgData name="Hur Jung" userId="763133add284fb2e" providerId="LiveId" clId="{6C934700-3F3F-4AA8-94E2-2DC4A6235F6F}" dt="2020-06-29T04:21:47.842" v="4355" actId="47"/>
        <pc:sldMkLst>
          <pc:docMk/>
          <pc:sldMk cId="3718998049" sldId="2723"/>
        </pc:sldMkLst>
        <pc:spChg chg="mod">
          <ac:chgData name="Hur Jung" userId="763133add284fb2e" providerId="LiveId" clId="{6C934700-3F3F-4AA8-94E2-2DC4A6235F6F}" dt="2020-06-29T00:54:29.598" v="2351"/>
          <ac:spMkLst>
            <pc:docMk/>
            <pc:sldMk cId="3718998049" sldId="2723"/>
            <ac:spMk id="2" creationId="{7BD81DA4-00B3-4972-8588-E928EC125314}"/>
          </ac:spMkLst>
        </pc:spChg>
      </pc:sldChg>
      <pc:sldChg chg="modSp del">
        <pc:chgData name="Hur Jung" userId="763133add284fb2e" providerId="LiveId" clId="{6C934700-3F3F-4AA8-94E2-2DC4A6235F6F}" dt="2020-06-29T04:21:47.842" v="4355" actId="47"/>
        <pc:sldMkLst>
          <pc:docMk/>
          <pc:sldMk cId="1607957123" sldId="2724"/>
        </pc:sldMkLst>
        <pc:spChg chg="mod">
          <ac:chgData name="Hur Jung" userId="763133add284fb2e" providerId="LiveId" clId="{6C934700-3F3F-4AA8-94E2-2DC4A6235F6F}" dt="2020-06-29T00:54:29.598" v="2351"/>
          <ac:spMkLst>
            <pc:docMk/>
            <pc:sldMk cId="1607957123" sldId="2724"/>
            <ac:spMk id="2" creationId="{7BD81DA4-00B3-4972-8588-E928EC125314}"/>
          </ac:spMkLst>
        </pc:spChg>
      </pc:sldChg>
      <pc:sldChg chg="modSp del">
        <pc:chgData name="Hur Jung" userId="763133add284fb2e" providerId="LiveId" clId="{6C934700-3F3F-4AA8-94E2-2DC4A6235F6F}" dt="2020-06-29T04:21:47.842" v="4355" actId="47"/>
        <pc:sldMkLst>
          <pc:docMk/>
          <pc:sldMk cId="1015586956" sldId="2726"/>
        </pc:sldMkLst>
        <pc:spChg chg="mod">
          <ac:chgData name="Hur Jung" userId="763133add284fb2e" providerId="LiveId" clId="{6C934700-3F3F-4AA8-94E2-2DC4A6235F6F}" dt="2020-06-29T00:54:29.598" v="2351"/>
          <ac:spMkLst>
            <pc:docMk/>
            <pc:sldMk cId="1015586956" sldId="2726"/>
            <ac:spMk id="2" creationId="{7BD81DA4-00B3-4972-8588-E928EC125314}"/>
          </ac:spMkLst>
        </pc:spChg>
      </pc:sldChg>
      <pc:sldChg chg="del">
        <pc:chgData name="Hur Jung" userId="763133add284fb2e" providerId="LiveId" clId="{6C934700-3F3F-4AA8-94E2-2DC4A6235F6F}" dt="2020-06-29T04:21:47.842" v="4355" actId="47"/>
        <pc:sldMkLst>
          <pc:docMk/>
          <pc:sldMk cId="2764675760" sldId="2727"/>
        </pc:sldMkLst>
      </pc:sldChg>
      <pc:sldChg chg="modSp del">
        <pc:chgData name="Hur Jung" userId="763133add284fb2e" providerId="LiveId" clId="{6C934700-3F3F-4AA8-94E2-2DC4A6235F6F}" dt="2020-06-29T04:21:47.842" v="4355" actId="47"/>
        <pc:sldMkLst>
          <pc:docMk/>
          <pc:sldMk cId="1238321835" sldId="2728"/>
        </pc:sldMkLst>
        <pc:graphicFrameChg chg="mod">
          <ac:chgData name="Hur Jung" userId="763133add284fb2e" providerId="LiveId" clId="{6C934700-3F3F-4AA8-94E2-2DC4A6235F6F}" dt="2020-06-29T00:54:29.598" v="2351"/>
          <ac:graphicFrameMkLst>
            <pc:docMk/>
            <pc:sldMk cId="1238321835" sldId="2728"/>
            <ac:graphicFrameMk id="10" creationId="{16829F21-D94F-4002-8776-52D243AE3C55}"/>
          </ac:graphicFrameMkLst>
        </pc:graphicFrameChg>
      </pc:sldChg>
      <pc:sldChg chg="del">
        <pc:chgData name="Hur Jung" userId="763133add284fb2e" providerId="LiveId" clId="{6C934700-3F3F-4AA8-94E2-2DC4A6235F6F}" dt="2020-06-29T04:21:47.842" v="4355" actId="47"/>
        <pc:sldMkLst>
          <pc:docMk/>
          <pc:sldMk cId="5641387" sldId="2729"/>
        </pc:sldMkLst>
      </pc:sldChg>
      <pc:sldChg chg="del">
        <pc:chgData name="Hur Jung" userId="763133add284fb2e" providerId="LiveId" clId="{6C934700-3F3F-4AA8-94E2-2DC4A6235F6F}" dt="2020-06-29T04:21:47.842" v="4355" actId="47"/>
        <pc:sldMkLst>
          <pc:docMk/>
          <pc:sldMk cId="4137293068" sldId="2734"/>
        </pc:sldMkLst>
      </pc:sldChg>
      <pc:sldChg chg="del">
        <pc:chgData name="Hur Jung" userId="763133add284fb2e" providerId="LiveId" clId="{6C934700-3F3F-4AA8-94E2-2DC4A6235F6F}" dt="2020-06-29T04:21:47.842" v="4355" actId="47"/>
        <pc:sldMkLst>
          <pc:docMk/>
          <pc:sldMk cId="3155657425" sldId="2737"/>
        </pc:sldMkLst>
      </pc:sldChg>
      <pc:sldChg chg="modSp del">
        <pc:chgData name="Hur Jung" userId="763133add284fb2e" providerId="LiveId" clId="{6C934700-3F3F-4AA8-94E2-2DC4A6235F6F}" dt="2020-06-29T04:21:47.842" v="4355" actId="47"/>
        <pc:sldMkLst>
          <pc:docMk/>
          <pc:sldMk cId="1251846872" sldId="2739"/>
        </pc:sldMkLst>
        <pc:spChg chg="mod">
          <ac:chgData name="Hur Jung" userId="763133add284fb2e" providerId="LiveId" clId="{6C934700-3F3F-4AA8-94E2-2DC4A6235F6F}" dt="2020-06-29T00:54:29.598" v="2351"/>
          <ac:spMkLst>
            <pc:docMk/>
            <pc:sldMk cId="1251846872" sldId="2739"/>
            <ac:spMk id="2" creationId="{7BD81DA4-00B3-4972-8588-E928EC125314}"/>
          </ac:spMkLst>
        </pc:spChg>
      </pc:sldChg>
      <pc:sldChg chg="del">
        <pc:chgData name="Hur Jung" userId="763133add284fb2e" providerId="LiveId" clId="{6C934700-3F3F-4AA8-94E2-2DC4A6235F6F}" dt="2020-06-29T04:21:47.842" v="4355" actId="47"/>
        <pc:sldMkLst>
          <pc:docMk/>
          <pc:sldMk cId="2230616356" sldId="2740"/>
        </pc:sldMkLst>
      </pc:sldChg>
      <pc:sldChg chg="del">
        <pc:chgData name="Hur Jung" userId="763133add284fb2e" providerId="LiveId" clId="{6C934700-3F3F-4AA8-94E2-2DC4A6235F6F}" dt="2020-06-29T04:21:47.842" v="4355" actId="47"/>
        <pc:sldMkLst>
          <pc:docMk/>
          <pc:sldMk cId="620656977" sldId="2741"/>
        </pc:sldMkLst>
      </pc:sldChg>
      <pc:sldChg chg="del">
        <pc:chgData name="Hur Jung" userId="763133add284fb2e" providerId="LiveId" clId="{6C934700-3F3F-4AA8-94E2-2DC4A6235F6F}" dt="2020-06-29T04:21:47.842" v="4355" actId="47"/>
        <pc:sldMkLst>
          <pc:docMk/>
          <pc:sldMk cId="2732775711" sldId="2742"/>
        </pc:sldMkLst>
      </pc:sldChg>
      <pc:sldChg chg="del">
        <pc:chgData name="Hur Jung" userId="763133add284fb2e" providerId="LiveId" clId="{6C934700-3F3F-4AA8-94E2-2DC4A6235F6F}" dt="2020-06-29T04:21:47.842" v="4355" actId="47"/>
        <pc:sldMkLst>
          <pc:docMk/>
          <pc:sldMk cId="4016442277" sldId="2744"/>
        </pc:sldMkLst>
      </pc:sldChg>
      <pc:sldChg chg="del">
        <pc:chgData name="Hur Jung" userId="763133add284fb2e" providerId="LiveId" clId="{6C934700-3F3F-4AA8-94E2-2DC4A6235F6F}" dt="2020-06-29T04:21:47.842" v="4355" actId="47"/>
        <pc:sldMkLst>
          <pc:docMk/>
          <pc:sldMk cId="684357273" sldId="2745"/>
        </pc:sldMkLst>
      </pc:sldChg>
      <pc:sldChg chg="modSp del">
        <pc:chgData name="Hur Jung" userId="763133add284fb2e" providerId="LiveId" clId="{6C934700-3F3F-4AA8-94E2-2DC4A6235F6F}" dt="2020-06-29T04:21:47.842" v="4355" actId="47"/>
        <pc:sldMkLst>
          <pc:docMk/>
          <pc:sldMk cId="3290538904" sldId="2747"/>
        </pc:sldMkLst>
        <pc:spChg chg="mod">
          <ac:chgData name="Hur Jung" userId="763133add284fb2e" providerId="LiveId" clId="{6C934700-3F3F-4AA8-94E2-2DC4A6235F6F}" dt="2020-06-29T00:54:29.598" v="2351"/>
          <ac:spMkLst>
            <pc:docMk/>
            <pc:sldMk cId="3290538904" sldId="2747"/>
            <ac:spMk id="2" creationId="{7BD81DA4-00B3-4972-8588-E928EC125314}"/>
          </ac:spMkLst>
        </pc:spChg>
      </pc:sldChg>
      <pc:sldChg chg="del">
        <pc:chgData name="Hur Jung" userId="763133add284fb2e" providerId="LiveId" clId="{6C934700-3F3F-4AA8-94E2-2DC4A6235F6F}" dt="2020-06-29T04:21:47.842" v="4355" actId="47"/>
        <pc:sldMkLst>
          <pc:docMk/>
          <pc:sldMk cId="3044422131" sldId="2748"/>
        </pc:sldMkLst>
      </pc:sldChg>
      <pc:sldChg chg="del">
        <pc:chgData name="Hur Jung" userId="763133add284fb2e" providerId="LiveId" clId="{6C934700-3F3F-4AA8-94E2-2DC4A6235F6F}" dt="2020-06-29T04:21:47.842" v="4355" actId="47"/>
        <pc:sldMkLst>
          <pc:docMk/>
          <pc:sldMk cId="812718364" sldId="2750"/>
        </pc:sldMkLst>
      </pc:sldChg>
      <pc:sldChg chg="del">
        <pc:chgData name="Hur Jung" userId="763133add284fb2e" providerId="LiveId" clId="{6C934700-3F3F-4AA8-94E2-2DC4A6235F6F}" dt="2020-06-29T04:21:47.842" v="4355" actId="47"/>
        <pc:sldMkLst>
          <pc:docMk/>
          <pc:sldMk cId="2962668127" sldId="2751"/>
        </pc:sldMkLst>
      </pc:sldChg>
      <pc:sldChg chg="del">
        <pc:chgData name="Hur Jung" userId="763133add284fb2e" providerId="LiveId" clId="{6C934700-3F3F-4AA8-94E2-2DC4A6235F6F}" dt="2020-06-29T04:21:47.842" v="4355" actId="47"/>
        <pc:sldMkLst>
          <pc:docMk/>
          <pc:sldMk cId="8048687" sldId="2755"/>
        </pc:sldMkLst>
      </pc:sldChg>
      <pc:sldChg chg="del">
        <pc:chgData name="Hur Jung" userId="763133add284fb2e" providerId="LiveId" clId="{6C934700-3F3F-4AA8-94E2-2DC4A6235F6F}" dt="2020-06-29T04:21:47.842" v="4355" actId="47"/>
        <pc:sldMkLst>
          <pc:docMk/>
          <pc:sldMk cId="2651678666" sldId="2756"/>
        </pc:sldMkLst>
      </pc:sldChg>
      <pc:sldChg chg="del">
        <pc:chgData name="Hur Jung" userId="763133add284fb2e" providerId="LiveId" clId="{6C934700-3F3F-4AA8-94E2-2DC4A6235F6F}" dt="2020-06-29T04:21:47.842" v="4355" actId="47"/>
        <pc:sldMkLst>
          <pc:docMk/>
          <pc:sldMk cId="4167838884" sldId="2757"/>
        </pc:sldMkLst>
      </pc:sldChg>
      <pc:sldChg chg="del">
        <pc:chgData name="Hur Jung" userId="763133add284fb2e" providerId="LiveId" clId="{6C934700-3F3F-4AA8-94E2-2DC4A6235F6F}" dt="2020-06-29T04:21:47.842" v="4355" actId="47"/>
        <pc:sldMkLst>
          <pc:docMk/>
          <pc:sldMk cId="3428732967" sldId="2759"/>
        </pc:sldMkLst>
      </pc:sldChg>
      <pc:sldChg chg="del">
        <pc:chgData name="Hur Jung" userId="763133add284fb2e" providerId="LiveId" clId="{6C934700-3F3F-4AA8-94E2-2DC4A6235F6F}" dt="2020-06-28T06:49:14.724" v="3" actId="47"/>
        <pc:sldMkLst>
          <pc:docMk/>
          <pc:sldMk cId="2893989508" sldId="2762"/>
        </pc:sldMkLst>
      </pc:sldChg>
      <pc:sldChg chg="del">
        <pc:chgData name="Hur Jung" userId="763133add284fb2e" providerId="LiveId" clId="{6C934700-3F3F-4AA8-94E2-2DC4A6235F6F}" dt="2020-06-28T06:49:06.837" v="2" actId="47"/>
        <pc:sldMkLst>
          <pc:docMk/>
          <pc:sldMk cId="3736096272" sldId="2764"/>
        </pc:sldMkLst>
      </pc:sldChg>
      <pc:sldChg chg="del">
        <pc:chgData name="Hur Jung" userId="763133add284fb2e" providerId="LiveId" clId="{6C934700-3F3F-4AA8-94E2-2DC4A6235F6F}" dt="2020-06-28T06:49:14.724" v="3" actId="47"/>
        <pc:sldMkLst>
          <pc:docMk/>
          <pc:sldMk cId="742933319" sldId="2766"/>
        </pc:sldMkLst>
      </pc:sldChg>
      <pc:sldChg chg="del">
        <pc:chgData name="Hur Jung" userId="763133add284fb2e" providerId="LiveId" clId="{6C934700-3F3F-4AA8-94E2-2DC4A6235F6F}" dt="2020-06-28T06:49:14.724" v="3" actId="47"/>
        <pc:sldMkLst>
          <pc:docMk/>
          <pc:sldMk cId="667517739" sldId="2771"/>
        </pc:sldMkLst>
      </pc:sldChg>
      <pc:sldChg chg="del">
        <pc:chgData name="Hur Jung" userId="763133add284fb2e" providerId="LiveId" clId="{6C934700-3F3F-4AA8-94E2-2DC4A6235F6F}" dt="2020-06-28T06:49:14.724" v="3" actId="47"/>
        <pc:sldMkLst>
          <pc:docMk/>
          <pc:sldMk cId="3618831303" sldId="2772"/>
        </pc:sldMkLst>
      </pc:sldChg>
      <pc:sldChg chg="del">
        <pc:chgData name="Hur Jung" userId="763133add284fb2e" providerId="LiveId" clId="{6C934700-3F3F-4AA8-94E2-2DC4A6235F6F}" dt="2020-06-28T06:49:14.724" v="3" actId="47"/>
        <pc:sldMkLst>
          <pc:docMk/>
          <pc:sldMk cId="1021402235" sldId="2773"/>
        </pc:sldMkLst>
      </pc:sldChg>
      <pc:sldChg chg="del">
        <pc:chgData name="Hur Jung" userId="763133add284fb2e" providerId="LiveId" clId="{6C934700-3F3F-4AA8-94E2-2DC4A6235F6F}" dt="2020-06-28T06:49:14.724" v="3" actId="47"/>
        <pc:sldMkLst>
          <pc:docMk/>
          <pc:sldMk cId="91410301" sldId="2775"/>
        </pc:sldMkLst>
      </pc:sldChg>
      <pc:sldChg chg="del">
        <pc:chgData name="Hur Jung" userId="763133add284fb2e" providerId="LiveId" clId="{6C934700-3F3F-4AA8-94E2-2DC4A6235F6F}" dt="2020-06-28T06:49:34.997" v="5" actId="47"/>
        <pc:sldMkLst>
          <pc:docMk/>
          <pc:sldMk cId="3779036018" sldId="2776"/>
        </pc:sldMkLst>
      </pc:sldChg>
      <pc:sldChg chg="del">
        <pc:chgData name="Hur Jung" userId="763133add284fb2e" providerId="LiveId" clId="{6C934700-3F3F-4AA8-94E2-2DC4A6235F6F}" dt="2020-06-28T06:49:34.997" v="5" actId="47"/>
        <pc:sldMkLst>
          <pc:docMk/>
          <pc:sldMk cId="3778378993" sldId="2777"/>
        </pc:sldMkLst>
      </pc:sldChg>
      <pc:sldChg chg="del">
        <pc:chgData name="Hur Jung" userId="763133add284fb2e" providerId="LiveId" clId="{6C934700-3F3F-4AA8-94E2-2DC4A6235F6F}" dt="2020-06-28T06:49:34.997" v="5" actId="47"/>
        <pc:sldMkLst>
          <pc:docMk/>
          <pc:sldMk cId="2009187738" sldId="2794"/>
        </pc:sldMkLst>
      </pc:sldChg>
      <pc:sldChg chg="modSp del">
        <pc:chgData name="Hur Jung" userId="763133add284fb2e" providerId="LiveId" clId="{6C934700-3F3F-4AA8-94E2-2DC4A6235F6F}" dt="2020-06-29T04:21:47.842" v="4355" actId="47"/>
        <pc:sldMkLst>
          <pc:docMk/>
          <pc:sldMk cId="887813519" sldId="2795"/>
        </pc:sldMkLst>
        <pc:spChg chg="mod">
          <ac:chgData name="Hur Jung" userId="763133add284fb2e" providerId="LiveId" clId="{6C934700-3F3F-4AA8-94E2-2DC4A6235F6F}" dt="2020-06-29T00:54:29.598" v="2351"/>
          <ac:spMkLst>
            <pc:docMk/>
            <pc:sldMk cId="887813519" sldId="2795"/>
            <ac:spMk id="3" creationId="{CDAECE4D-F5E0-4167-8686-95F1AE3BF22C}"/>
          </ac:spMkLst>
        </pc:spChg>
      </pc:sldChg>
      <pc:sldChg chg="del">
        <pc:chgData name="Hur Jung" userId="763133add284fb2e" providerId="LiveId" clId="{6C934700-3F3F-4AA8-94E2-2DC4A6235F6F}" dt="2020-06-29T04:21:47.842" v="4355" actId="47"/>
        <pc:sldMkLst>
          <pc:docMk/>
          <pc:sldMk cId="2349042033" sldId="2796"/>
        </pc:sldMkLst>
      </pc:sldChg>
      <pc:sldChg chg="add del">
        <pc:chgData name="Hur Jung" userId="763133add284fb2e" providerId="LiveId" clId="{6C934700-3F3F-4AA8-94E2-2DC4A6235F6F}" dt="2020-06-29T04:21:17.486" v="4344" actId="47"/>
        <pc:sldMkLst>
          <pc:docMk/>
          <pc:sldMk cId="1912369767" sldId="2797"/>
        </pc:sldMkLst>
      </pc:sldChg>
      <pc:sldChg chg="delSp modSp mod modClrScheme chgLayout">
        <pc:chgData name="Hur Jung" userId="763133add284fb2e" providerId="LiveId" clId="{6C934700-3F3F-4AA8-94E2-2DC4A6235F6F}" dt="2020-06-28T23:59:38.620" v="1589" actId="121"/>
        <pc:sldMkLst>
          <pc:docMk/>
          <pc:sldMk cId="2355230742" sldId="2800"/>
        </pc:sldMkLst>
        <pc:spChg chg="del mod ord">
          <ac:chgData name="Hur Jung" userId="763133add284fb2e" providerId="LiveId" clId="{6C934700-3F3F-4AA8-94E2-2DC4A6235F6F}" dt="2020-06-28T23:59:29.039" v="1588" actId="478"/>
          <ac:spMkLst>
            <pc:docMk/>
            <pc:sldMk cId="2355230742" sldId="2800"/>
            <ac:spMk id="2" creationId="{FFAD51E8-ECC8-4094-A42B-F6DC6376B267}"/>
          </ac:spMkLst>
        </pc:spChg>
        <pc:spChg chg="mod ord">
          <ac:chgData name="Hur Jung" userId="763133add284fb2e" providerId="LiveId" clId="{6C934700-3F3F-4AA8-94E2-2DC4A6235F6F}" dt="2020-06-28T23:59:38.620" v="1589" actId="121"/>
          <ac:spMkLst>
            <pc:docMk/>
            <pc:sldMk cId="2355230742" sldId="2800"/>
            <ac:spMk id="4" creationId="{95A716FD-F6DC-433F-99D4-94CBD435E938}"/>
          </ac:spMkLst>
        </pc:spChg>
        <pc:spChg chg="mod ord">
          <ac:chgData name="Hur Jung" userId="763133add284fb2e" providerId="LiveId" clId="{6C934700-3F3F-4AA8-94E2-2DC4A6235F6F}" dt="2020-06-28T23:59:25.354" v="1587" actId="700"/>
          <ac:spMkLst>
            <pc:docMk/>
            <pc:sldMk cId="2355230742" sldId="2800"/>
            <ac:spMk id="5" creationId="{2647A46F-341F-46E2-A1A0-F81027AE9911}"/>
          </ac:spMkLst>
        </pc:spChg>
        <pc:spChg chg="del">
          <ac:chgData name="Hur Jung" userId="763133add284fb2e" providerId="LiveId" clId="{6C934700-3F3F-4AA8-94E2-2DC4A6235F6F}" dt="2020-06-28T23:59:15.988" v="1586" actId="478"/>
          <ac:spMkLst>
            <pc:docMk/>
            <pc:sldMk cId="2355230742" sldId="2800"/>
            <ac:spMk id="6" creationId="{99A4508E-8C2A-43DE-9936-1D5CCCBAA209}"/>
          </ac:spMkLst>
        </pc:spChg>
      </pc:sldChg>
      <pc:sldChg chg="del">
        <pc:chgData name="Hur Jung" userId="763133add284fb2e" providerId="LiveId" clId="{6C934700-3F3F-4AA8-94E2-2DC4A6235F6F}" dt="2020-06-29T04:21:47.842" v="4355" actId="47"/>
        <pc:sldMkLst>
          <pc:docMk/>
          <pc:sldMk cId="4116921433" sldId="2801"/>
        </pc:sldMkLst>
      </pc:sldChg>
      <pc:sldChg chg="modSp del">
        <pc:chgData name="Hur Jung" userId="763133add284fb2e" providerId="LiveId" clId="{6C934700-3F3F-4AA8-94E2-2DC4A6235F6F}" dt="2020-06-29T04:21:47.842" v="4355" actId="47"/>
        <pc:sldMkLst>
          <pc:docMk/>
          <pc:sldMk cId="213972075" sldId="2802"/>
        </pc:sldMkLst>
        <pc:spChg chg="mod">
          <ac:chgData name="Hur Jung" userId="763133add284fb2e" providerId="LiveId" clId="{6C934700-3F3F-4AA8-94E2-2DC4A6235F6F}" dt="2020-06-29T00:54:29.598" v="2351"/>
          <ac:spMkLst>
            <pc:docMk/>
            <pc:sldMk cId="213972075" sldId="2802"/>
            <ac:spMk id="2" creationId="{7BD81DA4-00B3-4972-8588-E928EC125314}"/>
          </ac:spMkLst>
        </pc:spChg>
      </pc:sldChg>
      <pc:sldChg chg="modSp del">
        <pc:chgData name="Hur Jung" userId="763133add284fb2e" providerId="LiveId" clId="{6C934700-3F3F-4AA8-94E2-2DC4A6235F6F}" dt="2020-06-29T04:21:47.842" v="4355" actId="47"/>
        <pc:sldMkLst>
          <pc:docMk/>
          <pc:sldMk cId="2200430639" sldId="2803"/>
        </pc:sldMkLst>
        <pc:spChg chg="mod">
          <ac:chgData name="Hur Jung" userId="763133add284fb2e" providerId="LiveId" clId="{6C934700-3F3F-4AA8-94E2-2DC4A6235F6F}" dt="2020-06-29T00:54:29.598" v="2351"/>
          <ac:spMkLst>
            <pc:docMk/>
            <pc:sldMk cId="2200430639" sldId="2803"/>
            <ac:spMk id="47" creationId="{76CCE87B-CD03-411C-910A-6FF633B9B19B}"/>
          </ac:spMkLst>
        </pc:spChg>
      </pc:sldChg>
      <pc:sldChg chg="del">
        <pc:chgData name="Hur Jung" userId="763133add284fb2e" providerId="LiveId" clId="{6C934700-3F3F-4AA8-94E2-2DC4A6235F6F}" dt="2020-06-29T04:21:47.842" v="4355" actId="47"/>
        <pc:sldMkLst>
          <pc:docMk/>
          <pc:sldMk cId="4155025126" sldId="2807"/>
        </pc:sldMkLst>
      </pc:sldChg>
      <pc:sldChg chg="del">
        <pc:chgData name="Hur Jung" userId="763133add284fb2e" providerId="LiveId" clId="{6C934700-3F3F-4AA8-94E2-2DC4A6235F6F}" dt="2020-06-28T06:49:14.724" v="3" actId="47"/>
        <pc:sldMkLst>
          <pc:docMk/>
          <pc:sldMk cId="3065983077" sldId="2808"/>
        </pc:sldMkLst>
      </pc:sldChg>
      <pc:sldChg chg="del">
        <pc:chgData name="Hur Jung" userId="763133add284fb2e" providerId="LiveId" clId="{6C934700-3F3F-4AA8-94E2-2DC4A6235F6F}" dt="2020-06-28T06:49:14.724" v="3" actId="47"/>
        <pc:sldMkLst>
          <pc:docMk/>
          <pc:sldMk cId="3110772057" sldId="2809"/>
        </pc:sldMkLst>
      </pc:sldChg>
      <pc:sldChg chg="del">
        <pc:chgData name="Hur Jung" userId="763133add284fb2e" providerId="LiveId" clId="{6C934700-3F3F-4AA8-94E2-2DC4A6235F6F}" dt="2020-06-28T06:49:14.724" v="3" actId="47"/>
        <pc:sldMkLst>
          <pc:docMk/>
          <pc:sldMk cId="3052290454" sldId="2810"/>
        </pc:sldMkLst>
      </pc:sldChg>
      <pc:sldChg chg="del">
        <pc:chgData name="Hur Jung" userId="763133add284fb2e" providerId="LiveId" clId="{6C934700-3F3F-4AA8-94E2-2DC4A6235F6F}" dt="2020-06-29T04:21:20.390" v="4348" actId="47"/>
        <pc:sldMkLst>
          <pc:docMk/>
          <pc:sldMk cId="814784505" sldId="2811"/>
        </pc:sldMkLst>
      </pc:sldChg>
      <pc:sldChg chg="del">
        <pc:chgData name="Hur Jung" userId="763133add284fb2e" providerId="LiveId" clId="{6C934700-3F3F-4AA8-94E2-2DC4A6235F6F}" dt="2020-06-28T06:48:57.655" v="0" actId="47"/>
        <pc:sldMkLst>
          <pc:docMk/>
          <pc:sldMk cId="3333024791" sldId="2850"/>
        </pc:sldMkLst>
      </pc:sldChg>
      <pc:sldChg chg="del">
        <pc:chgData name="Hur Jung" userId="763133add284fb2e" providerId="LiveId" clId="{6C934700-3F3F-4AA8-94E2-2DC4A6235F6F}" dt="2020-06-28T06:49:06.837" v="2" actId="47"/>
        <pc:sldMkLst>
          <pc:docMk/>
          <pc:sldMk cId="2016437137" sldId="2899"/>
        </pc:sldMkLst>
      </pc:sldChg>
      <pc:sldChg chg="del">
        <pc:chgData name="Hur Jung" userId="763133add284fb2e" providerId="LiveId" clId="{6C934700-3F3F-4AA8-94E2-2DC4A6235F6F}" dt="2020-06-28T06:49:06.837" v="2" actId="47"/>
        <pc:sldMkLst>
          <pc:docMk/>
          <pc:sldMk cId="282792704" sldId="2911"/>
        </pc:sldMkLst>
      </pc:sldChg>
      <pc:sldChg chg="del">
        <pc:chgData name="Hur Jung" userId="763133add284fb2e" providerId="LiveId" clId="{6C934700-3F3F-4AA8-94E2-2DC4A6235F6F}" dt="2020-06-28T06:49:06.837" v="2" actId="47"/>
        <pc:sldMkLst>
          <pc:docMk/>
          <pc:sldMk cId="3951330374" sldId="2912"/>
        </pc:sldMkLst>
      </pc:sldChg>
      <pc:sldChg chg="del">
        <pc:chgData name="Hur Jung" userId="763133add284fb2e" providerId="LiveId" clId="{6C934700-3F3F-4AA8-94E2-2DC4A6235F6F}" dt="2020-06-29T04:21:47.842" v="4355" actId="47"/>
        <pc:sldMkLst>
          <pc:docMk/>
          <pc:sldMk cId="365375866" sldId="2924"/>
        </pc:sldMkLst>
      </pc:sldChg>
      <pc:sldChg chg="del">
        <pc:chgData name="Hur Jung" userId="763133add284fb2e" providerId="LiveId" clId="{6C934700-3F3F-4AA8-94E2-2DC4A6235F6F}" dt="2020-06-29T04:21:47.842" v="4355" actId="47"/>
        <pc:sldMkLst>
          <pc:docMk/>
          <pc:sldMk cId="3502725564" sldId="2934"/>
        </pc:sldMkLst>
      </pc:sldChg>
      <pc:sldChg chg="del">
        <pc:chgData name="Hur Jung" userId="763133add284fb2e" providerId="LiveId" clId="{6C934700-3F3F-4AA8-94E2-2DC4A6235F6F}" dt="2020-06-28T06:48:57.655" v="0" actId="47"/>
        <pc:sldMkLst>
          <pc:docMk/>
          <pc:sldMk cId="2108284574" sldId="2937"/>
        </pc:sldMkLst>
      </pc:sldChg>
      <pc:sldChg chg="del">
        <pc:chgData name="Hur Jung" userId="763133add284fb2e" providerId="LiveId" clId="{6C934700-3F3F-4AA8-94E2-2DC4A6235F6F}" dt="2020-06-28T06:48:57.655" v="0" actId="47"/>
        <pc:sldMkLst>
          <pc:docMk/>
          <pc:sldMk cId="3261783564" sldId="2938"/>
        </pc:sldMkLst>
      </pc:sldChg>
      <pc:sldChg chg="del">
        <pc:chgData name="Hur Jung" userId="763133add284fb2e" providerId="LiveId" clId="{6C934700-3F3F-4AA8-94E2-2DC4A6235F6F}" dt="2020-06-28T06:49:06.837" v="2" actId="47"/>
        <pc:sldMkLst>
          <pc:docMk/>
          <pc:sldMk cId="4266795122" sldId="2939"/>
        </pc:sldMkLst>
      </pc:sldChg>
      <pc:sldChg chg="del">
        <pc:chgData name="Hur Jung" userId="763133add284fb2e" providerId="LiveId" clId="{6C934700-3F3F-4AA8-94E2-2DC4A6235F6F}" dt="2020-06-28T06:49:14.724" v="3" actId="47"/>
        <pc:sldMkLst>
          <pc:docMk/>
          <pc:sldMk cId="2803051156" sldId="2944"/>
        </pc:sldMkLst>
      </pc:sldChg>
      <pc:sldChg chg="del">
        <pc:chgData name="Hur Jung" userId="763133add284fb2e" providerId="LiveId" clId="{6C934700-3F3F-4AA8-94E2-2DC4A6235F6F}" dt="2020-06-28T06:49:18.397" v="4" actId="47"/>
        <pc:sldMkLst>
          <pc:docMk/>
          <pc:sldMk cId="1198552623" sldId="2947"/>
        </pc:sldMkLst>
      </pc:sldChg>
      <pc:sldChg chg="del">
        <pc:chgData name="Hur Jung" userId="763133add284fb2e" providerId="LiveId" clId="{6C934700-3F3F-4AA8-94E2-2DC4A6235F6F}" dt="2020-06-28T06:49:18.397" v="4" actId="47"/>
        <pc:sldMkLst>
          <pc:docMk/>
          <pc:sldMk cId="2085457671" sldId="2948"/>
        </pc:sldMkLst>
      </pc:sldChg>
      <pc:sldChg chg="del">
        <pc:chgData name="Hur Jung" userId="763133add284fb2e" providerId="LiveId" clId="{6C934700-3F3F-4AA8-94E2-2DC4A6235F6F}" dt="2020-06-29T04:21:47.842" v="4355" actId="47"/>
        <pc:sldMkLst>
          <pc:docMk/>
          <pc:sldMk cId="4091832904" sldId="2961"/>
        </pc:sldMkLst>
      </pc:sldChg>
      <pc:sldChg chg="del">
        <pc:chgData name="Hur Jung" userId="763133add284fb2e" providerId="LiveId" clId="{6C934700-3F3F-4AA8-94E2-2DC4A6235F6F}" dt="2020-06-29T04:21:47.842" v="4355" actId="47"/>
        <pc:sldMkLst>
          <pc:docMk/>
          <pc:sldMk cId="2685690349" sldId="2964"/>
        </pc:sldMkLst>
      </pc:sldChg>
      <pc:sldChg chg="del">
        <pc:chgData name="Hur Jung" userId="763133add284fb2e" providerId="LiveId" clId="{6C934700-3F3F-4AA8-94E2-2DC4A6235F6F}" dt="2020-06-29T04:21:47.842" v="4355" actId="47"/>
        <pc:sldMkLst>
          <pc:docMk/>
          <pc:sldMk cId="926040017" sldId="2965"/>
        </pc:sldMkLst>
      </pc:sldChg>
      <pc:sldChg chg="del">
        <pc:chgData name="Hur Jung" userId="763133add284fb2e" providerId="LiveId" clId="{6C934700-3F3F-4AA8-94E2-2DC4A6235F6F}" dt="2020-06-29T04:21:47.842" v="4355" actId="47"/>
        <pc:sldMkLst>
          <pc:docMk/>
          <pc:sldMk cId="1501078925" sldId="2972"/>
        </pc:sldMkLst>
      </pc:sldChg>
      <pc:sldChg chg="del">
        <pc:chgData name="Hur Jung" userId="763133add284fb2e" providerId="LiveId" clId="{6C934700-3F3F-4AA8-94E2-2DC4A6235F6F}" dt="2020-06-28T06:49:06.837" v="2" actId="47"/>
        <pc:sldMkLst>
          <pc:docMk/>
          <pc:sldMk cId="3141255880" sldId="2973"/>
        </pc:sldMkLst>
      </pc:sldChg>
      <pc:sldChg chg="del">
        <pc:chgData name="Hur Jung" userId="763133add284fb2e" providerId="LiveId" clId="{6C934700-3F3F-4AA8-94E2-2DC4A6235F6F}" dt="2020-06-28T06:49:06.837" v="2" actId="47"/>
        <pc:sldMkLst>
          <pc:docMk/>
          <pc:sldMk cId="3353661533" sldId="2974"/>
        </pc:sldMkLst>
      </pc:sldChg>
      <pc:sldChg chg="del">
        <pc:chgData name="Hur Jung" userId="763133add284fb2e" providerId="LiveId" clId="{6C934700-3F3F-4AA8-94E2-2DC4A6235F6F}" dt="2020-06-28T06:49:06.837" v="2" actId="47"/>
        <pc:sldMkLst>
          <pc:docMk/>
          <pc:sldMk cId="711953839" sldId="2975"/>
        </pc:sldMkLst>
      </pc:sldChg>
      <pc:sldChg chg="del">
        <pc:chgData name="Hur Jung" userId="763133add284fb2e" providerId="LiveId" clId="{6C934700-3F3F-4AA8-94E2-2DC4A6235F6F}" dt="2020-06-29T04:21:18.951" v="4346" actId="47"/>
        <pc:sldMkLst>
          <pc:docMk/>
          <pc:sldMk cId="4175519033" sldId="2976"/>
        </pc:sldMkLst>
      </pc:sldChg>
      <pc:sldChg chg="del">
        <pc:chgData name="Hur Jung" userId="763133add284fb2e" providerId="LiveId" clId="{6C934700-3F3F-4AA8-94E2-2DC4A6235F6F}" dt="2020-06-28T06:49:14.724" v="3" actId="47"/>
        <pc:sldMkLst>
          <pc:docMk/>
          <pc:sldMk cId="2520101859" sldId="2978"/>
        </pc:sldMkLst>
      </pc:sldChg>
      <pc:sldChg chg="del">
        <pc:chgData name="Hur Jung" userId="763133add284fb2e" providerId="LiveId" clId="{6C934700-3F3F-4AA8-94E2-2DC4A6235F6F}" dt="2020-06-28T06:49:14.724" v="3" actId="47"/>
        <pc:sldMkLst>
          <pc:docMk/>
          <pc:sldMk cId="3395112509" sldId="2979"/>
        </pc:sldMkLst>
      </pc:sldChg>
      <pc:sldChg chg="del">
        <pc:chgData name="Hur Jung" userId="763133add284fb2e" providerId="LiveId" clId="{6C934700-3F3F-4AA8-94E2-2DC4A6235F6F}" dt="2020-06-28T06:49:34.997" v="5" actId="47"/>
        <pc:sldMkLst>
          <pc:docMk/>
          <pc:sldMk cId="1503980898" sldId="2980"/>
        </pc:sldMkLst>
      </pc:sldChg>
      <pc:sldChg chg="del">
        <pc:chgData name="Hur Jung" userId="763133add284fb2e" providerId="LiveId" clId="{6C934700-3F3F-4AA8-94E2-2DC4A6235F6F}" dt="2020-06-28T06:49:18.397" v="4" actId="47"/>
        <pc:sldMkLst>
          <pc:docMk/>
          <pc:sldMk cId="1721114643" sldId="2982"/>
        </pc:sldMkLst>
      </pc:sldChg>
      <pc:sldChg chg="del">
        <pc:chgData name="Hur Jung" userId="763133add284fb2e" providerId="LiveId" clId="{6C934700-3F3F-4AA8-94E2-2DC4A6235F6F}" dt="2020-06-28T06:49:18.397" v="4" actId="47"/>
        <pc:sldMkLst>
          <pc:docMk/>
          <pc:sldMk cId="151799569" sldId="2984"/>
        </pc:sldMkLst>
      </pc:sldChg>
      <pc:sldChg chg="del">
        <pc:chgData name="Hur Jung" userId="763133add284fb2e" providerId="LiveId" clId="{6C934700-3F3F-4AA8-94E2-2DC4A6235F6F}" dt="2020-06-28T06:49:18.397" v="4" actId="47"/>
        <pc:sldMkLst>
          <pc:docMk/>
          <pc:sldMk cId="225006909" sldId="2985"/>
        </pc:sldMkLst>
      </pc:sldChg>
      <pc:sldChg chg="del">
        <pc:chgData name="Hur Jung" userId="763133add284fb2e" providerId="LiveId" clId="{6C934700-3F3F-4AA8-94E2-2DC4A6235F6F}" dt="2020-06-28T06:49:18.397" v="4" actId="47"/>
        <pc:sldMkLst>
          <pc:docMk/>
          <pc:sldMk cId="2394644326" sldId="2986"/>
        </pc:sldMkLst>
      </pc:sldChg>
      <pc:sldChg chg="del">
        <pc:chgData name="Hur Jung" userId="763133add284fb2e" providerId="LiveId" clId="{6C934700-3F3F-4AA8-94E2-2DC4A6235F6F}" dt="2020-06-29T04:21:21.830" v="4350" actId="47"/>
        <pc:sldMkLst>
          <pc:docMk/>
          <pc:sldMk cId="3907893157" sldId="2987"/>
        </pc:sldMkLst>
      </pc:sldChg>
      <pc:sldChg chg="del">
        <pc:chgData name="Hur Jung" userId="763133add284fb2e" providerId="LiveId" clId="{6C934700-3F3F-4AA8-94E2-2DC4A6235F6F}" dt="2020-06-28T06:49:34.997" v="5" actId="47"/>
        <pc:sldMkLst>
          <pc:docMk/>
          <pc:sldMk cId="2930897994" sldId="2988"/>
        </pc:sldMkLst>
      </pc:sldChg>
      <pc:sldChg chg="modSp del">
        <pc:chgData name="Hur Jung" userId="763133add284fb2e" providerId="LiveId" clId="{6C934700-3F3F-4AA8-94E2-2DC4A6235F6F}" dt="2020-06-29T04:21:47.842" v="4355" actId="47"/>
        <pc:sldMkLst>
          <pc:docMk/>
          <pc:sldMk cId="2533416070" sldId="2990"/>
        </pc:sldMkLst>
        <pc:spChg chg="mod">
          <ac:chgData name="Hur Jung" userId="763133add284fb2e" providerId="LiveId" clId="{6C934700-3F3F-4AA8-94E2-2DC4A6235F6F}" dt="2020-06-29T00:54:29.598" v="2351"/>
          <ac:spMkLst>
            <pc:docMk/>
            <pc:sldMk cId="2533416070" sldId="2990"/>
            <ac:spMk id="2" creationId="{7BD81DA4-00B3-4972-8588-E928EC125314}"/>
          </ac:spMkLst>
        </pc:spChg>
      </pc:sldChg>
      <pc:sldChg chg="modSp del">
        <pc:chgData name="Hur Jung" userId="763133add284fb2e" providerId="LiveId" clId="{6C934700-3F3F-4AA8-94E2-2DC4A6235F6F}" dt="2020-06-29T04:21:47.842" v="4355" actId="47"/>
        <pc:sldMkLst>
          <pc:docMk/>
          <pc:sldMk cId="2681961652" sldId="2991"/>
        </pc:sldMkLst>
        <pc:spChg chg="mod">
          <ac:chgData name="Hur Jung" userId="763133add284fb2e" providerId="LiveId" clId="{6C934700-3F3F-4AA8-94E2-2DC4A6235F6F}" dt="2020-06-29T00:54:29.598" v="2351"/>
          <ac:spMkLst>
            <pc:docMk/>
            <pc:sldMk cId="2681961652" sldId="2991"/>
            <ac:spMk id="2" creationId="{7BD81DA4-00B3-4972-8588-E928EC125314}"/>
          </ac:spMkLst>
        </pc:spChg>
      </pc:sldChg>
      <pc:sldChg chg="del">
        <pc:chgData name="Hur Jung" userId="763133add284fb2e" providerId="LiveId" clId="{6C934700-3F3F-4AA8-94E2-2DC4A6235F6F}" dt="2020-06-29T04:21:47.842" v="4355" actId="47"/>
        <pc:sldMkLst>
          <pc:docMk/>
          <pc:sldMk cId="1145080964" sldId="2992"/>
        </pc:sldMkLst>
      </pc:sldChg>
      <pc:sldChg chg="modSp del">
        <pc:chgData name="Hur Jung" userId="763133add284fb2e" providerId="LiveId" clId="{6C934700-3F3F-4AA8-94E2-2DC4A6235F6F}" dt="2020-06-29T04:21:47.842" v="4355" actId="47"/>
        <pc:sldMkLst>
          <pc:docMk/>
          <pc:sldMk cId="2814184420" sldId="2994"/>
        </pc:sldMkLst>
        <pc:spChg chg="mod">
          <ac:chgData name="Hur Jung" userId="763133add284fb2e" providerId="LiveId" clId="{6C934700-3F3F-4AA8-94E2-2DC4A6235F6F}" dt="2020-06-29T00:54:29.598" v="2351"/>
          <ac:spMkLst>
            <pc:docMk/>
            <pc:sldMk cId="2814184420" sldId="2994"/>
            <ac:spMk id="2" creationId="{7BD81DA4-00B3-4972-8588-E928EC125314}"/>
          </ac:spMkLst>
        </pc:spChg>
      </pc:sldChg>
      <pc:sldChg chg="modSp del">
        <pc:chgData name="Hur Jung" userId="763133add284fb2e" providerId="LiveId" clId="{6C934700-3F3F-4AA8-94E2-2DC4A6235F6F}" dt="2020-06-29T04:21:47.842" v="4355" actId="47"/>
        <pc:sldMkLst>
          <pc:docMk/>
          <pc:sldMk cId="4074215653" sldId="2996"/>
        </pc:sldMkLst>
        <pc:spChg chg="mod">
          <ac:chgData name="Hur Jung" userId="763133add284fb2e" providerId="LiveId" clId="{6C934700-3F3F-4AA8-94E2-2DC4A6235F6F}" dt="2020-06-29T00:54:29.598" v="2351"/>
          <ac:spMkLst>
            <pc:docMk/>
            <pc:sldMk cId="4074215653" sldId="2996"/>
            <ac:spMk id="2" creationId="{7BD81DA4-00B3-4972-8588-E928EC125314}"/>
          </ac:spMkLst>
        </pc:spChg>
      </pc:sldChg>
      <pc:sldChg chg="modSp del">
        <pc:chgData name="Hur Jung" userId="763133add284fb2e" providerId="LiveId" clId="{6C934700-3F3F-4AA8-94E2-2DC4A6235F6F}" dt="2020-06-29T04:21:47.842" v="4355" actId="47"/>
        <pc:sldMkLst>
          <pc:docMk/>
          <pc:sldMk cId="1656323397" sldId="2997"/>
        </pc:sldMkLst>
        <pc:spChg chg="mod">
          <ac:chgData name="Hur Jung" userId="763133add284fb2e" providerId="LiveId" clId="{6C934700-3F3F-4AA8-94E2-2DC4A6235F6F}" dt="2020-06-29T00:54:29.598" v="2351"/>
          <ac:spMkLst>
            <pc:docMk/>
            <pc:sldMk cId="1656323397" sldId="2997"/>
            <ac:spMk id="2" creationId="{7BD81DA4-00B3-4972-8588-E928EC125314}"/>
          </ac:spMkLst>
        </pc:spChg>
      </pc:sldChg>
      <pc:sldChg chg="del">
        <pc:chgData name="Hur Jung" userId="763133add284fb2e" providerId="LiveId" clId="{6C934700-3F3F-4AA8-94E2-2DC4A6235F6F}" dt="2020-06-28T06:49:34.997" v="5" actId="47"/>
        <pc:sldMkLst>
          <pc:docMk/>
          <pc:sldMk cId="4082056481" sldId="2998"/>
        </pc:sldMkLst>
      </pc:sldChg>
      <pc:sldChg chg="del">
        <pc:chgData name="Hur Jung" userId="763133add284fb2e" providerId="LiveId" clId="{6C934700-3F3F-4AA8-94E2-2DC4A6235F6F}" dt="2020-06-28T06:49:34.997" v="5" actId="47"/>
        <pc:sldMkLst>
          <pc:docMk/>
          <pc:sldMk cId="4206519133" sldId="2999"/>
        </pc:sldMkLst>
      </pc:sldChg>
      <pc:sldChg chg="del">
        <pc:chgData name="Hur Jung" userId="763133add284fb2e" providerId="LiveId" clId="{6C934700-3F3F-4AA8-94E2-2DC4A6235F6F}" dt="2020-06-29T04:21:47.842" v="4355" actId="47"/>
        <pc:sldMkLst>
          <pc:docMk/>
          <pc:sldMk cId="251169296" sldId="3000"/>
        </pc:sldMkLst>
      </pc:sldChg>
      <pc:sldChg chg="del">
        <pc:chgData name="Hur Jung" userId="763133add284fb2e" providerId="LiveId" clId="{6C934700-3F3F-4AA8-94E2-2DC4A6235F6F}" dt="2020-06-29T04:21:47.842" v="4355" actId="47"/>
        <pc:sldMkLst>
          <pc:docMk/>
          <pc:sldMk cId="1129687605" sldId="3001"/>
        </pc:sldMkLst>
      </pc:sldChg>
      <pc:sldChg chg="del">
        <pc:chgData name="Hur Jung" userId="763133add284fb2e" providerId="LiveId" clId="{6C934700-3F3F-4AA8-94E2-2DC4A6235F6F}" dt="2020-06-29T04:21:47.842" v="4355" actId="47"/>
        <pc:sldMkLst>
          <pc:docMk/>
          <pc:sldMk cId="899925265" sldId="3002"/>
        </pc:sldMkLst>
      </pc:sldChg>
      <pc:sldChg chg="del">
        <pc:chgData name="Hur Jung" userId="763133add284fb2e" providerId="LiveId" clId="{6C934700-3F3F-4AA8-94E2-2DC4A6235F6F}" dt="2020-06-28T06:49:06.837" v="2" actId="47"/>
        <pc:sldMkLst>
          <pc:docMk/>
          <pc:sldMk cId="2908846324" sldId="3004"/>
        </pc:sldMkLst>
      </pc:sldChg>
      <pc:sldChg chg="del">
        <pc:chgData name="Hur Jung" userId="763133add284fb2e" providerId="LiveId" clId="{6C934700-3F3F-4AA8-94E2-2DC4A6235F6F}" dt="2020-06-29T04:21:47.842" v="4355" actId="47"/>
        <pc:sldMkLst>
          <pc:docMk/>
          <pc:sldMk cId="1916082989" sldId="3005"/>
        </pc:sldMkLst>
      </pc:sldChg>
      <pc:sldChg chg="del">
        <pc:chgData name="Hur Jung" userId="763133add284fb2e" providerId="LiveId" clId="{6C934700-3F3F-4AA8-94E2-2DC4A6235F6F}" dt="2020-06-29T04:21:47.842" v="4355" actId="47"/>
        <pc:sldMkLst>
          <pc:docMk/>
          <pc:sldMk cId="912576134" sldId="3006"/>
        </pc:sldMkLst>
      </pc:sldChg>
      <pc:sldChg chg="del">
        <pc:chgData name="Hur Jung" userId="763133add284fb2e" providerId="LiveId" clId="{6C934700-3F3F-4AA8-94E2-2DC4A6235F6F}" dt="2020-06-29T04:21:47.842" v="4355" actId="47"/>
        <pc:sldMkLst>
          <pc:docMk/>
          <pc:sldMk cId="393090051" sldId="3007"/>
        </pc:sldMkLst>
      </pc:sldChg>
      <pc:sldChg chg="del">
        <pc:chgData name="Hur Jung" userId="763133add284fb2e" providerId="LiveId" clId="{6C934700-3F3F-4AA8-94E2-2DC4A6235F6F}" dt="2020-06-29T04:21:47.842" v="4355" actId="47"/>
        <pc:sldMkLst>
          <pc:docMk/>
          <pc:sldMk cId="3179647256" sldId="3008"/>
        </pc:sldMkLst>
      </pc:sldChg>
      <pc:sldChg chg="modSp del">
        <pc:chgData name="Hur Jung" userId="763133add284fb2e" providerId="LiveId" clId="{6C934700-3F3F-4AA8-94E2-2DC4A6235F6F}" dt="2020-06-29T04:21:47.842" v="4355" actId="47"/>
        <pc:sldMkLst>
          <pc:docMk/>
          <pc:sldMk cId="639911422" sldId="3009"/>
        </pc:sldMkLst>
        <pc:spChg chg="mod">
          <ac:chgData name="Hur Jung" userId="763133add284fb2e" providerId="LiveId" clId="{6C934700-3F3F-4AA8-94E2-2DC4A6235F6F}" dt="2020-06-29T00:54:29.598" v="2351"/>
          <ac:spMkLst>
            <pc:docMk/>
            <pc:sldMk cId="639911422" sldId="3009"/>
            <ac:spMk id="4" creationId="{FF40FC3E-DB9C-42F1-8F23-9C794EEAF528}"/>
          </ac:spMkLst>
        </pc:spChg>
      </pc:sldChg>
      <pc:sldChg chg="modSp del">
        <pc:chgData name="Hur Jung" userId="763133add284fb2e" providerId="LiveId" clId="{6C934700-3F3F-4AA8-94E2-2DC4A6235F6F}" dt="2020-06-29T04:21:47.842" v="4355" actId="47"/>
        <pc:sldMkLst>
          <pc:docMk/>
          <pc:sldMk cId="1691875046" sldId="3010"/>
        </pc:sldMkLst>
        <pc:spChg chg="mod">
          <ac:chgData name="Hur Jung" userId="763133add284fb2e" providerId="LiveId" clId="{6C934700-3F3F-4AA8-94E2-2DC4A6235F6F}" dt="2020-06-29T00:54:29.598" v="2351"/>
          <ac:spMkLst>
            <pc:docMk/>
            <pc:sldMk cId="1691875046" sldId="3010"/>
            <ac:spMk id="5" creationId="{00000000-0000-0000-0000-000000000000}"/>
          </ac:spMkLst>
        </pc:spChg>
      </pc:sldChg>
      <pc:sldChg chg="del">
        <pc:chgData name="Hur Jung" userId="763133add284fb2e" providerId="LiveId" clId="{6C934700-3F3F-4AA8-94E2-2DC4A6235F6F}" dt="2020-06-28T06:48:57.655" v="0" actId="47"/>
        <pc:sldMkLst>
          <pc:docMk/>
          <pc:sldMk cId="1859328822" sldId="3012"/>
        </pc:sldMkLst>
      </pc:sldChg>
      <pc:sldChg chg="del">
        <pc:chgData name="Hur Jung" userId="763133add284fb2e" providerId="LiveId" clId="{6C934700-3F3F-4AA8-94E2-2DC4A6235F6F}" dt="2020-06-28T06:49:14.724" v="3" actId="47"/>
        <pc:sldMkLst>
          <pc:docMk/>
          <pc:sldMk cId="3828371360" sldId="3013"/>
        </pc:sldMkLst>
      </pc:sldChg>
      <pc:sldChg chg="del">
        <pc:chgData name="Hur Jung" userId="763133add284fb2e" providerId="LiveId" clId="{6C934700-3F3F-4AA8-94E2-2DC4A6235F6F}" dt="2020-06-28T06:49:14.724" v="3" actId="47"/>
        <pc:sldMkLst>
          <pc:docMk/>
          <pc:sldMk cId="1626325505" sldId="3014"/>
        </pc:sldMkLst>
      </pc:sldChg>
      <pc:sldChg chg="del">
        <pc:chgData name="Hur Jung" userId="763133add284fb2e" providerId="LiveId" clId="{6C934700-3F3F-4AA8-94E2-2DC4A6235F6F}" dt="2020-06-28T06:49:14.724" v="3" actId="47"/>
        <pc:sldMkLst>
          <pc:docMk/>
          <pc:sldMk cId="2864972126" sldId="3015"/>
        </pc:sldMkLst>
      </pc:sldChg>
      <pc:sldChg chg="del">
        <pc:chgData name="Hur Jung" userId="763133add284fb2e" providerId="LiveId" clId="{6C934700-3F3F-4AA8-94E2-2DC4A6235F6F}" dt="2020-06-28T06:49:34.997" v="5" actId="47"/>
        <pc:sldMkLst>
          <pc:docMk/>
          <pc:sldMk cId="556474092" sldId="3016"/>
        </pc:sldMkLst>
      </pc:sldChg>
      <pc:sldChg chg="del modNotes">
        <pc:chgData name="Hur Jung" userId="763133add284fb2e" providerId="LiveId" clId="{6C934700-3F3F-4AA8-94E2-2DC4A6235F6F}" dt="2020-06-29T04:21:47.842" v="4355" actId="47"/>
        <pc:sldMkLst>
          <pc:docMk/>
          <pc:sldMk cId="2874803022" sldId="3017"/>
        </pc:sldMkLst>
      </pc:sldChg>
      <pc:sldChg chg="del">
        <pc:chgData name="Hur Jung" userId="763133add284fb2e" providerId="LiveId" clId="{6C934700-3F3F-4AA8-94E2-2DC4A6235F6F}" dt="2020-06-28T06:49:14.724" v="3" actId="47"/>
        <pc:sldMkLst>
          <pc:docMk/>
          <pc:sldMk cId="1634267366" sldId="3018"/>
        </pc:sldMkLst>
      </pc:sldChg>
      <pc:sldChg chg="addSp delSp modSp new mod modClrScheme chgLayout">
        <pc:chgData name="Hur Jung" userId="763133add284fb2e" providerId="LiveId" clId="{6C934700-3F3F-4AA8-94E2-2DC4A6235F6F}" dt="2020-06-30T00:51:36.364" v="4886" actId="14100"/>
        <pc:sldMkLst>
          <pc:docMk/>
          <pc:sldMk cId="1966709358" sldId="3018"/>
        </pc:sldMkLst>
        <pc:spChg chg="del mod ord">
          <ac:chgData name="Hur Jung" userId="763133add284fb2e" providerId="LiveId" clId="{6C934700-3F3F-4AA8-94E2-2DC4A6235F6F}" dt="2020-06-28T06:50:00.481" v="7" actId="700"/>
          <ac:spMkLst>
            <pc:docMk/>
            <pc:sldMk cId="1966709358" sldId="3018"/>
            <ac:spMk id="2" creationId="{63FE7167-A764-42B1-8D0B-50395D412DAA}"/>
          </ac:spMkLst>
        </pc:spChg>
        <pc:spChg chg="del mod ord">
          <ac:chgData name="Hur Jung" userId="763133add284fb2e" providerId="LiveId" clId="{6C934700-3F3F-4AA8-94E2-2DC4A6235F6F}" dt="2020-06-28T06:50:00.481" v="7" actId="700"/>
          <ac:spMkLst>
            <pc:docMk/>
            <pc:sldMk cId="1966709358" sldId="3018"/>
            <ac:spMk id="3" creationId="{556EFE5A-4E22-4FF4-972C-F86FEEFB4AC2}"/>
          </ac:spMkLst>
        </pc:spChg>
        <pc:spChg chg="del mod ord">
          <ac:chgData name="Hur Jung" userId="763133add284fb2e" providerId="LiveId" clId="{6C934700-3F3F-4AA8-94E2-2DC4A6235F6F}" dt="2020-06-28T06:50:00.481" v="7" actId="700"/>
          <ac:spMkLst>
            <pc:docMk/>
            <pc:sldMk cId="1966709358" sldId="3018"/>
            <ac:spMk id="4" creationId="{DBE2F4C4-C513-4331-AD63-3C994B7BD71E}"/>
          </ac:spMkLst>
        </pc:spChg>
        <pc:spChg chg="add mod ord">
          <ac:chgData name="Hur Jung" userId="763133add284fb2e" providerId="LiveId" clId="{6C934700-3F3F-4AA8-94E2-2DC4A6235F6F}" dt="2020-06-28T09:49:56.522" v="1070"/>
          <ac:spMkLst>
            <pc:docMk/>
            <pc:sldMk cId="1966709358" sldId="3018"/>
            <ac:spMk id="5" creationId="{0A3D782D-F80E-490F-AE5C-D702E9109AAF}"/>
          </ac:spMkLst>
        </pc:spChg>
        <pc:spChg chg="add del mod ord">
          <ac:chgData name="Hur Jung" userId="763133add284fb2e" providerId="LiveId" clId="{6C934700-3F3F-4AA8-94E2-2DC4A6235F6F}" dt="2020-06-28T06:50:31.338" v="9" actId="478"/>
          <ac:spMkLst>
            <pc:docMk/>
            <pc:sldMk cId="1966709358" sldId="3018"/>
            <ac:spMk id="6" creationId="{DD78FD7E-D9AA-4EE8-AC0A-6E5189EC449F}"/>
          </ac:spMkLst>
        </pc:spChg>
        <pc:spChg chg="add del mod ord">
          <ac:chgData name="Hur Jung" userId="763133add284fb2e" providerId="LiveId" clId="{6C934700-3F3F-4AA8-94E2-2DC4A6235F6F}" dt="2020-06-28T06:50:31.338" v="9" actId="478"/>
          <ac:spMkLst>
            <pc:docMk/>
            <pc:sldMk cId="1966709358" sldId="3018"/>
            <ac:spMk id="7" creationId="{117CC06F-DC61-4986-AABA-2131C152A05E}"/>
          </ac:spMkLst>
        </pc:spChg>
        <pc:spChg chg="add del mod ord">
          <ac:chgData name="Hur Jung" userId="763133add284fb2e" providerId="LiveId" clId="{6C934700-3F3F-4AA8-94E2-2DC4A6235F6F}" dt="2020-06-28T06:50:46.638" v="12" actId="478"/>
          <ac:spMkLst>
            <pc:docMk/>
            <pc:sldMk cId="1966709358" sldId="3018"/>
            <ac:spMk id="8" creationId="{1D4F1378-6C13-4717-B291-1024407DFA57}"/>
          </ac:spMkLst>
        </pc:spChg>
        <pc:spChg chg="add del mod ord">
          <ac:chgData name="Hur Jung" userId="763133add284fb2e" providerId="LiveId" clId="{6C934700-3F3F-4AA8-94E2-2DC4A6235F6F}" dt="2020-06-28T06:50:46.638" v="12" actId="478"/>
          <ac:spMkLst>
            <pc:docMk/>
            <pc:sldMk cId="1966709358" sldId="3018"/>
            <ac:spMk id="9" creationId="{70DEAD73-53F9-46B6-9C8E-ACB896EC2B31}"/>
          </ac:spMkLst>
        </pc:spChg>
        <pc:spChg chg="add mod ord">
          <ac:chgData name="Hur Jung" userId="763133add284fb2e" providerId="LiveId" clId="{6C934700-3F3F-4AA8-94E2-2DC4A6235F6F}" dt="2020-06-30T00:50:28.178" v="4882"/>
          <ac:spMkLst>
            <pc:docMk/>
            <pc:sldMk cId="1966709358" sldId="3018"/>
            <ac:spMk id="10" creationId="{8CB33231-7BC0-4297-8306-B846C63A0F3B}"/>
          </ac:spMkLst>
        </pc:spChg>
        <pc:spChg chg="add del mod ord">
          <ac:chgData name="Hur Jung" userId="763133add284fb2e" providerId="LiveId" clId="{6C934700-3F3F-4AA8-94E2-2DC4A6235F6F}" dt="2020-06-28T06:50:31.338" v="9" actId="478"/>
          <ac:spMkLst>
            <pc:docMk/>
            <pc:sldMk cId="1966709358" sldId="3018"/>
            <ac:spMk id="11" creationId="{561B10EB-1AA2-4A27-B7B2-866F684484DA}"/>
          </ac:spMkLst>
        </pc:spChg>
        <pc:spChg chg="add del mod">
          <ac:chgData name="Hur Jung" userId="763133add284fb2e" providerId="LiveId" clId="{6C934700-3F3F-4AA8-94E2-2DC4A6235F6F}" dt="2020-06-28T06:50:42.792" v="11"/>
          <ac:spMkLst>
            <pc:docMk/>
            <pc:sldMk cId="1966709358" sldId="3018"/>
            <ac:spMk id="12" creationId="{F57C2052-FECA-4106-968B-C27F84C2229E}"/>
          </ac:spMkLst>
        </pc:spChg>
        <pc:spChg chg="add del mod">
          <ac:chgData name="Hur Jung" userId="763133add284fb2e" providerId="LiveId" clId="{6C934700-3F3F-4AA8-94E2-2DC4A6235F6F}" dt="2020-06-28T06:50:42.792" v="11"/>
          <ac:spMkLst>
            <pc:docMk/>
            <pc:sldMk cId="1966709358" sldId="3018"/>
            <ac:spMk id="13" creationId="{B79E1E89-C5E5-4B4D-9FB9-0361F303A543}"/>
          </ac:spMkLst>
        </pc:spChg>
        <pc:spChg chg="add del mod">
          <ac:chgData name="Hur Jung" userId="763133add284fb2e" providerId="LiveId" clId="{6C934700-3F3F-4AA8-94E2-2DC4A6235F6F}" dt="2020-06-28T06:50:42.792" v="11"/>
          <ac:spMkLst>
            <pc:docMk/>
            <pc:sldMk cId="1966709358" sldId="3018"/>
            <ac:spMk id="14" creationId="{513976AC-BB40-4A68-9D91-E40991C973F9}"/>
          </ac:spMkLst>
        </pc:spChg>
        <pc:spChg chg="add del mod">
          <ac:chgData name="Hur Jung" userId="763133add284fb2e" providerId="LiveId" clId="{6C934700-3F3F-4AA8-94E2-2DC4A6235F6F}" dt="2020-06-28T06:50:42.792" v="11"/>
          <ac:spMkLst>
            <pc:docMk/>
            <pc:sldMk cId="1966709358" sldId="3018"/>
            <ac:spMk id="15" creationId="{D3309880-8C0D-4C86-AB2A-D8867D47B21C}"/>
          </ac:spMkLst>
        </pc:spChg>
        <pc:spChg chg="add del mod">
          <ac:chgData name="Hur Jung" userId="763133add284fb2e" providerId="LiveId" clId="{6C934700-3F3F-4AA8-94E2-2DC4A6235F6F}" dt="2020-06-28T06:50:42.792" v="11"/>
          <ac:spMkLst>
            <pc:docMk/>
            <pc:sldMk cId="1966709358" sldId="3018"/>
            <ac:spMk id="16" creationId="{D4C96BC4-4D5F-48E4-9AE5-FD141DAA4DEB}"/>
          </ac:spMkLst>
        </pc:spChg>
        <pc:spChg chg="add mod">
          <ac:chgData name="Hur Jung" userId="763133add284fb2e" providerId="LiveId" clId="{6C934700-3F3F-4AA8-94E2-2DC4A6235F6F}" dt="2020-06-28T06:50:47.550" v="13"/>
          <ac:spMkLst>
            <pc:docMk/>
            <pc:sldMk cId="1966709358" sldId="3018"/>
            <ac:spMk id="17" creationId="{167C4604-D84F-4846-B64B-719C5F2B2B1D}"/>
          </ac:spMkLst>
        </pc:spChg>
        <pc:spChg chg="add mod">
          <ac:chgData name="Hur Jung" userId="763133add284fb2e" providerId="LiveId" clId="{6C934700-3F3F-4AA8-94E2-2DC4A6235F6F}" dt="2020-06-28T09:50:02.439" v="1072"/>
          <ac:spMkLst>
            <pc:docMk/>
            <pc:sldMk cId="1966709358" sldId="3018"/>
            <ac:spMk id="18" creationId="{662CC3D7-7813-4159-B6E7-8AA7B2BD7306}"/>
          </ac:spMkLst>
        </pc:spChg>
        <pc:spChg chg="add mod">
          <ac:chgData name="Hur Jung" userId="763133add284fb2e" providerId="LiveId" clId="{6C934700-3F3F-4AA8-94E2-2DC4A6235F6F}" dt="2020-06-28T09:49:59.130" v="1071"/>
          <ac:spMkLst>
            <pc:docMk/>
            <pc:sldMk cId="1966709358" sldId="3018"/>
            <ac:spMk id="19" creationId="{1BC277E5-8E2D-4F36-A5AF-821615DA0462}"/>
          </ac:spMkLst>
        </pc:spChg>
        <pc:spChg chg="add mod">
          <ac:chgData name="Hur Jung" userId="763133add284fb2e" providerId="LiveId" clId="{6C934700-3F3F-4AA8-94E2-2DC4A6235F6F}" dt="2020-06-28T06:50:47.550" v="13"/>
          <ac:spMkLst>
            <pc:docMk/>
            <pc:sldMk cId="1966709358" sldId="3018"/>
            <ac:spMk id="20" creationId="{B350C284-65ED-486F-9638-26D8966BF12F}"/>
          </ac:spMkLst>
        </pc:spChg>
        <pc:spChg chg="add mod">
          <ac:chgData name="Hur Jung" userId="763133add284fb2e" providerId="LiveId" clId="{6C934700-3F3F-4AA8-94E2-2DC4A6235F6F}" dt="2020-06-28T06:50:47.550" v="13"/>
          <ac:spMkLst>
            <pc:docMk/>
            <pc:sldMk cId="1966709358" sldId="3018"/>
            <ac:spMk id="21" creationId="{37466644-AF6B-46A5-8846-B3AA00F50CB0}"/>
          </ac:spMkLst>
        </pc:spChg>
        <pc:spChg chg="add del mod">
          <ac:chgData name="Hur Jung" userId="763133add284fb2e" providerId="LiveId" clId="{6C934700-3F3F-4AA8-94E2-2DC4A6235F6F}" dt="2020-06-28T06:58:21.178" v="92" actId="478"/>
          <ac:spMkLst>
            <pc:docMk/>
            <pc:sldMk cId="1966709358" sldId="3018"/>
            <ac:spMk id="23" creationId="{29E3D624-BDD3-497F-B349-BF9D35CAA279}"/>
          </ac:spMkLst>
        </pc:spChg>
        <pc:spChg chg="add del mod">
          <ac:chgData name="Hur Jung" userId="763133add284fb2e" providerId="LiveId" clId="{6C934700-3F3F-4AA8-94E2-2DC4A6235F6F}" dt="2020-06-28T07:55:16.802" v="321" actId="478"/>
          <ac:spMkLst>
            <pc:docMk/>
            <pc:sldMk cId="1966709358" sldId="3018"/>
            <ac:spMk id="24" creationId="{3CC88E5D-082E-45BF-950C-17AF73E400F0}"/>
          </ac:spMkLst>
        </pc:spChg>
        <pc:spChg chg="add mod topLvl">
          <ac:chgData name="Hur Jung" userId="763133add284fb2e" providerId="LiveId" clId="{6C934700-3F3F-4AA8-94E2-2DC4A6235F6F}" dt="2020-06-29T00:31:42.645" v="1733"/>
          <ac:spMkLst>
            <pc:docMk/>
            <pc:sldMk cId="1966709358" sldId="3018"/>
            <ac:spMk id="26" creationId="{7FC57D96-DAA9-4940-9C8B-4518C08072C3}"/>
          </ac:spMkLst>
        </pc:spChg>
        <pc:spChg chg="add mod topLvl">
          <ac:chgData name="Hur Jung" userId="763133add284fb2e" providerId="LiveId" clId="{6C934700-3F3F-4AA8-94E2-2DC4A6235F6F}" dt="2020-06-30T00:51:36.364" v="4886" actId="14100"/>
          <ac:spMkLst>
            <pc:docMk/>
            <pc:sldMk cId="1966709358" sldId="3018"/>
            <ac:spMk id="27" creationId="{3E21458D-4B91-4731-B810-0C22B86701E2}"/>
          </ac:spMkLst>
        </pc:spChg>
        <pc:spChg chg="add mod topLvl">
          <ac:chgData name="Hur Jung" userId="763133add284fb2e" providerId="LiveId" clId="{6C934700-3F3F-4AA8-94E2-2DC4A6235F6F}" dt="2020-06-29T00:31:07.996" v="1723" actId="120"/>
          <ac:spMkLst>
            <pc:docMk/>
            <pc:sldMk cId="1966709358" sldId="3018"/>
            <ac:spMk id="28" creationId="{7E7CAE82-5B9D-4D92-87BF-B131D04A1116}"/>
          </ac:spMkLst>
        </pc:spChg>
        <pc:spChg chg="add mod topLvl">
          <ac:chgData name="Hur Jung" userId="763133add284fb2e" providerId="LiveId" clId="{6C934700-3F3F-4AA8-94E2-2DC4A6235F6F}" dt="2020-06-29T00:31:02.835" v="1722" actId="1036"/>
          <ac:spMkLst>
            <pc:docMk/>
            <pc:sldMk cId="1966709358" sldId="3018"/>
            <ac:spMk id="29" creationId="{6DFD20F0-4FBE-4E4B-A8DD-E2E7C258C5A3}"/>
          </ac:spMkLst>
        </pc:spChg>
        <pc:spChg chg="add del mod topLvl">
          <ac:chgData name="Hur Jung" userId="763133add284fb2e" providerId="LiveId" clId="{6C934700-3F3F-4AA8-94E2-2DC4A6235F6F}" dt="2020-06-30T00:51:27.255" v="4883" actId="478"/>
          <ac:spMkLst>
            <pc:docMk/>
            <pc:sldMk cId="1966709358" sldId="3018"/>
            <ac:spMk id="30" creationId="{57645C58-C1D1-428B-81CD-48E20D47897D}"/>
          </ac:spMkLst>
        </pc:spChg>
        <pc:spChg chg="add del mod topLvl">
          <ac:chgData name="Hur Jung" userId="763133add284fb2e" providerId="LiveId" clId="{6C934700-3F3F-4AA8-94E2-2DC4A6235F6F}" dt="2020-06-30T00:51:32.385" v="4885" actId="478"/>
          <ac:spMkLst>
            <pc:docMk/>
            <pc:sldMk cId="1966709358" sldId="3018"/>
            <ac:spMk id="31" creationId="{1EB0D3A9-D72B-49DE-ABE4-6B1BD5D5799B}"/>
          </ac:spMkLst>
        </pc:spChg>
        <pc:grpChg chg="add del mod">
          <ac:chgData name="Hur Jung" userId="763133add284fb2e" providerId="LiveId" clId="{6C934700-3F3F-4AA8-94E2-2DC4A6235F6F}" dt="2020-06-29T00:30:36.521" v="1716" actId="165"/>
          <ac:grpSpMkLst>
            <pc:docMk/>
            <pc:sldMk cId="1966709358" sldId="3018"/>
            <ac:grpSpMk id="2" creationId="{990D611C-33B2-4FF9-9753-90187E9F417E}"/>
          </ac:grpSpMkLst>
        </pc:grpChg>
        <pc:graphicFrameChg chg="add del mod">
          <ac:chgData name="Hur Jung" userId="763133add284fb2e" providerId="LiveId" clId="{6C934700-3F3F-4AA8-94E2-2DC4A6235F6F}" dt="2020-06-28T06:54:22.653" v="82"/>
          <ac:graphicFrameMkLst>
            <pc:docMk/>
            <pc:sldMk cId="1966709358" sldId="3018"/>
            <ac:graphicFrameMk id="22" creationId="{FEC36907-E203-4D8D-874A-8D55ED481129}"/>
          </ac:graphicFrameMkLst>
        </pc:graphicFrameChg>
        <pc:picChg chg="add mod topLvl">
          <ac:chgData name="Hur Jung" userId="763133add284fb2e" providerId="LiveId" clId="{6C934700-3F3F-4AA8-94E2-2DC4A6235F6F}" dt="2020-06-29T00:30:36.521" v="1716" actId="165"/>
          <ac:picMkLst>
            <pc:docMk/>
            <pc:sldMk cId="1966709358" sldId="3018"/>
            <ac:picMk id="25" creationId="{480768E5-4909-4B43-B32F-7CDB64CF1C65}"/>
          </ac:picMkLst>
        </pc:picChg>
      </pc:sldChg>
      <pc:sldChg chg="del">
        <pc:chgData name="Hur Jung" userId="763133add284fb2e" providerId="LiveId" clId="{6C934700-3F3F-4AA8-94E2-2DC4A6235F6F}" dt="2020-06-28T06:49:06.837" v="2" actId="47"/>
        <pc:sldMkLst>
          <pc:docMk/>
          <pc:sldMk cId="2296844285" sldId="3019"/>
        </pc:sldMkLst>
      </pc:sldChg>
      <pc:sldChg chg="addSp modSp add mod ord">
        <pc:chgData name="Hur Jung" userId="763133add284fb2e" providerId="LiveId" clId="{6C934700-3F3F-4AA8-94E2-2DC4A6235F6F}" dt="2020-06-30T00:50:28.178" v="4882"/>
        <pc:sldMkLst>
          <pc:docMk/>
          <pc:sldMk cId="3258687349" sldId="3019"/>
        </pc:sldMkLst>
        <pc:spChg chg="mod">
          <ac:chgData name="Hur Jung" userId="763133add284fb2e" providerId="LiveId" clId="{6C934700-3F3F-4AA8-94E2-2DC4A6235F6F}" dt="2020-06-29T00:16:09.428" v="1590"/>
          <ac:spMkLst>
            <pc:docMk/>
            <pc:sldMk cId="3258687349" sldId="3019"/>
            <ac:spMk id="5" creationId="{0A3D782D-F80E-490F-AE5C-D702E9109AAF}"/>
          </ac:spMkLst>
        </pc:spChg>
        <pc:spChg chg="mod">
          <ac:chgData name="Hur Jung" userId="763133add284fb2e" providerId="LiveId" clId="{6C934700-3F3F-4AA8-94E2-2DC4A6235F6F}" dt="2020-06-30T00:50:28.178" v="4882"/>
          <ac:spMkLst>
            <pc:docMk/>
            <pc:sldMk cId="3258687349" sldId="3019"/>
            <ac:spMk id="10" creationId="{8CB33231-7BC0-4297-8306-B846C63A0F3B}"/>
          </ac:spMkLst>
        </pc:spChg>
        <pc:spChg chg="mod">
          <ac:chgData name="Hur Jung" userId="763133add284fb2e" providerId="LiveId" clId="{6C934700-3F3F-4AA8-94E2-2DC4A6235F6F}" dt="2020-06-29T00:16:20.770" v="1592"/>
          <ac:spMkLst>
            <pc:docMk/>
            <pc:sldMk cId="3258687349" sldId="3019"/>
            <ac:spMk id="18" creationId="{662CC3D7-7813-4159-B6E7-8AA7B2BD7306}"/>
          </ac:spMkLst>
        </pc:spChg>
        <pc:spChg chg="mod">
          <ac:chgData name="Hur Jung" userId="763133add284fb2e" providerId="LiveId" clId="{6C934700-3F3F-4AA8-94E2-2DC4A6235F6F}" dt="2020-06-29T00:16:18.675" v="1591"/>
          <ac:spMkLst>
            <pc:docMk/>
            <pc:sldMk cId="3258687349" sldId="3019"/>
            <ac:spMk id="19" creationId="{1BC277E5-8E2D-4F36-A5AF-821615DA0462}"/>
          </ac:spMkLst>
        </pc:spChg>
        <pc:picChg chg="add mod">
          <ac:chgData name="Hur Jung" userId="763133add284fb2e" providerId="LiveId" clId="{6C934700-3F3F-4AA8-94E2-2DC4A6235F6F}" dt="2020-06-29T00:28:10.536" v="1698" actId="14100"/>
          <ac:picMkLst>
            <pc:docMk/>
            <pc:sldMk cId="3258687349" sldId="3019"/>
            <ac:picMk id="2" creationId="{B9157A32-DCB6-4FFF-A174-8C730D73799E}"/>
          </ac:picMkLst>
        </pc:picChg>
      </pc:sldChg>
      <pc:sldChg chg="del">
        <pc:chgData name="Hur Jung" userId="763133add284fb2e" providerId="LiveId" clId="{6C934700-3F3F-4AA8-94E2-2DC4A6235F6F}" dt="2020-06-28T06:49:14.724" v="3" actId="47"/>
        <pc:sldMkLst>
          <pc:docMk/>
          <pc:sldMk cId="2245644466" sldId="3020"/>
        </pc:sldMkLst>
      </pc:sldChg>
      <pc:sldChg chg="addSp delSp modSp add mod">
        <pc:chgData name="Hur Jung" userId="763133add284fb2e" providerId="LiveId" clId="{6C934700-3F3F-4AA8-94E2-2DC4A6235F6F}" dt="2020-06-30T05:24:40.741" v="5855" actId="14100"/>
        <pc:sldMkLst>
          <pc:docMk/>
          <pc:sldMk cId="3508613218" sldId="3020"/>
        </pc:sldMkLst>
        <pc:spChg chg="add del mod">
          <ac:chgData name="Hur Jung" userId="763133add284fb2e" providerId="LiveId" clId="{6C934700-3F3F-4AA8-94E2-2DC4A6235F6F}" dt="2020-06-29T00:35:28.017" v="1928"/>
          <ac:spMkLst>
            <pc:docMk/>
            <pc:sldMk cId="3508613218" sldId="3020"/>
            <ac:spMk id="3" creationId="{81C7B5DD-DADF-41E1-A6D3-D493A4A888A7}"/>
          </ac:spMkLst>
        </pc:spChg>
        <pc:spChg chg="mod">
          <ac:chgData name="Hur Jung" userId="763133add284fb2e" providerId="LiveId" clId="{6C934700-3F3F-4AA8-94E2-2DC4A6235F6F}" dt="2020-06-28T09:50:14.611" v="1073"/>
          <ac:spMkLst>
            <pc:docMk/>
            <pc:sldMk cId="3508613218" sldId="3020"/>
            <ac:spMk id="5" creationId="{0A3D782D-F80E-490F-AE5C-D702E9109AAF}"/>
          </ac:spMkLst>
        </pc:spChg>
        <pc:spChg chg="add del mod">
          <ac:chgData name="Hur Jung" userId="763133add284fb2e" providerId="LiveId" clId="{6C934700-3F3F-4AA8-94E2-2DC4A6235F6F}" dt="2020-06-29T04:27:10.055" v="4375" actId="478"/>
          <ac:spMkLst>
            <pc:docMk/>
            <pc:sldMk cId="3508613218" sldId="3020"/>
            <ac:spMk id="7" creationId="{B6EF3598-2947-4F37-8BFA-0B376920E653}"/>
          </ac:spMkLst>
        </pc:spChg>
        <pc:spChg chg="mod">
          <ac:chgData name="Hur Jung" userId="763133add284fb2e" providerId="LiveId" clId="{6C934700-3F3F-4AA8-94E2-2DC4A6235F6F}" dt="2020-06-30T00:53:42.529" v="4892" actId="20577"/>
          <ac:spMkLst>
            <pc:docMk/>
            <pc:sldMk cId="3508613218" sldId="3020"/>
            <ac:spMk id="10" creationId="{8CB33231-7BC0-4297-8306-B846C63A0F3B}"/>
          </ac:spMkLst>
        </pc:spChg>
        <pc:spChg chg="add mod">
          <ac:chgData name="Hur Jung" userId="763133add284fb2e" providerId="LiveId" clId="{6C934700-3F3F-4AA8-94E2-2DC4A6235F6F}" dt="2020-06-30T01:00:56.719" v="5077" actId="20577"/>
          <ac:spMkLst>
            <pc:docMk/>
            <pc:sldMk cId="3508613218" sldId="3020"/>
            <ac:spMk id="13" creationId="{B86F70FC-0D38-4F9E-AD9E-E7C1920FE2F9}"/>
          </ac:spMkLst>
        </pc:spChg>
        <pc:spChg chg="mod">
          <ac:chgData name="Hur Jung" userId="763133add284fb2e" providerId="LiveId" clId="{6C934700-3F3F-4AA8-94E2-2DC4A6235F6F}" dt="2020-06-28T08:53:36.688" v="624"/>
          <ac:spMkLst>
            <pc:docMk/>
            <pc:sldMk cId="3508613218" sldId="3020"/>
            <ac:spMk id="18" creationId="{662CC3D7-7813-4159-B6E7-8AA7B2BD7306}"/>
          </ac:spMkLst>
        </pc:spChg>
        <pc:spChg chg="mod">
          <ac:chgData name="Hur Jung" userId="763133add284fb2e" providerId="LiveId" clId="{6C934700-3F3F-4AA8-94E2-2DC4A6235F6F}" dt="2020-06-28T08:53:34.545" v="623"/>
          <ac:spMkLst>
            <pc:docMk/>
            <pc:sldMk cId="3508613218" sldId="3020"/>
            <ac:spMk id="19" creationId="{1BC277E5-8E2D-4F36-A5AF-821615DA0462}"/>
          </ac:spMkLst>
        </pc:spChg>
        <pc:spChg chg="del">
          <ac:chgData name="Hur Jung" userId="763133add284fb2e" providerId="LiveId" clId="{6C934700-3F3F-4AA8-94E2-2DC4A6235F6F}" dt="2020-06-28T08:53:43.688" v="625" actId="478"/>
          <ac:spMkLst>
            <pc:docMk/>
            <pc:sldMk cId="3508613218" sldId="3020"/>
            <ac:spMk id="26" creationId="{7FC57D96-DAA9-4940-9C8B-4518C08072C3}"/>
          </ac:spMkLst>
        </pc:spChg>
        <pc:spChg chg="del">
          <ac:chgData name="Hur Jung" userId="763133add284fb2e" providerId="LiveId" clId="{6C934700-3F3F-4AA8-94E2-2DC4A6235F6F}" dt="2020-06-28T08:53:43.688" v="625" actId="478"/>
          <ac:spMkLst>
            <pc:docMk/>
            <pc:sldMk cId="3508613218" sldId="3020"/>
            <ac:spMk id="27" creationId="{3E21458D-4B91-4731-B810-0C22B86701E2}"/>
          </ac:spMkLst>
        </pc:spChg>
        <pc:spChg chg="del">
          <ac:chgData name="Hur Jung" userId="763133add284fb2e" providerId="LiveId" clId="{6C934700-3F3F-4AA8-94E2-2DC4A6235F6F}" dt="2020-06-28T08:53:43.688" v="625" actId="478"/>
          <ac:spMkLst>
            <pc:docMk/>
            <pc:sldMk cId="3508613218" sldId="3020"/>
            <ac:spMk id="28" creationId="{7E7CAE82-5B9D-4D92-87BF-B131D04A1116}"/>
          </ac:spMkLst>
        </pc:spChg>
        <pc:spChg chg="del">
          <ac:chgData name="Hur Jung" userId="763133add284fb2e" providerId="LiveId" clId="{6C934700-3F3F-4AA8-94E2-2DC4A6235F6F}" dt="2020-06-28T08:53:43.688" v="625" actId="478"/>
          <ac:spMkLst>
            <pc:docMk/>
            <pc:sldMk cId="3508613218" sldId="3020"/>
            <ac:spMk id="29" creationId="{6DFD20F0-4FBE-4E4B-A8DD-E2E7C258C5A3}"/>
          </ac:spMkLst>
        </pc:spChg>
        <pc:spChg chg="del">
          <ac:chgData name="Hur Jung" userId="763133add284fb2e" providerId="LiveId" clId="{6C934700-3F3F-4AA8-94E2-2DC4A6235F6F}" dt="2020-06-28T08:53:43.688" v="625" actId="478"/>
          <ac:spMkLst>
            <pc:docMk/>
            <pc:sldMk cId="3508613218" sldId="3020"/>
            <ac:spMk id="30" creationId="{57645C58-C1D1-428B-81CD-48E20D47897D}"/>
          </ac:spMkLst>
        </pc:spChg>
        <pc:spChg chg="del">
          <ac:chgData name="Hur Jung" userId="763133add284fb2e" providerId="LiveId" clId="{6C934700-3F3F-4AA8-94E2-2DC4A6235F6F}" dt="2020-06-28T08:53:43.688" v="625" actId="478"/>
          <ac:spMkLst>
            <pc:docMk/>
            <pc:sldMk cId="3508613218" sldId="3020"/>
            <ac:spMk id="31" creationId="{1EB0D3A9-D72B-49DE-ABE4-6B1BD5D5799B}"/>
          </ac:spMkLst>
        </pc:spChg>
        <pc:graphicFrameChg chg="add del mod">
          <ac:chgData name="Hur Jung" userId="763133add284fb2e" providerId="LiveId" clId="{6C934700-3F3F-4AA8-94E2-2DC4A6235F6F}" dt="2020-06-28T08:56:19.434" v="692"/>
          <ac:graphicFrameMkLst>
            <pc:docMk/>
            <pc:sldMk cId="3508613218" sldId="3020"/>
            <ac:graphicFrameMk id="3" creationId="{4C8CB526-352F-4777-8E46-EAF2369DAF7F}"/>
          </ac:graphicFrameMkLst>
        </pc:graphicFrameChg>
        <pc:graphicFrameChg chg="add del mod modGraphic">
          <ac:chgData name="Hur Jung" userId="763133add284fb2e" providerId="LiveId" clId="{6C934700-3F3F-4AA8-94E2-2DC4A6235F6F}" dt="2020-06-30T00:55:33.369" v="4913" actId="21"/>
          <ac:graphicFrameMkLst>
            <pc:docMk/>
            <pc:sldMk cId="3508613218" sldId="3020"/>
            <ac:graphicFrameMk id="3" creationId="{762EB16E-747C-4E23-8241-1BFD65F05CC9}"/>
          </ac:graphicFrameMkLst>
        </pc:graphicFrameChg>
        <pc:graphicFrameChg chg="add del mod">
          <ac:chgData name="Hur Jung" userId="763133add284fb2e" providerId="LiveId" clId="{6C934700-3F3F-4AA8-94E2-2DC4A6235F6F}" dt="2020-06-29T00:35:41.967" v="1932"/>
          <ac:graphicFrameMkLst>
            <pc:docMk/>
            <pc:sldMk cId="3508613218" sldId="3020"/>
            <ac:graphicFrameMk id="4" creationId="{11620248-8526-4BAA-8463-ABED7FE79B0F}"/>
          </ac:graphicFrameMkLst>
        </pc:graphicFrameChg>
        <pc:graphicFrameChg chg="add del mod modGraphic">
          <ac:chgData name="Hur Jung" userId="763133add284fb2e" providerId="LiveId" clId="{6C934700-3F3F-4AA8-94E2-2DC4A6235F6F}" dt="2020-06-29T00:44:19.059" v="2094" actId="478"/>
          <ac:graphicFrameMkLst>
            <pc:docMk/>
            <pc:sldMk cId="3508613218" sldId="3020"/>
            <ac:graphicFrameMk id="6" creationId="{E56FDBE9-E2A2-4364-A5E4-987152342534}"/>
          </ac:graphicFrameMkLst>
        </pc:graphicFrameChg>
        <pc:picChg chg="add mod">
          <ac:chgData name="Hur Jung" userId="763133add284fb2e" providerId="LiveId" clId="{6C934700-3F3F-4AA8-94E2-2DC4A6235F6F}" dt="2020-06-30T05:24:40.741" v="5855" actId="14100"/>
          <ac:picMkLst>
            <pc:docMk/>
            <pc:sldMk cId="3508613218" sldId="3020"/>
            <ac:picMk id="2" creationId="{EB50262D-41B6-4351-AFF3-2232456FD8D6}"/>
          </ac:picMkLst>
        </pc:picChg>
        <pc:picChg chg="del">
          <ac:chgData name="Hur Jung" userId="763133add284fb2e" providerId="LiveId" clId="{6C934700-3F3F-4AA8-94E2-2DC4A6235F6F}" dt="2020-06-28T08:53:43.688" v="625" actId="478"/>
          <ac:picMkLst>
            <pc:docMk/>
            <pc:sldMk cId="3508613218" sldId="3020"/>
            <ac:picMk id="25" creationId="{480768E5-4909-4B43-B32F-7CDB64CF1C65}"/>
          </ac:picMkLst>
        </pc:picChg>
      </pc:sldChg>
      <pc:sldChg chg="addSp delSp modSp add mod">
        <pc:chgData name="Hur Jung" userId="763133add284fb2e" providerId="LiveId" clId="{6C934700-3F3F-4AA8-94E2-2DC4A6235F6F}" dt="2020-06-30T00:50:28.178" v="4882"/>
        <pc:sldMkLst>
          <pc:docMk/>
          <pc:sldMk cId="2388780989" sldId="3021"/>
        </pc:sldMkLst>
        <pc:spChg chg="mod">
          <ac:chgData name="Hur Jung" userId="763133add284fb2e" providerId="LiveId" clId="{6C934700-3F3F-4AA8-94E2-2DC4A6235F6F}" dt="2020-06-28T09:20:53.709" v="757"/>
          <ac:spMkLst>
            <pc:docMk/>
            <pc:sldMk cId="2388780989" sldId="3021"/>
            <ac:spMk id="5" creationId="{0A3D782D-F80E-490F-AE5C-D702E9109AAF}"/>
          </ac:spMkLst>
        </pc:spChg>
        <pc:spChg chg="mod">
          <ac:chgData name="Hur Jung" userId="763133add284fb2e" providerId="LiveId" clId="{6C934700-3F3F-4AA8-94E2-2DC4A6235F6F}" dt="2020-06-30T00:50:28.178" v="4882"/>
          <ac:spMkLst>
            <pc:docMk/>
            <pc:sldMk cId="2388780989" sldId="3021"/>
            <ac:spMk id="10" creationId="{8CB33231-7BC0-4297-8306-B846C63A0F3B}"/>
          </ac:spMkLst>
        </pc:spChg>
        <pc:spChg chg="mod">
          <ac:chgData name="Hur Jung" userId="763133add284fb2e" providerId="LiveId" clId="{6C934700-3F3F-4AA8-94E2-2DC4A6235F6F}" dt="2020-06-28T09:21:00.964" v="759"/>
          <ac:spMkLst>
            <pc:docMk/>
            <pc:sldMk cId="2388780989" sldId="3021"/>
            <ac:spMk id="18" creationId="{662CC3D7-7813-4159-B6E7-8AA7B2BD7306}"/>
          </ac:spMkLst>
        </pc:spChg>
        <pc:spChg chg="mod">
          <ac:chgData name="Hur Jung" userId="763133add284fb2e" providerId="LiveId" clId="{6C934700-3F3F-4AA8-94E2-2DC4A6235F6F}" dt="2020-06-28T09:20:58.976" v="758"/>
          <ac:spMkLst>
            <pc:docMk/>
            <pc:sldMk cId="2388780989" sldId="3021"/>
            <ac:spMk id="19" creationId="{1BC277E5-8E2D-4F36-A5AF-821615DA0462}"/>
          </ac:spMkLst>
        </pc:spChg>
        <pc:picChg chg="add mod">
          <ac:chgData name="Hur Jung" userId="763133add284fb2e" providerId="LiveId" clId="{6C934700-3F3F-4AA8-94E2-2DC4A6235F6F}" dt="2020-06-29T01:00:36.062" v="2411" actId="14100"/>
          <ac:picMkLst>
            <pc:docMk/>
            <pc:sldMk cId="2388780989" sldId="3021"/>
            <ac:picMk id="2" creationId="{15517208-E19B-4B41-A4CE-EF2060C48DD8}"/>
          </ac:picMkLst>
        </pc:picChg>
        <pc:picChg chg="add del mod">
          <ac:chgData name="Hur Jung" userId="763133add284fb2e" providerId="LiveId" clId="{6C934700-3F3F-4AA8-94E2-2DC4A6235F6F}" dt="2020-06-28T09:37:15.461" v="959" actId="21"/>
          <ac:picMkLst>
            <pc:docMk/>
            <pc:sldMk cId="2388780989" sldId="3021"/>
            <ac:picMk id="2" creationId="{CA1861D0-2F32-4D94-A908-18F41E653EA8}"/>
          </ac:picMkLst>
        </pc:picChg>
      </pc:sldChg>
      <pc:sldChg chg="del">
        <pc:chgData name="Hur Jung" userId="763133add284fb2e" providerId="LiveId" clId="{6C934700-3F3F-4AA8-94E2-2DC4A6235F6F}" dt="2020-06-28T06:49:14.724" v="3" actId="47"/>
        <pc:sldMkLst>
          <pc:docMk/>
          <pc:sldMk cId="3260491143" sldId="3021"/>
        </pc:sldMkLst>
      </pc:sldChg>
      <pc:sldChg chg="del">
        <pc:chgData name="Hur Jung" userId="763133add284fb2e" providerId="LiveId" clId="{6C934700-3F3F-4AA8-94E2-2DC4A6235F6F}" dt="2020-06-28T06:49:14.724" v="3" actId="47"/>
        <pc:sldMkLst>
          <pc:docMk/>
          <pc:sldMk cId="3710291126" sldId="3022"/>
        </pc:sldMkLst>
      </pc:sldChg>
      <pc:sldChg chg="addSp delSp modSp add mod">
        <pc:chgData name="Hur Jung" userId="763133add284fb2e" providerId="LiveId" clId="{6C934700-3F3F-4AA8-94E2-2DC4A6235F6F}" dt="2020-06-30T01:02:47.580" v="5085" actId="20577"/>
        <pc:sldMkLst>
          <pc:docMk/>
          <pc:sldMk cId="3787902802" sldId="3022"/>
        </pc:sldMkLst>
        <pc:spChg chg="add mod">
          <ac:chgData name="Hur Jung" userId="763133add284fb2e" providerId="LiveId" clId="{6C934700-3F3F-4AA8-94E2-2DC4A6235F6F}" dt="2020-06-29T01:04:37.553" v="2440"/>
          <ac:spMkLst>
            <pc:docMk/>
            <pc:sldMk cId="3787902802" sldId="3022"/>
            <ac:spMk id="3" creationId="{5BDF0DD2-FB13-4DF1-9172-141B596A386C}"/>
          </ac:spMkLst>
        </pc:spChg>
        <pc:spChg chg="add mod">
          <ac:chgData name="Hur Jung" userId="763133add284fb2e" providerId="LiveId" clId="{6C934700-3F3F-4AA8-94E2-2DC4A6235F6F}" dt="2020-06-29T01:05:32.188" v="2450"/>
          <ac:spMkLst>
            <pc:docMk/>
            <pc:sldMk cId="3787902802" sldId="3022"/>
            <ac:spMk id="4" creationId="{385C66FE-DFA9-4037-9338-157FA70CBE07}"/>
          </ac:spMkLst>
        </pc:spChg>
        <pc:spChg chg="mod">
          <ac:chgData name="Hur Jung" userId="763133add284fb2e" providerId="LiveId" clId="{6C934700-3F3F-4AA8-94E2-2DC4A6235F6F}" dt="2020-06-28T09:50:39.092" v="1074"/>
          <ac:spMkLst>
            <pc:docMk/>
            <pc:sldMk cId="3787902802" sldId="3022"/>
            <ac:spMk id="5" creationId="{0A3D782D-F80E-490F-AE5C-D702E9109AAF}"/>
          </ac:spMkLst>
        </pc:spChg>
        <pc:spChg chg="mod">
          <ac:chgData name="Hur Jung" userId="763133add284fb2e" providerId="LiveId" clId="{6C934700-3F3F-4AA8-94E2-2DC4A6235F6F}" dt="2020-06-30T01:02:47.580" v="5085" actId="20577"/>
          <ac:spMkLst>
            <pc:docMk/>
            <pc:sldMk cId="3787902802" sldId="3022"/>
            <ac:spMk id="10" creationId="{8CB33231-7BC0-4297-8306-B846C63A0F3B}"/>
          </ac:spMkLst>
        </pc:spChg>
        <pc:spChg chg="mod">
          <ac:chgData name="Hur Jung" userId="763133add284fb2e" providerId="LiveId" clId="{6C934700-3F3F-4AA8-94E2-2DC4A6235F6F}" dt="2020-06-28T09:50:43.661" v="1076"/>
          <ac:spMkLst>
            <pc:docMk/>
            <pc:sldMk cId="3787902802" sldId="3022"/>
            <ac:spMk id="18" creationId="{662CC3D7-7813-4159-B6E7-8AA7B2BD7306}"/>
          </ac:spMkLst>
        </pc:spChg>
        <pc:spChg chg="mod">
          <ac:chgData name="Hur Jung" userId="763133add284fb2e" providerId="LiveId" clId="{6C934700-3F3F-4AA8-94E2-2DC4A6235F6F}" dt="2020-06-28T09:50:41.863" v="1075"/>
          <ac:spMkLst>
            <pc:docMk/>
            <pc:sldMk cId="3787902802" sldId="3022"/>
            <ac:spMk id="19" creationId="{1BC277E5-8E2D-4F36-A5AF-821615DA0462}"/>
          </ac:spMkLst>
        </pc:spChg>
        <pc:spChg chg="add del mod">
          <ac:chgData name="Hur Jung" userId="763133add284fb2e" providerId="LiveId" clId="{6C934700-3F3F-4AA8-94E2-2DC4A6235F6F}" dt="2020-06-29T01:04:44.703" v="2441" actId="478"/>
          <ac:spMkLst>
            <pc:docMk/>
            <pc:sldMk cId="3787902802" sldId="3022"/>
            <ac:spMk id="22" creationId="{35AA0312-A345-40CF-AE62-B3404B43377A}"/>
          </ac:spMkLst>
        </pc:spChg>
        <pc:spChg chg="add del mod">
          <ac:chgData name="Hur Jung" userId="763133add284fb2e" providerId="LiveId" clId="{6C934700-3F3F-4AA8-94E2-2DC4A6235F6F}" dt="2020-06-29T01:03:25.592" v="2430" actId="478"/>
          <ac:spMkLst>
            <pc:docMk/>
            <pc:sldMk cId="3787902802" sldId="3022"/>
            <ac:spMk id="23" creationId="{0E217EE0-D5B4-4FA7-9B1D-B7F38C9E1A6D}"/>
          </ac:spMkLst>
        </pc:spChg>
        <pc:spChg chg="add del mod">
          <ac:chgData name="Hur Jung" userId="763133add284fb2e" providerId="LiveId" clId="{6C934700-3F3F-4AA8-94E2-2DC4A6235F6F}" dt="2020-06-29T01:02:23.266" v="2424" actId="478"/>
          <ac:spMkLst>
            <pc:docMk/>
            <pc:sldMk cId="3787902802" sldId="3022"/>
            <ac:spMk id="24" creationId="{44C78D88-5C42-4B4E-9DFF-3780CFD057FC}"/>
          </ac:spMkLst>
        </pc:spChg>
        <pc:spChg chg="mod">
          <ac:chgData name="Hur Jung" userId="763133add284fb2e" providerId="LiveId" clId="{6C934700-3F3F-4AA8-94E2-2DC4A6235F6F}" dt="2020-06-29T01:05:49.854" v="2453" actId="14100"/>
          <ac:spMkLst>
            <pc:docMk/>
            <pc:sldMk cId="3787902802" sldId="3022"/>
            <ac:spMk id="26" creationId="{7FC57D96-DAA9-4940-9C8B-4518C08072C3}"/>
          </ac:spMkLst>
        </pc:spChg>
        <pc:spChg chg="add del mod">
          <ac:chgData name="Hur Jung" userId="763133add284fb2e" providerId="LiveId" clId="{6C934700-3F3F-4AA8-94E2-2DC4A6235F6F}" dt="2020-06-29T01:05:43.386" v="2451" actId="478"/>
          <ac:spMkLst>
            <pc:docMk/>
            <pc:sldMk cId="3787902802" sldId="3022"/>
            <ac:spMk id="27" creationId="{3E21458D-4B91-4731-B810-0C22B86701E2}"/>
          </ac:spMkLst>
        </pc:spChg>
        <pc:spChg chg="del mod">
          <ac:chgData name="Hur Jung" userId="763133add284fb2e" providerId="LiveId" clId="{6C934700-3F3F-4AA8-94E2-2DC4A6235F6F}" dt="2020-06-29T01:03:28.945" v="2431" actId="478"/>
          <ac:spMkLst>
            <pc:docMk/>
            <pc:sldMk cId="3787902802" sldId="3022"/>
            <ac:spMk id="28" creationId="{7E7CAE82-5B9D-4D92-87BF-B131D04A1116}"/>
          </ac:spMkLst>
        </pc:spChg>
        <pc:spChg chg="del mod">
          <ac:chgData name="Hur Jung" userId="763133add284fb2e" providerId="LiveId" clId="{6C934700-3F3F-4AA8-94E2-2DC4A6235F6F}" dt="2020-06-29T01:05:16.273" v="2445" actId="478"/>
          <ac:spMkLst>
            <pc:docMk/>
            <pc:sldMk cId="3787902802" sldId="3022"/>
            <ac:spMk id="29" creationId="{6DFD20F0-4FBE-4E4B-A8DD-E2E7C258C5A3}"/>
          </ac:spMkLst>
        </pc:spChg>
        <pc:spChg chg="del">
          <ac:chgData name="Hur Jung" userId="763133add284fb2e" providerId="LiveId" clId="{6C934700-3F3F-4AA8-94E2-2DC4A6235F6F}" dt="2020-06-28T09:41:30.469" v="1012" actId="478"/>
          <ac:spMkLst>
            <pc:docMk/>
            <pc:sldMk cId="3787902802" sldId="3022"/>
            <ac:spMk id="30" creationId="{57645C58-C1D1-428B-81CD-48E20D47897D}"/>
          </ac:spMkLst>
        </pc:spChg>
        <pc:spChg chg="mod">
          <ac:chgData name="Hur Jung" userId="763133add284fb2e" providerId="LiveId" clId="{6C934700-3F3F-4AA8-94E2-2DC4A6235F6F}" dt="2020-06-29T01:03:00.891" v="2428" actId="1076"/>
          <ac:spMkLst>
            <pc:docMk/>
            <pc:sldMk cId="3787902802" sldId="3022"/>
            <ac:spMk id="31" creationId="{1EB0D3A9-D72B-49DE-ABE4-6B1BD5D5799B}"/>
          </ac:spMkLst>
        </pc:spChg>
        <pc:picChg chg="add mod ord">
          <ac:chgData name="Hur Jung" userId="763133add284fb2e" providerId="LiveId" clId="{6C934700-3F3F-4AA8-94E2-2DC4A6235F6F}" dt="2020-06-29T01:03:00.891" v="2428" actId="1076"/>
          <ac:picMkLst>
            <pc:docMk/>
            <pc:sldMk cId="3787902802" sldId="3022"/>
            <ac:picMk id="2" creationId="{5B0B472F-247B-4781-991A-2E7CFEB73E38}"/>
          </ac:picMkLst>
        </pc:picChg>
        <pc:picChg chg="del">
          <ac:chgData name="Hur Jung" userId="763133add284fb2e" providerId="LiveId" clId="{6C934700-3F3F-4AA8-94E2-2DC4A6235F6F}" dt="2020-06-28T09:37:38.352" v="964" actId="478"/>
          <ac:picMkLst>
            <pc:docMk/>
            <pc:sldMk cId="3787902802" sldId="3022"/>
            <ac:picMk id="25" creationId="{480768E5-4909-4B43-B32F-7CDB64CF1C65}"/>
          </ac:picMkLst>
        </pc:picChg>
      </pc:sldChg>
      <pc:sldChg chg="del">
        <pc:chgData name="Hur Jung" userId="763133add284fb2e" providerId="LiveId" clId="{6C934700-3F3F-4AA8-94E2-2DC4A6235F6F}" dt="2020-06-28T06:49:14.724" v="3" actId="47"/>
        <pc:sldMkLst>
          <pc:docMk/>
          <pc:sldMk cId="1726206467" sldId="3023"/>
        </pc:sldMkLst>
      </pc:sldChg>
      <pc:sldChg chg="addSp delSp modSp add mod">
        <pc:chgData name="Hur Jung" userId="763133add284fb2e" providerId="LiveId" clId="{6C934700-3F3F-4AA8-94E2-2DC4A6235F6F}" dt="2020-06-30T01:03:37.016" v="5104" actId="20577"/>
        <pc:sldMkLst>
          <pc:docMk/>
          <pc:sldMk cId="4230403415" sldId="3023"/>
        </pc:sldMkLst>
        <pc:spChg chg="add del mod">
          <ac:chgData name="Hur Jung" userId="763133add284fb2e" providerId="LiveId" clId="{6C934700-3F3F-4AA8-94E2-2DC4A6235F6F}" dt="2020-06-29T11:29:06.331" v="4788" actId="478"/>
          <ac:spMkLst>
            <pc:docMk/>
            <pc:sldMk cId="4230403415" sldId="3023"/>
            <ac:spMk id="3" creationId="{9245657F-2667-4934-9555-779202AF3C21}"/>
          </ac:spMkLst>
        </pc:spChg>
        <pc:spChg chg="add del mod">
          <ac:chgData name="Hur Jung" userId="763133add284fb2e" providerId="LiveId" clId="{6C934700-3F3F-4AA8-94E2-2DC4A6235F6F}" dt="2020-06-28T09:43:25.446" v="1019" actId="478"/>
          <ac:spMkLst>
            <pc:docMk/>
            <pc:sldMk cId="4230403415" sldId="3023"/>
            <ac:spMk id="3" creationId="{BF7CE601-EC9E-41C9-923E-BC7464D78B7C}"/>
          </ac:spMkLst>
        </pc:spChg>
        <pc:spChg chg="add del mod">
          <ac:chgData name="Hur Jung" userId="763133add284fb2e" providerId="LiveId" clId="{6C934700-3F3F-4AA8-94E2-2DC4A6235F6F}" dt="2020-06-29T04:35:53.385" v="4445" actId="478"/>
          <ac:spMkLst>
            <pc:docMk/>
            <pc:sldMk cId="4230403415" sldId="3023"/>
            <ac:spMk id="4" creationId="{7FF53045-F68D-4466-93E9-1D56AC18D663}"/>
          </ac:spMkLst>
        </pc:spChg>
        <pc:spChg chg="mod">
          <ac:chgData name="Hur Jung" userId="763133add284fb2e" providerId="LiveId" clId="{6C934700-3F3F-4AA8-94E2-2DC4A6235F6F}" dt="2020-06-28T09:50:57.431" v="1077"/>
          <ac:spMkLst>
            <pc:docMk/>
            <pc:sldMk cId="4230403415" sldId="3023"/>
            <ac:spMk id="5" creationId="{0A3D782D-F80E-490F-AE5C-D702E9109AAF}"/>
          </ac:spMkLst>
        </pc:spChg>
        <pc:spChg chg="mod">
          <ac:chgData name="Hur Jung" userId="763133add284fb2e" providerId="LiveId" clId="{6C934700-3F3F-4AA8-94E2-2DC4A6235F6F}" dt="2020-06-29T04:37:04.963" v="4492" actId="20577"/>
          <ac:spMkLst>
            <pc:docMk/>
            <pc:sldMk cId="4230403415" sldId="3023"/>
            <ac:spMk id="10" creationId="{8CB33231-7BC0-4297-8306-B846C63A0F3B}"/>
          </ac:spMkLst>
        </pc:spChg>
        <pc:spChg chg="add mod">
          <ac:chgData name="Hur Jung" userId="763133add284fb2e" providerId="LiveId" clId="{6C934700-3F3F-4AA8-94E2-2DC4A6235F6F}" dt="2020-06-30T01:03:37.016" v="5104" actId="20577"/>
          <ac:spMkLst>
            <pc:docMk/>
            <pc:sldMk cId="4230403415" sldId="3023"/>
            <ac:spMk id="12" creationId="{9709F954-3D44-4AD2-84B0-9D59B6C34E20}"/>
          </ac:spMkLst>
        </pc:spChg>
        <pc:spChg chg="mod">
          <ac:chgData name="Hur Jung" userId="763133add284fb2e" providerId="LiveId" clId="{6C934700-3F3F-4AA8-94E2-2DC4A6235F6F}" dt="2020-06-28T09:51:00.681" v="1079"/>
          <ac:spMkLst>
            <pc:docMk/>
            <pc:sldMk cId="4230403415" sldId="3023"/>
            <ac:spMk id="18" creationId="{662CC3D7-7813-4159-B6E7-8AA7B2BD7306}"/>
          </ac:spMkLst>
        </pc:spChg>
        <pc:spChg chg="mod">
          <ac:chgData name="Hur Jung" userId="763133add284fb2e" providerId="LiveId" clId="{6C934700-3F3F-4AA8-94E2-2DC4A6235F6F}" dt="2020-06-28T09:50:59.162" v="1078"/>
          <ac:spMkLst>
            <pc:docMk/>
            <pc:sldMk cId="4230403415" sldId="3023"/>
            <ac:spMk id="19" creationId="{1BC277E5-8E2D-4F36-A5AF-821615DA0462}"/>
          </ac:spMkLst>
        </pc:spChg>
        <pc:grpChg chg="del mod">
          <ac:chgData name="Hur Jung" userId="763133add284fb2e" providerId="LiveId" clId="{6C934700-3F3F-4AA8-94E2-2DC4A6235F6F}" dt="2020-06-28T09:44:29.069" v="1046"/>
          <ac:grpSpMkLst>
            <pc:docMk/>
            <pc:sldMk cId="4230403415" sldId="3023"/>
            <ac:grpSpMk id="9" creationId="{B8BD9BEB-5239-470F-B9C4-05DD174EEBC4}"/>
          </ac:grpSpMkLst>
        </pc:grpChg>
        <pc:grpChg chg="del mod">
          <ac:chgData name="Hur Jung" userId="763133add284fb2e" providerId="LiveId" clId="{6C934700-3F3F-4AA8-94E2-2DC4A6235F6F}" dt="2020-06-28T09:45:29.918" v="1065"/>
          <ac:grpSpMkLst>
            <pc:docMk/>
            <pc:sldMk cId="4230403415" sldId="3023"/>
            <ac:grpSpMk id="13" creationId="{0DAE6240-A904-4306-860D-137B20D281FF}"/>
          </ac:grpSpMkLst>
        </pc:grpChg>
        <pc:graphicFrameChg chg="add del mod">
          <ac:chgData name="Hur Jung" userId="763133add284fb2e" providerId="LiveId" clId="{6C934700-3F3F-4AA8-94E2-2DC4A6235F6F}" dt="2020-06-29T01:17:48.024" v="2462"/>
          <ac:graphicFrameMkLst>
            <pc:docMk/>
            <pc:sldMk cId="4230403415" sldId="3023"/>
            <ac:graphicFrameMk id="2" creationId="{B4B2E125-F3E4-4E77-963D-19A38DEFCC00}"/>
          </ac:graphicFrameMkLst>
        </pc:graphicFrameChg>
        <pc:graphicFrameChg chg="add del mod">
          <ac:chgData name="Hur Jung" userId="763133add284fb2e" providerId="LiveId" clId="{6C934700-3F3F-4AA8-94E2-2DC4A6235F6F}" dt="2020-06-29T11:28:58.164" v="4786"/>
          <ac:graphicFrameMkLst>
            <pc:docMk/>
            <pc:sldMk cId="4230403415" sldId="3023"/>
            <ac:graphicFrameMk id="2" creationId="{D09987CC-7002-4885-9D79-417A08298F82}"/>
          </ac:graphicFrameMkLst>
        </pc:graphicFrameChg>
        <pc:graphicFrameChg chg="add del mod">
          <ac:chgData name="Hur Jung" userId="763133add284fb2e" providerId="LiveId" clId="{6C934700-3F3F-4AA8-94E2-2DC4A6235F6F}" dt="2020-06-29T01:18:09.691" v="2464" actId="478"/>
          <ac:graphicFrameMkLst>
            <pc:docMk/>
            <pc:sldMk cId="4230403415" sldId="3023"/>
            <ac:graphicFrameMk id="3" creationId="{F5243156-AA1B-4003-A582-4E5766975BC0}"/>
          </ac:graphicFrameMkLst>
        </pc:graphicFrameChg>
        <pc:picChg chg="del">
          <ac:chgData name="Hur Jung" userId="763133add284fb2e" providerId="LiveId" clId="{6C934700-3F3F-4AA8-94E2-2DC4A6235F6F}" dt="2020-06-28T09:37:17.945" v="960" actId="478"/>
          <ac:picMkLst>
            <pc:docMk/>
            <pc:sldMk cId="4230403415" sldId="3023"/>
            <ac:picMk id="2" creationId="{EB50262D-41B6-4351-AFF3-2232456FD8D6}"/>
          </ac:picMkLst>
        </pc:picChg>
        <pc:picChg chg="add mod">
          <ac:chgData name="Hur Jung" userId="763133add284fb2e" providerId="LiveId" clId="{6C934700-3F3F-4AA8-94E2-2DC4A6235F6F}" dt="2020-06-29T01:16:00.905" v="2459" actId="1076"/>
          <ac:picMkLst>
            <pc:docMk/>
            <pc:sldMk cId="4230403415" sldId="3023"/>
            <ac:picMk id="11" creationId="{8949A67D-CA5C-4577-87C5-26B1117675D3}"/>
          </ac:picMkLst>
        </pc:picChg>
        <pc:inkChg chg="add del">
          <ac:chgData name="Hur Jung" userId="763133add284fb2e" providerId="LiveId" clId="{6C934700-3F3F-4AA8-94E2-2DC4A6235F6F}" dt="2020-06-28T09:45:29.919" v="1067"/>
          <ac:inkMkLst>
            <pc:docMk/>
            <pc:sldMk cId="4230403415" sldId="3023"/>
            <ac:inkMk id="4" creationId="{2B6D3542-82EE-40CD-9E59-1C6EC492484E}"/>
          </ac:inkMkLst>
        </pc:inkChg>
        <pc:inkChg chg="add del mod">
          <ac:chgData name="Hur Jung" userId="763133add284fb2e" providerId="LiveId" clId="{6C934700-3F3F-4AA8-94E2-2DC4A6235F6F}" dt="2020-06-28T09:45:29.916" v="1064"/>
          <ac:inkMkLst>
            <pc:docMk/>
            <pc:sldMk cId="4230403415" sldId="3023"/>
            <ac:inkMk id="6" creationId="{BCFA3250-EC9E-436F-A0E4-9EE4E406D145}"/>
          </ac:inkMkLst>
        </pc:inkChg>
        <pc:inkChg chg="add del mod">
          <ac:chgData name="Hur Jung" userId="763133add284fb2e" providerId="LiveId" clId="{6C934700-3F3F-4AA8-94E2-2DC4A6235F6F}" dt="2020-06-28T09:45:29.915" v="1063"/>
          <ac:inkMkLst>
            <pc:docMk/>
            <pc:sldMk cId="4230403415" sldId="3023"/>
            <ac:inkMk id="7" creationId="{3191EF4D-AA72-4A77-97BF-BE6EFCDB2145}"/>
          </ac:inkMkLst>
        </pc:inkChg>
        <pc:inkChg chg="add del mod">
          <ac:chgData name="Hur Jung" userId="763133add284fb2e" providerId="LiveId" clId="{6C934700-3F3F-4AA8-94E2-2DC4A6235F6F}" dt="2020-06-28T09:45:29.918" v="1065"/>
          <ac:inkMkLst>
            <pc:docMk/>
            <pc:sldMk cId="4230403415" sldId="3023"/>
            <ac:inkMk id="8" creationId="{7901493D-9F21-45F7-8098-7339C1BF2039}"/>
          </ac:inkMkLst>
        </pc:inkChg>
        <pc:inkChg chg="add del mod">
          <ac:chgData name="Hur Jung" userId="763133add284fb2e" providerId="LiveId" clId="{6C934700-3F3F-4AA8-94E2-2DC4A6235F6F}" dt="2020-06-28T09:45:29.918" v="1066"/>
          <ac:inkMkLst>
            <pc:docMk/>
            <pc:sldMk cId="4230403415" sldId="3023"/>
            <ac:inkMk id="12" creationId="{70989BD6-52AA-4D23-B44B-EC0299F41871}"/>
          </ac:inkMkLst>
        </pc:inkChg>
        <pc:inkChg chg="add del">
          <ac:chgData name="Hur Jung" userId="763133add284fb2e" providerId="LiveId" clId="{6C934700-3F3F-4AA8-94E2-2DC4A6235F6F}" dt="2020-06-28T09:45:29.920" v="1068"/>
          <ac:inkMkLst>
            <pc:docMk/>
            <pc:sldMk cId="4230403415" sldId="3023"/>
            <ac:inkMk id="14" creationId="{3CB577DE-1B9F-4230-BD4D-F145F0061EBC}"/>
          </ac:inkMkLst>
        </pc:inkChg>
      </pc:sldChg>
      <pc:sldChg chg="addSp delSp modSp add mod">
        <pc:chgData name="Hur Jung" userId="763133add284fb2e" providerId="LiveId" clId="{6C934700-3F3F-4AA8-94E2-2DC4A6235F6F}" dt="2020-06-29T04:38:25.882" v="4517" actId="113"/>
        <pc:sldMkLst>
          <pc:docMk/>
          <pc:sldMk cId="566173874" sldId="3024"/>
        </pc:sldMkLst>
        <pc:spChg chg="mod">
          <ac:chgData name="Hur Jung" userId="763133add284fb2e" providerId="LiveId" clId="{6C934700-3F3F-4AA8-94E2-2DC4A6235F6F}" dt="2020-06-28T09:51:14.080" v="1080"/>
          <ac:spMkLst>
            <pc:docMk/>
            <pc:sldMk cId="566173874" sldId="3024"/>
            <ac:spMk id="5" creationId="{0A3D782D-F80E-490F-AE5C-D702E9109AAF}"/>
          </ac:spMkLst>
        </pc:spChg>
        <pc:spChg chg="mod">
          <ac:chgData name="Hur Jung" userId="763133add284fb2e" providerId="LiveId" clId="{6C934700-3F3F-4AA8-94E2-2DC4A6235F6F}" dt="2020-06-29T04:38:25.882" v="4517" actId="113"/>
          <ac:spMkLst>
            <pc:docMk/>
            <pc:sldMk cId="566173874" sldId="3024"/>
            <ac:spMk id="10" creationId="{8CB33231-7BC0-4297-8306-B846C63A0F3B}"/>
          </ac:spMkLst>
        </pc:spChg>
        <pc:spChg chg="mod">
          <ac:chgData name="Hur Jung" userId="763133add284fb2e" providerId="LiveId" clId="{6C934700-3F3F-4AA8-94E2-2DC4A6235F6F}" dt="2020-06-28T09:51:18.947" v="1082"/>
          <ac:spMkLst>
            <pc:docMk/>
            <pc:sldMk cId="566173874" sldId="3024"/>
            <ac:spMk id="18" creationId="{662CC3D7-7813-4159-B6E7-8AA7B2BD7306}"/>
          </ac:spMkLst>
        </pc:spChg>
        <pc:spChg chg="mod">
          <ac:chgData name="Hur Jung" userId="763133add284fb2e" providerId="LiveId" clId="{6C934700-3F3F-4AA8-94E2-2DC4A6235F6F}" dt="2020-06-28T09:51:16.625" v="1081"/>
          <ac:spMkLst>
            <pc:docMk/>
            <pc:sldMk cId="566173874" sldId="3024"/>
            <ac:spMk id="19" creationId="{1BC277E5-8E2D-4F36-A5AF-821615DA0462}"/>
          </ac:spMkLst>
        </pc:spChg>
        <pc:graphicFrameChg chg="add del mod">
          <ac:chgData name="Hur Jung" userId="763133add284fb2e" providerId="LiveId" clId="{6C934700-3F3F-4AA8-94E2-2DC4A6235F6F}" dt="2020-06-29T01:28:57.706" v="2565"/>
          <ac:graphicFrameMkLst>
            <pc:docMk/>
            <pc:sldMk cId="566173874" sldId="3024"/>
            <ac:graphicFrameMk id="3" creationId="{203C90D5-16B9-4BFC-AB6F-1710B55981D4}"/>
          </ac:graphicFrameMkLst>
        </pc:graphicFrameChg>
        <pc:picChg chg="add del mod">
          <ac:chgData name="Hur Jung" userId="763133add284fb2e" providerId="LiveId" clId="{6C934700-3F3F-4AA8-94E2-2DC4A6235F6F}" dt="2020-06-28T12:49:00.248" v="1204" actId="478"/>
          <ac:picMkLst>
            <pc:docMk/>
            <pc:sldMk cId="566173874" sldId="3024"/>
            <ac:picMk id="2" creationId="{21BC51FA-7093-4A61-A60D-39505CE14B51}"/>
          </ac:picMkLst>
        </pc:picChg>
        <pc:picChg chg="add mod">
          <ac:chgData name="Hur Jung" userId="763133add284fb2e" providerId="LiveId" clId="{6C934700-3F3F-4AA8-94E2-2DC4A6235F6F}" dt="2020-06-29T01:21:12.637" v="2482" actId="14100"/>
          <ac:picMkLst>
            <pc:docMk/>
            <pc:sldMk cId="566173874" sldId="3024"/>
            <ac:picMk id="2" creationId="{BF0A9609-2F2B-4B45-A4F5-701B39E3526C}"/>
          </ac:picMkLst>
        </pc:picChg>
      </pc:sldChg>
      <pc:sldChg chg="addSp delSp modSp add mod">
        <pc:chgData name="Hur Jung" userId="763133add284fb2e" providerId="LiveId" clId="{6C934700-3F3F-4AA8-94E2-2DC4A6235F6F}" dt="2020-06-29T05:04:21.685" v="4769" actId="207"/>
        <pc:sldMkLst>
          <pc:docMk/>
          <pc:sldMk cId="3912320322" sldId="3025"/>
        </pc:sldMkLst>
        <pc:spChg chg="add del mod">
          <ac:chgData name="Hur Jung" userId="763133add284fb2e" providerId="LiveId" clId="{6C934700-3F3F-4AA8-94E2-2DC4A6235F6F}" dt="2020-06-29T04:13:01.197" v="4219" actId="478"/>
          <ac:spMkLst>
            <pc:docMk/>
            <pc:sldMk cId="3912320322" sldId="3025"/>
            <ac:spMk id="3" creationId="{5B3C370E-AA82-4AA0-B3A9-CEEDCB01F330}"/>
          </ac:spMkLst>
        </pc:spChg>
        <pc:spChg chg="add del mod">
          <ac:chgData name="Hur Jung" userId="763133add284fb2e" providerId="LiveId" clId="{6C934700-3F3F-4AA8-94E2-2DC4A6235F6F}" dt="2020-06-28T13:51:47.852" v="1252" actId="478"/>
          <ac:spMkLst>
            <pc:docMk/>
            <pc:sldMk cId="3912320322" sldId="3025"/>
            <ac:spMk id="3" creationId="{EA9A4CB4-B464-464E-9219-F8A3BE0FB3BE}"/>
          </ac:spMkLst>
        </pc:spChg>
        <pc:spChg chg="add del mod">
          <ac:chgData name="Hur Jung" userId="763133add284fb2e" providerId="LiveId" clId="{6C934700-3F3F-4AA8-94E2-2DC4A6235F6F}" dt="2020-06-28T13:55:54.595" v="1278" actId="478"/>
          <ac:spMkLst>
            <pc:docMk/>
            <pc:sldMk cId="3912320322" sldId="3025"/>
            <ac:spMk id="4" creationId="{526265C9-E7A1-4660-9E48-FEACAFFA895F}"/>
          </ac:spMkLst>
        </pc:spChg>
        <pc:spChg chg="mod">
          <ac:chgData name="Hur Jung" userId="763133add284fb2e" providerId="LiveId" clId="{6C934700-3F3F-4AA8-94E2-2DC4A6235F6F}" dt="2020-06-28T14:02:13.966" v="1417"/>
          <ac:spMkLst>
            <pc:docMk/>
            <pc:sldMk cId="3912320322" sldId="3025"/>
            <ac:spMk id="5" creationId="{0A3D782D-F80E-490F-AE5C-D702E9109AAF}"/>
          </ac:spMkLst>
        </pc:spChg>
        <pc:spChg chg="add del mod">
          <ac:chgData name="Hur Jung" userId="763133add284fb2e" providerId="LiveId" clId="{6C934700-3F3F-4AA8-94E2-2DC4A6235F6F}" dt="2020-06-28T14:12:05.876" v="1585" actId="478"/>
          <ac:spMkLst>
            <pc:docMk/>
            <pc:sldMk cId="3912320322" sldId="3025"/>
            <ac:spMk id="7" creationId="{148AC7ED-0E2E-4F54-896C-6901D2D582F8}"/>
          </ac:spMkLst>
        </pc:spChg>
        <pc:spChg chg="add del mod">
          <ac:chgData name="Hur Jung" userId="763133add284fb2e" providerId="LiveId" clId="{6C934700-3F3F-4AA8-94E2-2DC4A6235F6F}" dt="2020-06-28T13:49:00.701" v="1208"/>
          <ac:spMkLst>
            <pc:docMk/>
            <pc:sldMk cId="3912320322" sldId="3025"/>
            <ac:spMk id="9" creationId="{AEF57C87-7C32-4CF9-8EE7-4668E68C1923}"/>
          </ac:spMkLst>
        </pc:spChg>
        <pc:spChg chg="mod">
          <ac:chgData name="Hur Jung" userId="763133add284fb2e" providerId="LiveId" clId="{6C934700-3F3F-4AA8-94E2-2DC4A6235F6F}" dt="2020-06-29T05:04:21.685" v="4769" actId="207"/>
          <ac:spMkLst>
            <pc:docMk/>
            <pc:sldMk cId="3912320322" sldId="3025"/>
            <ac:spMk id="10" creationId="{8CB33231-7BC0-4297-8306-B846C63A0F3B}"/>
          </ac:spMkLst>
        </pc:spChg>
        <pc:spChg chg="add del mod">
          <ac:chgData name="Hur Jung" userId="763133add284fb2e" providerId="LiveId" clId="{6C934700-3F3F-4AA8-94E2-2DC4A6235F6F}" dt="2020-06-28T13:49:00.701" v="1208"/>
          <ac:spMkLst>
            <pc:docMk/>
            <pc:sldMk cId="3912320322" sldId="3025"/>
            <ac:spMk id="11" creationId="{9F0C2BB0-ACFF-4040-93C5-03BAA2A1B2DF}"/>
          </ac:spMkLst>
        </pc:spChg>
        <pc:spChg chg="mod">
          <ac:chgData name="Hur Jung" userId="763133add284fb2e" providerId="LiveId" clId="{6C934700-3F3F-4AA8-94E2-2DC4A6235F6F}" dt="2020-06-28T13:48:57.096" v="1207"/>
          <ac:spMkLst>
            <pc:docMk/>
            <pc:sldMk cId="3912320322" sldId="3025"/>
            <ac:spMk id="14" creationId="{1D2836B0-7105-4863-B2ED-DF1A76FC3B64}"/>
          </ac:spMkLst>
        </pc:spChg>
        <pc:spChg chg="add del mod">
          <ac:chgData name="Hur Jung" userId="763133add284fb2e" providerId="LiveId" clId="{6C934700-3F3F-4AA8-94E2-2DC4A6235F6F}" dt="2020-06-28T13:49:00.701" v="1208"/>
          <ac:spMkLst>
            <pc:docMk/>
            <pc:sldMk cId="3912320322" sldId="3025"/>
            <ac:spMk id="15" creationId="{0D8588E2-BB3A-4D41-B4D9-A807DC481898}"/>
          </ac:spMkLst>
        </pc:spChg>
        <pc:spChg chg="add del mod">
          <ac:chgData name="Hur Jung" userId="763133add284fb2e" providerId="LiveId" clId="{6C934700-3F3F-4AA8-94E2-2DC4A6235F6F}" dt="2020-06-28T13:49:00.701" v="1208"/>
          <ac:spMkLst>
            <pc:docMk/>
            <pc:sldMk cId="3912320322" sldId="3025"/>
            <ac:spMk id="16" creationId="{EF6D4EE0-2BCA-4010-84AB-D5A65C54DA26}"/>
          </ac:spMkLst>
        </pc:spChg>
        <pc:spChg chg="mod">
          <ac:chgData name="Hur Jung" userId="763133add284fb2e" providerId="LiveId" clId="{6C934700-3F3F-4AA8-94E2-2DC4A6235F6F}" dt="2020-06-28T14:02:19.889" v="1419"/>
          <ac:spMkLst>
            <pc:docMk/>
            <pc:sldMk cId="3912320322" sldId="3025"/>
            <ac:spMk id="18" creationId="{662CC3D7-7813-4159-B6E7-8AA7B2BD7306}"/>
          </ac:spMkLst>
        </pc:spChg>
        <pc:spChg chg="mod">
          <ac:chgData name="Hur Jung" userId="763133add284fb2e" providerId="LiveId" clId="{6C934700-3F3F-4AA8-94E2-2DC4A6235F6F}" dt="2020-06-28T14:02:18.086" v="1418"/>
          <ac:spMkLst>
            <pc:docMk/>
            <pc:sldMk cId="3912320322" sldId="3025"/>
            <ac:spMk id="19" creationId="{1BC277E5-8E2D-4F36-A5AF-821615DA0462}"/>
          </ac:spMkLst>
        </pc:spChg>
        <pc:spChg chg="add del mod">
          <ac:chgData name="Hur Jung" userId="763133add284fb2e" providerId="LiveId" clId="{6C934700-3F3F-4AA8-94E2-2DC4A6235F6F}" dt="2020-06-28T13:49:00.701" v="1208"/>
          <ac:spMkLst>
            <pc:docMk/>
            <pc:sldMk cId="3912320322" sldId="3025"/>
            <ac:spMk id="22" creationId="{FD1E9D8D-CBB1-4E80-97B3-F4B36A55B548}"/>
          </ac:spMkLst>
        </pc:spChg>
        <pc:spChg chg="add del mod">
          <ac:chgData name="Hur Jung" userId="763133add284fb2e" providerId="LiveId" clId="{6C934700-3F3F-4AA8-94E2-2DC4A6235F6F}" dt="2020-06-28T13:49:00.701" v="1208"/>
          <ac:spMkLst>
            <pc:docMk/>
            <pc:sldMk cId="3912320322" sldId="3025"/>
            <ac:spMk id="23" creationId="{4749B156-0D06-4119-9598-3CB928CF1089}"/>
          </ac:spMkLst>
        </pc:spChg>
        <pc:spChg chg="mod">
          <ac:chgData name="Hur Jung" userId="763133add284fb2e" providerId="LiveId" clId="{6C934700-3F3F-4AA8-94E2-2DC4A6235F6F}" dt="2020-06-28T13:48:57.096" v="1207"/>
          <ac:spMkLst>
            <pc:docMk/>
            <pc:sldMk cId="3912320322" sldId="3025"/>
            <ac:spMk id="25" creationId="{1426C962-97C3-4650-A2D0-9DC6C75CEA83}"/>
          </ac:spMkLst>
        </pc:spChg>
        <pc:spChg chg="add del mod">
          <ac:chgData name="Hur Jung" userId="763133add284fb2e" providerId="LiveId" clId="{6C934700-3F3F-4AA8-94E2-2DC4A6235F6F}" dt="2020-06-28T13:49:00.701" v="1208"/>
          <ac:spMkLst>
            <pc:docMk/>
            <pc:sldMk cId="3912320322" sldId="3025"/>
            <ac:spMk id="27" creationId="{3E731132-3209-42D1-B1AC-B3795BA7A636}"/>
          </ac:spMkLst>
        </pc:spChg>
        <pc:spChg chg="add del mod">
          <ac:chgData name="Hur Jung" userId="763133add284fb2e" providerId="LiveId" clId="{6C934700-3F3F-4AA8-94E2-2DC4A6235F6F}" dt="2020-06-28T13:49:00.701" v="1208"/>
          <ac:spMkLst>
            <pc:docMk/>
            <pc:sldMk cId="3912320322" sldId="3025"/>
            <ac:spMk id="28" creationId="{B3CDD692-784C-49DE-9E26-46930675D682}"/>
          </ac:spMkLst>
        </pc:spChg>
        <pc:spChg chg="add del mod">
          <ac:chgData name="Hur Jung" userId="763133add284fb2e" providerId="LiveId" clId="{6C934700-3F3F-4AA8-94E2-2DC4A6235F6F}" dt="2020-06-28T13:49:00.701" v="1208"/>
          <ac:spMkLst>
            <pc:docMk/>
            <pc:sldMk cId="3912320322" sldId="3025"/>
            <ac:spMk id="29" creationId="{4BDF742F-3358-4602-B63B-B03588751002}"/>
          </ac:spMkLst>
        </pc:spChg>
        <pc:spChg chg="add del mod">
          <ac:chgData name="Hur Jung" userId="763133add284fb2e" providerId="LiveId" clId="{6C934700-3F3F-4AA8-94E2-2DC4A6235F6F}" dt="2020-06-28T13:49:00.701" v="1208"/>
          <ac:spMkLst>
            <pc:docMk/>
            <pc:sldMk cId="3912320322" sldId="3025"/>
            <ac:spMk id="30" creationId="{97EE90AD-D486-4BB0-857A-D5EEEA24662C}"/>
          </ac:spMkLst>
        </pc:spChg>
        <pc:spChg chg="add del mod">
          <ac:chgData name="Hur Jung" userId="763133add284fb2e" providerId="LiveId" clId="{6C934700-3F3F-4AA8-94E2-2DC4A6235F6F}" dt="2020-06-28T13:49:00.701" v="1208"/>
          <ac:spMkLst>
            <pc:docMk/>
            <pc:sldMk cId="3912320322" sldId="3025"/>
            <ac:spMk id="31" creationId="{97E49F57-9688-4696-8515-934DF1FF1D57}"/>
          </ac:spMkLst>
        </pc:spChg>
        <pc:spChg chg="add del mod">
          <ac:chgData name="Hur Jung" userId="763133add284fb2e" providerId="LiveId" clId="{6C934700-3F3F-4AA8-94E2-2DC4A6235F6F}" dt="2020-06-28T13:49:00.701" v="1208"/>
          <ac:spMkLst>
            <pc:docMk/>
            <pc:sldMk cId="3912320322" sldId="3025"/>
            <ac:spMk id="33" creationId="{A6335BE5-026C-4A45-A612-573663885255}"/>
          </ac:spMkLst>
        </pc:spChg>
        <pc:spChg chg="add del mod">
          <ac:chgData name="Hur Jung" userId="763133add284fb2e" providerId="LiveId" clId="{6C934700-3F3F-4AA8-94E2-2DC4A6235F6F}" dt="2020-06-28T13:49:00.701" v="1208"/>
          <ac:spMkLst>
            <pc:docMk/>
            <pc:sldMk cId="3912320322" sldId="3025"/>
            <ac:spMk id="34" creationId="{A427E8C0-5FC1-4518-B834-2EF1CAAD0CFE}"/>
          </ac:spMkLst>
        </pc:spChg>
        <pc:spChg chg="add del mod">
          <ac:chgData name="Hur Jung" userId="763133add284fb2e" providerId="LiveId" clId="{6C934700-3F3F-4AA8-94E2-2DC4A6235F6F}" dt="2020-06-28T13:49:00.701" v="1208"/>
          <ac:spMkLst>
            <pc:docMk/>
            <pc:sldMk cId="3912320322" sldId="3025"/>
            <ac:spMk id="35" creationId="{E19D5048-C309-4B86-A277-6F25090EAD87}"/>
          </ac:spMkLst>
        </pc:spChg>
        <pc:spChg chg="mod">
          <ac:chgData name="Hur Jung" userId="763133add284fb2e" providerId="LiveId" clId="{6C934700-3F3F-4AA8-94E2-2DC4A6235F6F}" dt="2020-06-28T13:48:57.096" v="1207"/>
          <ac:spMkLst>
            <pc:docMk/>
            <pc:sldMk cId="3912320322" sldId="3025"/>
            <ac:spMk id="38" creationId="{93C03673-4FB9-41B9-BDBB-9D0A97B614D9}"/>
          </ac:spMkLst>
        </pc:spChg>
        <pc:spChg chg="add del mod">
          <ac:chgData name="Hur Jung" userId="763133add284fb2e" providerId="LiveId" clId="{6C934700-3F3F-4AA8-94E2-2DC4A6235F6F}" dt="2020-06-28T13:49:00.701" v="1208"/>
          <ac:spMkLst>
            <pc:docMk/>
            <pc:sldMk cId="3912320322" sldId="3025"/>
            <ac:spMk id="39" creationId="{2DA40E2D-0145-4CB7-80CA-516CEE21124A}"/>
          </ac:spMkLst>
        </pc:spChg>
        <pc:spChg chg="add del mod">
          <ac:chgData name="Hur Jung" userId="763133add284fb2e" providerId="LiveId" clId="{6C934700-3F3F-4AA8-94E2-2DC4A6235F6F}" dt="2020-06-28T13:49:00.701" v="1208"/>
          <ac:spMkLst>
            <pc:docMk/>
            <pc:sldMk cId="3912320322" sldId="3025"/>
            <ac:spMk id="40" creationId="{9E1C157A-77A2-4085-85BA-E6A7CF4032E5}"/>
          </ac:spMkLst>
        </pc:spChg>
        <pc:spChg chg="add del mod">
          <ac:chgData name="Hur Jung" userId="763133add284fb2e" providerId="LiveId" clId="{6C934700-3F3F-4AA8-94E2-2DC4A6235F6F}" dt="2020-06-28T13:49:00.701" v="1208"/>
          <ac:spMkLst>
            <pc:docMk/>
            <pc:sldMk cId="3912320322" sldId="3025"/>
            <ac:spMk id="41" creationId="{633FC05B-D611-4440-84D6-05B066C16DE2}"/>
          </ac:spMkLst>
        </pc:spChg>
        <pc:spChg chg="add del mod">
          <ac:chgData name="Hur Jung" userId="763133add284fb2e" providerId="LiveId" clId="{6C934700-3F3F-4AA8-94E2-2DC4A6235F6F}" dt="2020-06-28T13:49:00.701" v="1208"/>
          <ac:spMkLst>
            <pc:docMk/>
            <pc:sldMk cId="3912320322" sldId="3025"/>
            <ac:spMk id="42" creationId="{3421C733-AA19-4DC5-87C0-85983D2D4938}"/>
          </ac:spMkLst>
        </pc:spChg>
        <pc:spChg chg="add del mod">
          <ac:chgData name="Hur Jung" userId="763133add284fb2e" providerId="LiveId" clId="{6C934700-3F3F-4AA8-94E2-2DC4A6235F6F}" dt="2020-06-28T13:49:00.701" v="1208"/>
          <ac:spMkLst>
            <pc:docMk/>
            <pc:sldMk cId="3912320322" sldId="3025"/>
            <ac:spMk id="43" creationId="{F78695AB-3D2A-4C3A-AC35-0D7352768BB1}"/>
          </ac:spMkLst>
        </pc:spChg>
        <pc:spChg chg="add del mod">
          <ac:chgData name="Hur Jung" userId="763133add284fb2e" providerId="LiveId" clId="{6C934700-3F3F-4AA8-94E2-2DC4A6235F6F}" dt="2020-06-28T13:49:00.701" v="1208"/>
          <ac:spMkLst>
            <pc:docMk/>
            <pc:sldMk cId="3912320322" sldId="3025"/>
            <ac:spMk id="44" creationId="{CFAEF342-DFE9-49F5-89E6-6BB12D31B665}"/>
          </ac:spMkLst>
        </pc:spChg>
        <pc:spChg chg="add del mod">
          <ac:chgData name="Hur Jung" userId="763133add284fb2e" providerId="LiveId" clId="{6C934700-3F3F-4AA8-94E2-2DC4A6235F6F}" dt="2020-06-28T13:49:00.701" v="1208"/>
          <ac:spMkLst>
            <pc:docMk/>
            <pc:sldMk cId="3912320322" sldId="3025"/>
            <ac:spMk id="45" creationId="{0C488859-A0F8-4F6A-B74F-EFC7045A48C8}"/>
          </ac:spMkLst>
        </pc:spChg>
        <pc:spChg chg="add del mod">
          <ac:chgData name="Hur Jung" userId="763133add284fb2e" providerId="LiveId" clId="{6C934700-3F3F-4AA8-94E2-2DC4A6235F6F}" dt="2020-06-28T13:49:00.701" v="1208"/>
          <ac:spMkLst>
            <pc:docMk/>
            <pc:sldMk cId="3912320322" sldId="3025"/>
            <ac:spMk id="46" creationId="{EDC6693D-8FE3-4E7F-844E-84ADDA8CE06D}"/>
          </ac:spMkLst>
        </pc:spChg>
        <pc:spChg chg="add del mod">
          <ac:chgData name="Hur Jung" userId="763133add284fb2e" providerId="LiveId" clId="{6C934700-3F3F-4AA8-94E2-2DC4A6235F6F}" dt="2020-06-28T13:49:00.701" v="1208"/>
          <ac:spMkLst>
            <pc:docMk/>
            <pc:sldMk cId="3912320322" sldId="3025"/>
            <ac:spMk id="47" creationId="{6EEE1B09-1AFD-4EAE-BCD6-EE0E56DFEE26}"/>
          </ac:spMkLst>
        </pc:spChg>
        <pc:spChg chg="mod">
          <ac:chgData name="Hur Jung" userId="763133add284fb2e" providerId="LiveId" clId="{6C934700-3F3F-4AA8-94E2-2DC4A6235F6F}" dt="2020-06-28T13:48:57.096" v="1207"/>
          <ac:spMkLst>
            <pc:docMk/>
            <pc:sldMk cId="3912320322" sldId="3025"/>
            <ac:spMk id="50" creationId="{237D86DE-8610-4DC9-962C-45F28D9EF2F7}"/>
          </ac:spMkLst>
        </pc:spChg>
        <pc:spChg chg="add del mod">
          <ac:chgData name="Hur Jung" userId="763133add284fb2e" providerId="LiveId" clId="{6C934700-3F3F-4AA8-94E2-2DC4A6235F6F}" dt="2020-06-28T13:49:00.701" v="1208"/>
          <ac:spMkLst>
            <pc:docMk/>
            <pc:sldMk cId="3912320322" sldId="3025"/>
            <ac:spMk id="52" creationId="{F01E2682-B559-43E4-92BA-EF05215202DE}"/>
          </ac:spMkLst>
        </pc:spChg>
        <pc:spChg chg="mod">
          <ac:chgData name="Hur Jung" userId="763133add284fb2e" providerId="LiveId" clId="{6C934700-3F3F-4AA8-94E2-2DC4A6235F6F}" dt="2020-06-28T13:48:57.096" v="1207"/>
          <ac:spMkLst>
            <pc:docMk/>
            <pc:sldMk cId="3912320322" sldId="3025"/>
            <ac:spMk id="55" creationId="{7919F3A1-F48B-4A7A-8C8C-95C0A6E648A7}"/>
          </ac:spMkLst>
        </pc:spChg>
        <pc:spChg chg="add del mod">
          <ac:chgData name="Hur Jung" userId="763133add284fb2e" providerId="LiveId" clId="{6C934700-3F3F-4AA8-94E2-2DC4A6235F6F}" dt="2020-06-28T13:49:00.701" v="1208"/>
          <ac:spMkLst>
            <pc:docMk/>
            <pc:sldMk cId="3912320322" sldId="3025"/>
            <ac:spMk id="56" creationId="{EFC787B2-A834-43D6-A11A-BFE6913E980D}"/>
          </ac:spMkLst>
        </pc:spChg>
        <pc:spChg chg="add del mod">
          <ac:chgData name="Hur Jung" userId="763133add284fb2e" providerId="LiveId" clId="{6C934700-3F3F-4AA8-94E2-2DC4A6235F6F}" dt="2020-06-28T13:49:00.701" v="1208"/>
          <ac:spMkLst>
            <pc:docMk/>
            <pc:sldMk cId="3912320322" sldId="3025"/>
            <ac:spMk id="57" creationId="{B41E0991-6249-4266-B2F3-4BB7867CADD6}"/>
          </ac:spMkLst>
        </pc:spChg>
        <pc:spChg chg="add del mod">
          <ac:chgData name="Hur Jung" userId="763133add284fb2e" providerId="LiveId" clId="{6C934700-3F3F-4AA8-94E2-2DC4A6235F6F}" dt="2020-06-28T13:49:00.701" v="1208"/>
          <ac:spMkLst>
            <pc:docMk/>
            <pc:sldMk cId="3912320322" sldId="3025"/>
            <ac:spMk id="58" creationId="{E07C650C-B38F-4E6C-950F-F4B24B981D27}"/>
          </ac:spMkLst>
        </pc:spChg>
        <pc:spChg chg="add del mod">
          <ac:chgData name="Hur Jung" userId="763133add284fb2e" providerId="LiveId" clId="{6C934700-3F3F-4AA8-94E2-2DC4A6235F6F}" dt="2020-06-28T13:49:00.701" v="1208"/>
          <ac:spMkLst>
            <pc:docMk/>
            <pc:sldMk cId="3912320322" sldId="3025"/>
            <ac:spMk id="59" creationId="{3037ECCE-0E7E-4302-A224-74A0558C7907}"/>
          </ac:spMkLst>
        </pc:spChg>
        <pc:spChg chg="add del mod">
          <ac:chgData name="Hur Jung" userId="763133add284fb2e" providerId="LiveId" clId="{6C934700-3F3F-4AA8-94E2-2DC4A6235F6F}" dt="2020-06-28T13:49:00.701" v="1208"/>
          <ac:spMkLst>
            <pc:docMk/>
            <pc:sldMk cId="3912320322" sldId="3025"/>
            <ac:spMk id="60" creationId="{3B49C86E-2995-4044-8503-D17610E4A71D}"/>
          </ac:spMkLst>
        </pc:spChg>
        <pc:spChg chg="add del mod">
          <ac:chgData name="Hur Jung" userId="763133add284fb2e" providerId="LiveId" clId="{6C934700-3F3F-4AA8-94E2-2DC4A6235F6F}" dt="2020-06-28T13:49:00.701" v="1208"/>
          <ac:spMkLst>
            <pc:docMk/>
            <pc:sldMk cId="3912320322" sldId="3025"/>
            <ac:spMk id="62" creationId="{5246B7B9-867B-4E44-BEA0-8AAECCD67C72}"/>
          </ac:spMkLst>
        </pc:spChg>
        <pc:spChg chg="add del mod">
          <ac:chgData name="Hur Jung" userId="763133add284fb2e" providerId="LiveId" clId="{6C934700-3F3F-4AA8-94E2-2DC4A6235F6F}" dt="2020-06-28T13:49:00.701" v="1208"/>
          <ac:spMkLst>
            <pc:docMk/>
            <pc:sldMk cId="3912320322" sldId="3025"/>
            <ac:spMk id="63" creationId="{73268568-CC49-49AF-9223-CF82F18A2D11}"/>
          </ac:spMkLst>
        </pc:spChg>
        <pc:spChg chg="mod">
          <ac:chgData name="Hur Jung" userId="763133add284fb2e" providerId="LiveId" clId="{6C934700-3F3F-4AA8-94E2-2DC4A6235F6F}" dt="2020-06-28T13:48:57.096" v="1207"/>
          <ac:spMkLst>
            <pc:docMk/>
            <pc:sldMk cId="3912320322" sldId="3025"/>
            <ac:spMk id="65" creationId="{ACB99D24-29C1-4864-BF47-969ACE4F223F}"/>
          </ac:spMkLst>
        </pc:spChg>
        <pc:spChg chg="add del mod">
          <ac:chgData name="Hur Jung" userId="763133add284fb2e" providerId="LiveId" clId="{6C934700-3F3F-4AA8-94E2-2DC4A6235F6F}" dt="2020-06-28T13:49:00.701" v="1208"/>
          <ac:spMkLst>
            <pc:docMk/>
            <pc:sldMk cId="3912320322" sldId="3025"/>
            <ac:spMk id="67" creationId="{DA0F9D2E-053A-4578-B7CA-80E0FE588DA5}"/>
          </ac:spMkLst>
        </pc:spChg>
        <pc:spChg chg="add del mod">
          <ac:chgData name="Hur Jung" userId="763133add284fb2e" providerId="LiveId" clId="{6C934700-3F3F-4AA8-94E2-2DC4A6235F6F}" dt="2020-06-28T13:49:00.701" v="1208"/>
          <ac:spMkLst>
            <pc:docMk/>
            <pc:sldMk cId="3912320322" sldId="3025"/>
            <ac:spMk id="68" creationId="{C15C0370-7CC8-40CB-B6CA-E49EF69037D6}"/>
          </ac:spMkLst>
        </pc:spChg>
        <pc:spChg chg="add del mod">
          <ac:chgData name="Hur Jung" userId="763133add284fb2e" providerId="LiveId" clId="{6C934700-3F3F-4AA8-94E2-2DC4A6235F6F}" dt="2020-06-28T14:02:57.876" v="1420" actId="478"/>
          <ac:spMkLst>
            <pc:docMk/>
            <pc:sldMk cId="3912320322" sldId="3025"/>
            <ac:spMk id="69" creationId="{69499E80-33EA-487C-8181-FAF1A0D15288}"/>
          </ac:spMkLst>
        </pc:spChg>
        <pc:spChg chg="add del mod">
          <ac:chgData name="Hur Jung" userId="763133add284fb2e" providerId="LiveId" clId="{6C934700-3F3F-4AA8-94E2-2DC4A6235F6F}" dt="2020-06-28T14:02:57.876" v="1420" actId="478"/>
          <ac:spMkLst>
            <pc:docMk/>
            <pc:sldMk cId="3912320322" sldId="3025"/>
            <ac:spMk id="70" creationId="{B805F147-D3FE-45E8-9F37-D7DC1C00E530}"/>
          </ac:spMkLst>
        </pc:spChg>
        <pc:spChg chg="add del mod">
          <ac:chgData name="Hur Jung" userId="763133add284fb2e" providerId="LiveId" clId="{6C934700-3F3F-4AA8-94E2-2DC4A6235F6F}" dt="2020-06-28T14:02:57.876" v="1420" actId="478"/>
          <ac:spMkLst>
            <pc:docMk/>
            <pc:sldMk cId="3912320322" sldId="3025"/>
            <ac:spMk id="71" creationId="{7833AE1A-F392-4596-AD61-2B38012EEA40}"/>
          </ac:spMkLst>
        </pc:spChg>
        <pc:spChg chg="add del mod">
          <ac:chgData name="Hur Jung" userId="763133add284fb2e" providerId="LiveId" clId="{6C934700-3F3F-4AA8-94E2-2DC4A6235F6F}" dt="2020-06-28T14:02:57.876" v="1420" actId="478"/>
          <ac:spMkLst>
            <pc:docMk/>
            <pc:sldMk cId="3912320322" sldId="3025"/>
            <ac:spMk id="72" creationId="{E07C542B-8E7E-425F-9A26-2A965068AE62}"/>
          </ac:spMkLst>
        </pc:spChg>
        <pc:grpChg chg="add del mod">
          <ac:chgData name="Hur Jung" userId="763133add284fb2e" providerId="LiveId" clId="{6C934700-3F3F-4AA8-94E2-2DC4A6235F6F}" dt="2020-06-28T13:49:00.701" v="1208"/>
          <ac:grpSpMkLst>
            <pc:docMk/>
            <pc:sldMk cId="3912320322" sldId="3025"/>
            <ac:grpSpMk id="12" creationId="{AD1B0878-E89B-428C-8C8E-EFE629EA0691}"/>
          </ac:grpSpMkLst>
        </pc:grpChg>
        <pc:grpChg chg="add del mod">
          <ac:chgData name="Hur Jung" userId="763133add284fb2e" providerId="LiveId" clId="{6C934700-3F3F-4AA8-94E2-2DC4A6235F6F}" dt="2020-06-28T13:49:00.701" v="1208"/>
          <ac:grpSpMkLst>
            <pc:docMk/>
            <pc:sldMk cId="3912320322" sldId="3025"/>
            <ac:grpSpMk id="24" creationId="{CD6BBF49-E25A-4692-9080-C7E72E23D2CE}"/>
          </ac:grpSpMkLst>
        </pc:grpChg>
        <pc:grpChg chg="add del mod">
          <ac:chgData name="Hur Jung" userId="763133add284fb2e" providerId="LiveId" clId="{6C934700-3F3F-4AA8-94E2-2DC4A6235F6F}" dt="2020-06-28T13:49:00.701" v="1208"/>
          <ac:grpSpMkLst>
            <pc:docMk/>
            <pc:sldMk cId="3912320322" sldId="3025"/>
            <ac:grpSpMk id="36" creationId="{04D58930-5F0E-4968-82D2-508814F6C617}"/>
          </ac:grpSpMkLst>
        </pc:grpChg>
        <pc:grpChg chg="add del mod">
          <ac:chgData name="Hur Jung" userId="763133add284fb2e" providerId="LiveId" clId="{6C934700-3F3F-4AA8-94E2-2DC4A6235F6F}" dt="2020-06-28T13:49:00.701" v="1208"/>
          <ac:grpSpMkLst>
            <pc:docMk/>
            <pc:sldMk cId="3912320322" sldId="3025"/>
            <ac:grpSpMk id="49" creationId="{DB53F89B-FCDF-4663-AAC6-2CEA399668AF}"/>
          </ac:grpSpMkLst>
        </pc:grpChg>
        <pc:grpChg chg="add del mod">
          <ac:chgData name="Hur Jung" userId="763133add284fb2e" providerId="LiveId" clId="{6C934700-3F3F-4AA8-94E2-2DC4A6235F6F}" dt="2020-06-28T13:49:00.701" v="1208"/>
          <ac:grpSpMkLst>
            <pc:docMk/>
            <pc:sldMk cId="3912320322" sldId="3025"/>
            <ac:grpSpMk id="53" creationId="{AFCAC5AD-B9A9-49C0-8EE1-D599DCCEB5E8}"/>
          </ac:grpSpMkLst>
        </pc:grpChg>
        <pc:grpChg chg="add del mod">
          <ac:chgData name="Hur Jung" userId="763133add284fb2e" providerId="LiveId" clId="{6C934700-3F3F-4AA8-94E2-2DC4A6235F6F}" dt="2020-06-28T13:49:00.701" v="1208"/>
          <ac:grpSpMkLst>
            <pc:docMk/>
            <pc:sldMk cId="3912320322" sldId="3025"/>
            <ac:grpSpMk id="64" creationId="{A1246DC9-236C-4B5D-B8E4-7FE27338E4D2}"/>
          </ac:grpSpMkLst>
        </pc:grpChg>
        <pc:picChg chg="add mod">
          <ac:chgData name="Hur Jung" userId="763133add284fb2e" providerId="LiveId" clId="{6C934700-3F3F-4AA8-94E2-2DC4A6235F6F}" dt="2020-06-29T04:08:06.630" v="4143" actId="1076"/>
          <ac:picMkLst>
            <pc:docMk/>
            <pc:sldMk cId="3912320322" sldId="3025"/>
            <ac:picMk id="2" creationId="{87452587-923E-4D1A-87BE-7BAD3CCB54F4}"/>
          </ac:picMkLst>
        </pc:picChg>
        <pc:picChg chg="add del mod">
          <ac:chgData name="Hur Jung" userId="763133add284fb2e" providerId="LiveId" clId="{6C934700-3F3F-4AA8-94E2-2DC4A6235F6F}" dt="2020-06-28T13:57:13.347" v="1307" actId="478"/>
          <ac:picMkLst>
            <pc:docMk/>
            <pc:sldMk cId="3912320322" sldId="3025"/>
            <ac:picMk id="2" creationId="{95C901CF-DBF2-47D8-A833-4AD5B0AC9E29}"/>
          </ac:picMkLst>
        </pc:picChg>
        <pc:picChg chg="add del mod">
          <ac:chgData name="Hur Jung" userId="763133add284fb2e" providerId="LiveId" clId="{6C934700-3F3F-4AA8-94E2-2DC4A6235F6F}" dt="2020-06-28T14:02:57.876" v="1420" actId="478"/>
          <ac:picMkLst>
            <pc:docMk/>
            <pc:sldMk cId="3912320322" sldId="3025"/>
            <ac:picMk id="6" creationId="{49EAFE2E-6266-425B-82C9-0A49FEFC8A8D}"/>
          </ac:picMkLst>
        </pc:picChg>
        <pc:picChg chg="mod">
          <ac:chgData name="Hur Jung" userId="763133add284fb2e" providerId="LiveId" clId="{6C934700-3F3F-4AA8-94E2-2DC4A6235F6F}" dt="2020-06-28T13:48:57.096" v="1207"/>
          <ac:picMkLst>
            <pc:docMk/>
            <pc:sldMk cId="3912320322" sldId="3025"/>
            <ac:picMk id="13" creationId="{861C749E-3003-420A-AE89-B5AE4A91DCE5}"/>
          </ac:picMkLst>
        </pc:picChg>
        <pc:picChg chg="mod">
          <ac:chgData name="Hur Jung" userId="763133add284fb2e" providerId="LiveId" clId="{6C934700-3F3F-4AA8-94E2-2DC4A6235F6F}" dt="2020-06-28T13:48:57.096" v="1207"/>
          <ac:picMkLst>
            <pc:docMk/>
            <pc:sldMk cId="3912320322" sldId="3025"/>
            <ac:picMk id="26" creationId="{56B11739-7272-44C6-9C7E-7FAAD0C62572}"/>
          </ac:picMkLst>
        </pc:picChg>
        <pc:picChg chg="add del mod">
          <ac:chgData name="Hur Jung" userId="763133add284fb2e" providerId="LiveId" clId="{6C934700-3F3F-4AA8-94E2-2DC4A6235F6F}" dt="2020-06-28T13:49:00.701" v="1208"/>
          <ac:picMkLst>
            <pc:docMk/>
            <pc:sldMk cId="3912320322" sldId="3025"/>
            <ac:picMk id="32" creationId="{6A71DC29-8161-41B6-95B3-914280B6170A}"/>
          </ac:picMkLst>
        </pc:picChg>
        <pc:picChg chg="mod">
          <ac:chgData name="Hur Jung" userId="763133add284fb2e" providerId="LiveId" clId="{6C934700-3F3F-4AA8-94E2-2DC4A6235F6F}" dt="2020-06-28T13:48:57.096" v="1207"/>
          <ac:picMkLst>
            <pc:docMk/>
            <pc:sldMk cId="3912320322" sldId="3025"/>
            <ac:picMk id="37" creationId="{2CE7D137-F85A-4A11-8521-BD5FEBF2D336}"/>
          </ac:picMkLst>
        </pc:picChg>
        <pc:picChg chg="add del mod">
          <ac:chgData name="Hur Jung" userId="763133add284fb2e" providerId="LiveId" clId="{6C934700-3F3F-4AA8-94E2-2DC4A6235F6F}" dt="2020-06-28T13:49:00.701" v="1208"/>
          <ac:picMkLst>
            <pc:docMk/>
            <pc:sldMk cId="3912320322" sldId="3025"/>
            <ac:picMk id="48" creationId="{157CEA52-9F2C-4427-A262-57B3C75F143C}"/>
          </ac:picMkLst>
        </pc:picChg>
        <pc:picChg chg="mod">
          <ac:chgData name="Hur Jung" userId="763133add284fb2e" providerId="LiveId" clId="{6C934700-3F3F-4AA8-94E2-2DC4A6235F6F}" dt="2020-06-28T13:48:57.096" v="1207"/>
          <ac:picMkLst>
            <pc:docMk/>
            <pc:sldMk cId="3912320322" sldId="3025"/>
            <ac:picMk id="51" creationId="{356BA588-232F-4C7E-A14B-ABFA5A5A6221}"/>
          </ac:picMkLst>
        </pc:picChg>
        <pc:picChg chg="mod">
          <ac:chgData name="Hur Jung" userId="763133add284fb2e" providerId="LiveId" clId="{6C934700-3F3F-4AA8-94E2-2DC4A6235F6F}" dt="2020-06-28T13:48:57.096" v="1207"/>
          <ac:picMkLst>
            <pc:docMk/>
            <pc:sldMk cId="3912320322" sldId="3025"/>
            <ac:picMk id="54" creationId="{C88DFDA4-B7B5-4C85-902F-77D233B5BBC8}"/>
          </ac:picMkLst>
        </pc:picChg>
        <pc:picChg chg="add del mod">
          <ac:chgData name="Hur Jung" userId="763133add284fb2e" providerId="LiveId" clId="{6C934700-3F3F-4AA8-94E2-2DC4A6235F6F}" dt="2020-06-28T13:49:00.701" v="1208"/>
          <ac:picMkLst>
            <pc:docMk/>
            <pc:sldMk cId="3912320322" sldId="3025"/>
            <ac:picMk id="61" creationId="{88293DFC-D0AC-4A69-B90D-98109C9AA2BA}"/>
          </ac:picMkLst>
        </pc:picChg>
        <pc:picChg chg="mod">
          <ac:chgData name="Hur Jung" userId="763133add284fb2e" providerId="LiveId" clId="{6C934700-3F3F-4AA8-94E2-2DC4A6235F6F}" dt="2020-06-28T13:48:57.096" v="1207"/>
          <ac:picMkLst>
            <pc:docMk/>
            <pc:sldMk cId="3912320322" sldId="3025"/>
            <ac:picMk id="66" creationId="{89325671-25B4-4DFB-A71E-C3A71FCA3B6F}"/>
          </ac:picMkLst>
        </pc:picChg>
      </pc:sldChg>
      <pc:sldChg chg="addSp delSp modSp add mod">
        <pc:chgData name="Hur Jung" userId="763133add284fb2e" providerId="LiveId" clId="{6C934700-3F3F-4AA8-94E2-2DC4A6235F6F}" dt="2020-06-29T12:13:27.788" v="4811" actId="20577"/>
        <pc:sldMkLst>
          <pc:docMk/>
          <pc:sldMk cId="1725640419" sldId="3026"/>
        </pc:sldMkLst>
        <pc:spChg chg="add del mod">
          <ac:chgData name="Hur Jung" userId="763133add284fb2e" providerId="LiveId" clId="{6C934700-3F3F-4AA8-94E2-2DC4A6235F6F}" dt="2020-06-29T04:18:10.985" v="4265" actId="478"/>
          <ac:spMkLst>
            <pc:docMk/>
            <pc:sldMk cId="1725640419" sldId="3026"/>
            <ac:spMk id="3" creationId="{F670031E-93FB-4DAD-9A58-C17937AACD8D}"/>
          </ac:spMkLst>
        </pc:spChg>
        <pc:spChg chg="mod">
          <ac:chgData name="Hur Jung" userId="763133add284fb2e" providerId="LiveId" clId="{6C934700-3F3F-4AA8-94E2-2DC4A6235F6F}" dt="2020-06-29T12:13:27.788" v="4811" actId="20577"/>
          <ac:spMkLst>
            <pc:docMk/>
            <pc:sldMk cId="1725640419" sldId="3026"/>
            <ac:spMk id="10" creationId="{8CB33231-7BC0-4297-8306-B846C63A0F3B}"/>
          </ac:spMkLst>
        </pc:spChg>
        <pc:spChg chg="add mod">
          <ac:chgData name="Hur Jung" userId="763133add284fb2e" providerId="LiveId" clId="{6C934700-3F3F-4AA8-94E2-2DC4A6235F6F}" dt="2020-06-29T04:20:09.890" v="4317" actId="20577"/>
          <ac:spMkLst>
            <pc:docMk/>
            <pc:sldMk cId="1725640419" sldId="3026"/>
            <ac:spMk id="11" creationId="{75835054-65DA-4EA3-BF88-BB4642598F4C}"/>
          </ac:spMkLst>
        </pc:spChg>
        <pc:graphicFrameChg chg="add del mod">
          <ac:chgData name="Hur Jung" userId="763133add284fb2e" providerId="LiveId" clId="{6C934700-3F3F-4AA8-94E2-2DC4A6235F6F}" dt="2020-06-29T05:07:14.940" v="4782" actId="478"/>
          <ac:graphicFrameMkLst>
            <pc:docMk/>
            <pc:sldMk cId="1725640419" sldId="3026"/>
            <ac:graphicFrameMk id="4" creationId="{A707EBC9-9133-4F2F-BDFE-3E5F8234085B}"/>
          </ac:graphicFrameMkLst>
        </pc:graphicFrameChg>
        <pc:picChg chg="mod">
          <ac:chgData name="Hur Jung" userId="763133add284fb2e" providerId="LiveId" clId="{6C934700-3F3F-4AA8-94E2-2DC4A6235F6F}" dt="2020-06-29T04:19:08.478" v="4310" actId="1076"/>
          <ac:picMkLst>
            <pc:docMk/>
            <pc:sldMk cId="1725640419" sldId="3026"/>
            <ac:picMk id="2" creationId="{95C901CF-DBF2-47D8-A833-4AD5B0AC9E29}"/>
          </ac:picMkLst>
        </pc:picChg>
      </pc:sldChg>
      <pc:sldChg chg="addSp delSp modSp add mod">
        <pc:chgData name="Hur Jung" userId="763133add284fb2e" providerId="LiveId" clId="{6C934700-3F3F-4AA8-94E2-2DC4A6235F6F}" dt="2020-06-29T05:06:23.393" v="4779" actId="20577"/>
        <pc:sldMkLst>
          <pc:docMk/>
          <pc:sldMk cId="2927106029" sldId="3027"/>
        </pc:sldMkLst>
        <pc:spChg chg="mod">
          <ac:chgData name="Hur Jung" userId="763133add284fb2e" providerId="LiveId" clId="{6C934700-3F3F-4AA8-94E2-2DC4A6235F6F}" dt="2020-06-29T05:06:23.393" v="4779" actId="20577"/>
          <ac:spMkLst>
            <pc:docMk/>
            <pc:sldMk cId="2927106029" sldId="3027"/>
            <ac:spMk id="10" creationId="{8CB33231-7BC0-4297-8306-B846C63A0F3B}"/>
          </ac:spMkLst>
        </pc:spChg>
        <pc:spChg chg="mod">
          <ac:chgData name="Hur Jung" userId="763133add284fb2e" providerId="LiveId" clId="{6C934700-3F3F-4AA8-94E2-2DC4A6235F6F}" dt="2020-06-29T04:16:59.371" v="4258" actId="1076"/>
          <ac:spMkLst>
            <pc:docMk/>
            <pc:sldMk cId="2927106029" sldId="3027"/>
            <ac:spMk id="69" creationId="{69499E80-33EA-487C-8181-FAF1A0D15288}"/>
          </ac:spMkLst>
        </pc:spChg>
        <pc:spChg chg="mod">
          <ac:chgData name="Hur Jung" userId="763133add284fb2e" providerId="LiveId" clId="{6C934700-3F3F-4AA8-94E2-2DC4A6235F6F}" dt="2020-06-29T04:16:59.371" v="4258" actId="1076"/>
          <ac:spMkLst>
            <pc:docMk/>
            <pc:sldMk cId="2927106029" sldId="3027"/>
            <ac:spMk id="70" creationId="{B805F147-D3FE-45E8-9F37-D7DC1C00E530}"/>
          </ac:spMkLst>
        </pc:spChg>
        <pc:spChg chg="mod">
          <ac:chgData name="Hur Jung" userId="763133add284fb2e" providerId="LiveId" clId="{6C934700-3F3F-4AA8-94E2-2DC4A6235F6F}" dt="2020-06-29T04:16:59.371" v="4258" actId="1076"/>
          <ac:spMkLst>
            <pc:docMk/>
            <pc:sldMk cId="2927106029" sldId="3027"/>
            <ac:spMk id="71" creationId="{7833AE1A-F392-4596-AD61-2B38012EEA40}"/>
          </ac:spMkLst>
        </pc:spChg>
        <pc:spChg chg="mod">
          <ac:chgData name="Hur Jung" userId="763133add284fb2e" providerId="LiveId" clId="{6C934700-3F3F-4AA8-94E2-2DC4A6235F6F}" dt="2020-06-29T04:16:59.371" v="4258" actId="1076"/>
          <ac:spMkLst>
            <pc:docMk/>
            <pc:sldMk cId="2927106029" sldId="3027"/>
            <ac:spMk id="72" creationId="{E07C542B-8E7E-425F-9A26-2A965068AE62}"/>
          </ac:spMkLst>
        </pc:spChg>
        <pc:picChg chg="add mod ord">
          <ac:chgData name="Hur Jung" userId="763133add284fb2e" providerId="LiveId" clId="{6C934700-3F3F-4AA8-94E2-2DC4A6235F6F}" dt="2020-06-29T05:05:13.764" v="4774" actId="167"/>
          <ac:picMkLst>
            <pc:docMk/>
            <pc:sldMk cId="2927106029" sldId="3027"/>
            <ac:picMk id="2" creationId="{4A8A756F-C34F-4BB5-AA27-C0DCED2B1F4B}"/>
          </ac:picMkLst>
        </pc:picChg>
        <pc:picChg chg="del mod">
          <ac:chgData name="Hur Jung" userId="763133add284fb2e" providerId="LiveId" clId="{6C934700-3F3F-4AA8-94E2-2DC4A6235F6F}" dt="2020-06-29T05:05:15.775" v="4775" actId="478"/>
          <ac:picMkLst>
            <pc:docMk/>
            <pc:sldMk cId="2927106029" sldId="3027"/>
            <ac:picMk id="6" creationId="{49EAFE2E-6266-425B-82C9-0A49FEFC8A8D}"/>
          </ac:picMkLst>
        </pc:picChg>
      </pc:sldChg>
      <pc:sldChg chg="addSp delSp modSp add mod">
        <pc:chgData name="Hur Jung" userId="763133add284fb2e" providerId="LiveId" clId="{6C934700-3F3F-4AA8-94E2-2DC4A6235F6F}" dt="2020-06-30T01:29:02.978" v="5154" actId="27636"/>
        <pc:sldMkLst>
          <pc:docMk/>
          <pc:sldMk cId="3415936777" sldId="3028"/>
        </pc:sldMkLst>
        <pc:spChg chg="del mod">
          <ac:chgData name="Hur Jung" userId="763133add284fb2e" providerId="LiveId" clId="{6C934700-3F3F-4AA8-94E2-2DC4A6235F6F}" dt="2020-06-29T01:40:15.630" v="2817" actId="478"/>
          <ac:spMkLst>
            <pc:docMk/>
            <pc:sldMk cId="3415936777" sldId="3028"/>
            <ac:spMk id="3" creationId="{5BDF0DD2-FB13-4DF1-9172-141B596A386C}"/>
          </ac:spMkLst>
        </pc:spChg>
        <pc:spChg chg="del mod">
          <ac:chgData name="Hur Jung" userId="763133add284fb2e" providerId="LiveId" clId="{6C934700-3F3F-4AA8-94E2-2DC4A6235F6F}" dt="2020-06-29T01:40:13.580" v="2816" actId="478"/>
          <ac:spMkLst>
            <pc:docMk/>
            <pc:sldMk cId="3415936777" sldId="3028"/>
            <ac:spMk id="4" creationId="{385C66FE-DFA9-4037-9338-157FA70CBE07}"/>
          </ac:spMkLst>
        </pc:spChg>
        <pc:spChg chg="mod">
          <ac:chgData name="Hur Jung" userId="763133add284fb2e" providerId="LiveId" clId="{6C934700-3F3F-4AA8-94E2-2DC4A6235F6F}" dt="2020-06-29T02:12:54.946" v="3535" actId="20577"/>
          <ac:spMkLst>
            <pc:docMk/>
            <pc:sldMk cId="3415936777" sldId="3028"/>
            <ac:spMk id="5" creationId="{0A3D782D-F80E-490F-AE5C-D702E9109AAF}"/>
          </ac:spMkLst>
        </pc:spChg>
        <pc:spChg chg="mod">
          <ac:chgData name="Hur Jung" userId="763133add284fb2e" providerId="LiveId" clId="{6C934700-3F3F-4AA8-94E2-2DC4A6235F6F}" dt="2020-06-30T01:06:37.354" v="5121" actId="20577"/>
          <ac:spMkLst>
            <pc:docMk/>
            <pc:sldMk cId="3415936777" sldId="3028"/>
            <ac:spMk id="10" creationId="{8CB33231-7BC0-4297-8306-B846C63A0F3B}"/>
          </ac:spMkLst>
        </pc:spChg>
        <pc:spChg chg="add del mod">
          <ac:chgData name="Hur Jung" userId="763133add284fb2e" providerId="LiveId" clId="{6C934700-3F3F-4AA8-94E2-2DC4A6235F6F}" dt="2020-06-30T01:27:58.195" v="5123"/>
          <ac:spMkLst>
            <pc:docMk/>
            <pc:sldMk cId="3415936777" sldId="3028"/>
            <ac:spMk id="13" creationId="{FA4B0DAD-2858-448D-866D-A514C1F2095C}"/>
          </ac:spMkLst>
        </pc:spChg>
        <pc:spChg chg="add del mod">
          <ac:chgData name="Hur Jung" userId="763133add284fb2e" providerId="LiveId" clId="{6C934700-3F3F-4AA8-94E2-2DC4A6235F6F}" dt="2020-06-30T01:27:58.195" v="5123"/>
          <ac:spMkLst>
            <pc:docMk/>
            <pc:sldMk cId="3415936777" sldId="3028"/>
            <ac:spMk id="14" creationId="{2E1AF144-4157-4341-97EA-5B14D21E8404}"/>
          </ac:spMkLst>
        </pc:spChg>
        <pc:spChg chg="add del mod">
          <ac:chgData name="Hur Jung" userId="763133add284fb2e" providerId="LiveId" clId="{6C934700-3F3F-4AA8-94E2-2DC4A6235F6F}" dt="2020-06-30T01:27:58.195" v="5123"/>
          <ac:spMkLst>
            <pc:docMk/>
            <pc:sldMk cId="3415936777" sldId="3028"/>
            <ac:spMk id="15" creationId="{BB24BDEC-CE7E-4A8B-A04E-D20333B6CB97}"/>
          </ac:spMkLst>
        </pc:spChg>
        <pc:spChg chg="add mod">
          <ac:chgData name="Hur Jung" userId="763133add284fb2e" providerId="LiveId" clId="{6C934700-3F3F-4AA8-94E2-2DC4A6235F6F}" dt="2020-06-30T01:29:02.978" v="5154" actId="27636"/>
          <ac:spMkLst>
            <pc:docMk/>
            <pc:sldMk cId="3415936777" sldId="3028"/>
            <ac:spMk id="16" creationId="{767DF058-F351-4ECB-99FC-264391ACC6AA}"/>
          </ac:spMkLst>
        </pc:spChg>
        <pc:spChg chg="mod">
          <ac:chgData name="Hur Jung" userId="763133add284fb2e" providerId="LiveId" clId="{6C934700-3F3F-4AA8-94E2-2DC4A6235F6F}" dt="2020-06-29T01:33:11.749" v="2628"/>
          <ac:spMkLst>
            <pc:docMk/>
            <pc:sldMk cId="3415936777" sldId="3028"/>
            <ac:spMk id="18" creationId="{662CC3D7-7813-4159-B6E7-8AA7B2BD7306}"/>
          </ac:spMkLst>
        </pc:spChg>
        <pc:spChg chg="mod">
          <ac:chgData name="Hur Jung" userId="763133add284fb2e" providerId="LiveId" clId="{6C934700-3F3F-4AA8-94E2-2DC4A6235F6F}" dt="2020-06-29T01:33:08.032" v="2626"/>
          <ac:spMkLst>
            <pc:docMk/>
            <pc:sldMk cId="3415936777" sldId="3028"/>
            <ac:spMk id="19" creationId="{1BC277E5-8E2D-4F36-A5AF-821615DA0462}"/>
          </ac:spMkLst>
        </pc:spChg>
        <pc:spChg chg="add del mod">
          <ac:chgData name="Hur Jung" userId="763133add284fb2e" providerId="LiveId" clId="{6C934700-3F3F-4AA8-94E2-2DC4A6235F6F}" dt="2020-06-30T01:27:58.195" v="5123"/>
          <ac:spMkLst>
            <pc:docMk/>
            <pc:sldMk cId="3415936777" sldId="3028"/>
            <ac:spMk id="22" creationId="{AAFE2A2C-6352-4D32-B5A0-33AEFB20A493}"/>
          </ac:spMkLst>
        </pc:spChg>
        <pc:spChg chg="mod">
          <ac:chgData name="Hur Jung" userId="763133add284fb2e" providerId="LiveId" clId="{6C934700-3F3F-4AA8-94E2-2DC4A6235F6F}" dt="2020-06-29T01:40:47.072" v="2821" actId="14100"/>
          <ac:spMkLst>
            <pc:docMk/>
            <pc:sldMk cId="3415936777" sldId="3028"/>
            <ac:spMk id="26" creationId="{7FC57D96-DAA9-4940-9C8B-4518C08072C3}"/>
          </ac:spMkLst>
        </pc:spChg>
        <pc:spChg chg="add del mod">
          <ac:chgData name="Hur Jung" userId="763133add284fb2e" providerId="LiveId" clId="{6C934700-3F3F-4AA8-94E2-2DC4A6235F6F}" dt="2020-06-30T01:27:58.195" v="5123"/>
          <ac:spMkLst>
            <pc:docMk/>
            <pc:sldMk cId="3415936777" sldId="3028"/>
            <ac:spMk id="30" creationId="{3815E6BA-22AC-4FD5-9F3E-A224AF44F6E5}"/>
          </ac:spMkLst>
        </pc:spChg>
        <pc:spChg chg="mod">
          <ac:chgData name="Hur Jung" userId="763133add284fb2e" providerId="LiveId" clId="{6C934700-3F3F-4AA8-94E2-2DC4A6235F6F}" dt="2020-06-29T01:40:23.177" v="2819" actId="14100"/>
          <ac:spMkLst>
            <pc:docMk/>
            <pc:sldMk cId="3415936777" sldId="3028"/>
            <ac:spMk id="31" creationId="{1EB0D3A9-D72B-49DE-ABE4-6B1BD5D5799B}"/>
          </ac:spMkLst>
        </pc:spChg>
        <pc:spChg chg="add del mod">
          <ac:chgData name="Hur Jung" userId="763133add284fb2e" providerId="LiveId" clId="{6C934700-3F3F-4AA8-94E2-2DC4A6235F6F}" dt="2020-06-30T01:27:58.195" v="5123"/>
          <ac:spMkLst>
            <pc:docMk/>
            <pc:sldMk cId="3415936777" sldId="3028"/>
            <ac:spMk id="32" creationId="{1EB0E9E5-BF70-4403-B993-400451B53E4C}"/>
          </ac:spMkLst>
        </pc:spChg>
        <pc:spChg chg="add del mod">
          <ac:chgData name="Hur Jung" userId="763133add284fb2e" providerId="LiveId" clId="{6C934700-3F3F-4AA8-94E2-2DC4A6235F6F}" dt="2020-06-30T01:27:58.195" v="5123"/>
          <ac:spMkLst>
            <pc:docMk/>
            <pc:sldMk cId="3415936777" sldId="3028"/>
            <ac:spMk id="33" creationId="{720FEA57-6AC7-4259-8A57-7EF7131B78AB}"/>
          </ac:spMkLst>
        </pc:spChg>
        <pc:picChg chg="del">
          <ac:chgData name="Hur Jung" userId="763133add284fb2e" providerId="LiveId" clId="{6C934700-3F3F-4AA8-94E2-2DC4A6235F6F}" dt="2020-06-29T01:34:14.764" v="2632" actId="478"/>
          <ac:picMkLst>
            <pc:docMk/>
            <pc:sldMk cId="3415936777" sldId="3028"/>
            <ac:picMk id="2" creationId="{5B0B472F-247B-4781-991A-2E7CFEB73E38}"/>
          </ac:picMkLst>
        </pc:picChg>
        <pc:picChg chg="add mod">
          <ac:chgData name="Hur Jung" userId="763133add284fb2e" providerId="LiveId" clId="{6C934700-3F3F-4AA8-94E2-2DC4A6235F6F}" dt="2020-06-30T01:28:45.580" v="5151" actId="1076"/>
          <ac:picMkLst>
            <pc:docMk/>
            <pc:sldMk cId="3415936777" sldId="3028"/>
            <ac:picMk id="2" creationId="{DDE4638D-2F4D-4728-96D9-7403860F8A4D}"/>
          </ac:picMkLst>
        </pc:picChg>
        <pc:picChg chg="add del mod">
          <ac:chgData name="Hur Jung" userId="763133add284fb2e" providerId="LiveId" clId="{6C934700-3F3F-4AA8-94E2-2DC4A6235F6F}" dt="2020-06-29T01:33:42.699" v="2630"/>
          <ac:picMkLst>
            <pc:docMk/>
            <pc:sldMk cId="3415936777" sldId="3028"/>
            <ac:picMk id="6" creationId="{1DB14480-EF5B-41D1-8D86-C5A0C8A17111}"/>
          </ac:picMkLst>
        </pc:picChg>
        <pc:picChg chg="add mod ord">
          <ac:chgData name="Hur Jung" userId="763133add284fb2e" providerId="LiveId" clId="{6C934700-3F3F-4AA8-94E2-2DC4A6235F6F}" dt="2020-06-29T01:39:55.181" v="2812" actId="14100"/>
          <ac:picMkLst>
            <pc:docMk/>
            <pc:sldMk cId="3415936777" sldId="3028"/>
            <ac:picMk id="7" creationId="{04B0CF77-EC14-4565-A0BC-67386B6AFFBC}"/>
          </ac:picMkLst>
        </pc:picChg>
        <pc:cxnChg chg="add del mod">
          <ac:chgData name="Hur Jung" userId="763133add284fb2e" providerId="LiveId" clId="{6C934700-3F3F-4AA8-94E2-2DC4A6235F6F}" dt="2020-06-30T01:27:58.195" v="5123"/>
          <ac:cxnSpMkLst>
            <pc:docMk/>
            <pc:sldMk cId="3415936777" sldId="3028"/>
            <ac:cxnSpMk id="23" creationId="{9ADACB0E-0580-4A4E-A7C3-64B701C21026}"/>
          </ac:cxnSpMkLst>
        </pc:cxnChg>
        <pc:cxnChg chg="add del mod">
          <ac:chgData name="Hur Jung" userId="763133add284fb2e" providerId="LiveId" clId="{6C934700-3F3F-4AA8-94E2-2DC4A6235F6F}" dt="2020-06-30T01:27:58.195" v="5123"/>
          <ac:cxnSpMkLst>
            <pc:docMk/>
            <pc:sldMk cId="3415936777" sldId="3028"/>
            <ac:cxnSpMk id="24" creationId="{FD5596BA-59A4-4904-8469-5B38E58B4A07}"/>
          </ac:cxnSpMkLst>
        </pc:cxnChg>
        <pc:cxnChg chg="add del mod">
          <ac:chgData name="Hur Jung" userId="763133add284fb2e" providerId="LiveId" clId="{6C934700-3F3F-4AA8-94E2-2DC4A6235F6F}" dt="2020-06-30T01:27:58.195" v="5123"/>
          <ac:cxnSpMkLst>
            <pc:docMk/>
            <pc:sldMk cId="3415936777" sldId="3028"/>
            <ac:cxnSpMk id="25" creationId="{999C659D-04BA-4001-93A1-D67F7181FAB8}"/>
          </ac:cxnSpMkLst>
        </pc:cxnChg>
        <pc:cxnChg chg="add del mod">
          <ac:chgData name="Hur Jung" userId="763133add284fb2e" providerId="LiveId" clId="{6C934700-3F3F-4AA8-94E2-2DC4A6235F6F}" dt="2020-06-30T01:27:58.195" v="5123"/>
          <ac:cxnSpMkLst>
            <pc:docMk/>
            <pc:sldMk cId="3415936777" sldId="3028"/>
            <ac:cxnSpMk id="27" creationId="{CA7C263D-1A38-4ABB-9FC9-D5D833CA6D56}"/>
          </ac:cxnSpMkLst>
        </pc:cxnChg>
        <pc:cxnChg chg="add del mod">
          <ac:chgData name="Hur Jung" userId="763133add284fb2e" providerId="LiveId" clId="{6C934700-3F3F-4AA8-94E2-2DC4A6235F6F}" dt="2020-06-30T01:27:58.195" v="5123"/>
          <ac:cxnSpMkLst>
            <pc:docMk/>
            <pc:sldMk cId="3415936777" sldId="3028"/>
            <ac:cxnSpMk id="28" creationId="{1CC55058-F166-4E57-B878-5032FAE1B604}"/>
          </ac:cxnSpMkLst>
        </pc:cxnChg>
        <pc:cxnChg chg="add del mod">
          <ac:chgData name="Hur Jung" userId="763133add284fb2e" providerId="LiveId" clId="{6C934700-3F3F-4AA8-94E2-2DC4A6235F6F}" dt="2020-06-30T01:27:58.195" v="5123"/>
          <ac:cxnSpMkLst>
            <pc:docMk/>
            <pc:sldMk cId="3415936777" sldId="3028"/>
            <ac:cxnSpMk id="29" creationId="{C69ABAEA-A926-4558-8852-1CE2576FA0F9}"/>
          </ac:cxnSpMkLst>
        </pc:cxnChg>
        <pc:cxnChg chg="add del mod">
          <ac:chgData name="Hur Jung" userId="763133add284fb2e" providerId="LiveId" clId="{6C934700-3F3F-4AA8-94E2-2DC4A6235F6F}" dt="2020-06-30T01:27:58.195" v="5123"/>
          <ac:cxnSpMkLst>
            <pc:docMk/>
            <pc:sldMk cId="3415936777" sldId="3028"/>
            <ac:cxnSpMk id="34" creationId="{28522AC7-13CD-4A83-9329-B59EDF59BD85}"/>
          </ac:cxnSpMkLst>
        </pc:cxnChg>
        <pc:cxnChg chg="add del mod">
          <ac:chgData name="Hur Jung" userId="763133add284fb2e" providerId="LiveId" clId="{6C934700-3F3F-4AA8-94E2-2DC4A6235F6F}" dt="2020-06-30T01:27:58.195" v="5123"/>
          <ac:cxnSpMkLst>
            <pc:docMk/>
            <pc:sldMk cId="3415936777" sldId="3028"/>
            <ac:cxnSpMk id="35" creationId="{C4B86752-8903-4042-BAE0-11B33DE340ED}"/>
          </ac:cxnSpMkLst>
        </pc:cxnChg>
        <pc:cxnChg chg="add del mod">
          <ac:chgData name="Hur Jung" userId="763133add284fb2e" providerId="LiveId" clId="{6C934700-3F3F-4AA8-94E2-2DC4A6235F6F}" dt="2020-06-30T01:27:58.195" v="5123"/>
          <ac:cxnSpMkLst>
            <pc:docMk/>
            <pc:sldMk cId="3415936777" sldId="3028"/>
            <ac:cxnSpMk id="36" creationId="{400A7CB0-AF2F-4484-B3DE-00E27995DD40}"/>
          </ac:cxnSpMkLst>
        </pc:cxnChg>
      </pc:sldChg>
      <pc:sldChg chg="addSp delSp modSp add mod">
        <pc:chgData name="Hur Jung" userId="763133add284fb2e" providerId="LiveId" clId="{6C934700-3F3F-4AA8-94E2-2DC4A6235F6F}" dt="2020-06-30T01:45:06.605" v="5215" actId="20577"/>
        <pc:sldMkLst>
          <pc:docMk/>
          <pc:sldMk cId="348684460" sldId="3029"/>
        </pc:sldMkLst>
        <pc:spChg chg="add del mod">
          <ac:chgData name="Hur Jung" userId="763133add284fb2e" providerId="LiveId" clId="{6C934700-3F3F-4AA8-94E2-2DC4A6235F6F}" dt="2020-06-29T04:45:10.773" v="4572" actId="478"/>
          <ac:spMkLst>
            <pc:docMk/>
            <pc:sldMk cId="348684460" sldId="3029"/>
            <ac:spMk id="4" creationId="{07C98095-8E1C-46D0-9EB6-97EE6EC8149B}"/>
          </ac:spMkLst>
        </pc:spChg>
        <pc:spChg chg="mod">
          <ac:chgData name="Hur Jung" userId="763133add284fb2e" providerId="LiveId" clId="{6C934700-3F3F-4AA8-94E2-2DC4A6235F6F}" dt="2020-06-29T01:46:11.059" v="3002"/>
          <ac:spMkLst>
            <pc:docMk/>
            <pc:sldMk cId="348684460" sldId="3029"/>
            <ac:spMk id="5" creationId="{0A3D782D-F80E-490F-AE5C-D702E9109AAF}"/>
          </ac:spMkLst>
        </pc:spChg>
        <pc:spChg chg="mod">
          <ac:chgData name="Hur Jung" userId="763133add284fb2e" providerId="LiveId" clId="{6C934700-3F3F-4AA8-94E2-2DC4A6235F6F}" dt="2020-06-30T01:45:06.605" v="5215" actId="20577"/>
          <ac:spMkLst>
            <pc:docMk/>
            <pc:sldMk cId="348684460" sldId="3029"/>
            <ac:spMk id="10" creationId="{8CB33231-7BC0-4297-8306-B846C63A0F3B}"/>
          </ac:spMkLst>
        </pc:spChg>
        <pc:spChg chg="mod">
          <ac:chgData name="Hur Jung" userId="763133add284fb2e" providerId="LiveId" clId="{6C934700-3F3F-4AA8-94E2-2DC4A6235F6F}" dt="2020-06-30T01:35:49.628" v="5196" actId="20577"/>
          <ac:spMkLst>
            <pc:docMk/>
            <pc:sldMk cId="348684460" sldId="3029"/>
            <ac:spMk id="12" creationId="{9709F954-3D44-4AD2-84B0-9D59B6C34E20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13" creationId="{8AC2A2AA-333D-433C-9F54-C73858E0A9FE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14" creationId="{CCEDEB24-B686-4021-8D07-225DDA5925FF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15" creationId="{6EAD9794-84D7-456F-804D-433FAA9550BD}"/>
          </ac:spMkLst>
        </pc:spChg>
        <pc:spChg chg="mod">
          <ac:chgData name="Hur Jung" userId="763133add284fb2e" providerId="LiveId" clId="{6C934700-3F3F-4AA8-94E2-2DC4A6235F6F}" dt="2020-06-29T01:46:15.875" v="3004"/>
          <ac:spMkLst>
            <pc:docMk/>
            <pc:sldMk cId="348684460" sldId="3029"/>
            <ac:spMk id="18" creationId="{662CC3D7-7813-4159-B6E7-8AA7B2BD7306}"/>
          </ac:spMkLst>
        </pc:spChg>
        <pc:spChg chg="mod">
          <ac:chgData name="Hur Jung" userId="763133add284fb2e" providerId="LiveId" clId="{6C934700-3F3F-4AA8-94E2-2DC4A6235F6F}" dt="2020-06-29T01:46:14.321" v="3003"/>
          <ac:spMkLst>
            <pc:docMk/>
            <pc:sldMk cId="348684460" sldId="3029"/>
            <ac:spMk id="19" creationId="{1BC277E5-8E2D-4F36-A5AF-821615DA0462}"/>
          </ac:spMkLst>
        </pc:spChg>
        <pc:spChg chg="mod">
          <ac:chgData name="Hur Jung" userId="763133add284fb2e" providerId="LiveId" clId="{6C934700-3F3F-4AA8-94E2-2DC4A6235F6F}" dt="2020-06-29T01:47:08.318" v="3026"/>
          <ac:spMkLst>
            <pc:docMk/>
            <pc:sldMk cId="348684460" sldId="3029"/>
            <ac:spMk id="23" creationId="{D6DD3C71-D698-41F9-B864-24EBFEC728EF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24" creationId="{31C2A7DD-6F3F-492B-BA62-63BC98045166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25" creationId="{28DF58F3-C4B5-44B9-BCB5-0DC61F9F19EA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26" creationId="{3F8706B4-15B4-4D39-8EE0-4C96993D6A3D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27" creationId="{4A9EDDE7-8525-4595-80FE-F967201DBDAC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28" creationId="{3AB8872B-002D-4ED8-9972-1581781A51CC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29" creationId="{601A0AC8-F874-45E9-A929-C891DF196062}"/>
          </ac:spMkLst>
        </pc:spChg>
        <pc:spChg chg="mod">
          <ac:chgData name="Hur Jung" userId="763133add284fb2e" providerId="LiveId" clId="{6C934700-3F3F-4AA8-94E2-2DC4A6235F6F}" dt="2020-06-29T01:47:08.318" v="3026"/>
          <ac:spMkLst>
            <pc:docMk/>
            <pc:sldMk cId="348684460" sldId="3029"/>
            <ac:spMk id="31" creationId="{513BD0E0-63F9-4102-A596-121709E6E88E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33" creationId="{1464B319-1CA8-4276-AAB0-14D491E10394}"/>
          </ac:spMkLst>
        </pc:spChg>
        <pc:spChg chg="mod">
          <ac:chgData name="Hur Jung" userId="763133add284fb2e" providerId="LiveId" clId="{6C934700-3F3F-4AA8-94E2-2DC4A6235F6F}" dt="2020-06-29T01:47:08.318" v="3026"/>
          <ac:spMkLst>
            <pc:docMk/>
            <pc:sldMk cId="348684460" sldId="3029"/>
            <ac:spMk id="35" creationId="{FC6D7043-6A8B-4E67-A48B-F4DC61D74A96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37" creationId="{CAD71F3E-9C5C-4CFD-B0B0-02965F1D9F75}"/>
          </ac:spMkLst>
        </pc:spChg>
        <pc:spChg chg="mod">
          <ac:chgData name="Hur Jung" userId="763133add284fb2e" providerId="LiveId" clId="{6C934700-3F3F-4AA8-94E2-2DC4A6235F6F}" dt="2020-06-29T01:47:08.318" v="3026"/>
          <ac:spMkLst>
            <pc:docMk/>
            <pc:sldMk cId="348684460" sldId="3029"/>
            <ac:spMk id="39" creationId="{8B371ED7-C43C-4593-BFBF-51C109E5F761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41" creationId="{B912049D-6798-4E8E-AF65-EDFA8E3AD10F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42" creationId="{99D5D310-EF27-4B84-B788-846AEC5DA4B3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43" creationId="{04E7D7E8-2991-4113-AEF4-30CDA66DD35D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44" creationId="{A15366D4-F960-4820-BEFA-C80ABEACE08F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45" creationId="{2C4C504B-677E-428C-BA2B-CDB6637D9C98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46" creationId="{CDADE0C1-FFC2-477A-A2EB-8749C96B5C2C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47" creationId="{F7660523-8369-4A1C-86F1-53A8B018263E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48" creationId="{52BE324B-AE81-46A5-8A5B-2EFD0B0BC93C}"/>
          </ac:spMkLst>
        </pc:spChg>
        <pc:spChg chg="mod">
          <ac:chgData name="Hur Jung" userId="763133add284fb2e" providerId="LiveId" clId="{6C934700-3F3F-4AA8-94E2-2DC4A6235F6F}" dt="2020-06-29T01:47:08.318" v="3026"/>
          <ac:spMkLst>
            <pc:docMk/>
            <pc:sldMk cId="348684460" sldId="3029"/>
            <ac:spMk id="50" creationId="{D00C9C44-04E7-4839-AADB-7BB8E8AD3CD0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52" creationId="{BDB6A99F-0371-4BA8-AEC3-993285E179E7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53" creationId="{B1D19E36-F08E-4484-8A17-E59115A68869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54" creationId="{6257FDE2-8C4A-44DE-983C-37B4E345BE64}"/>
          </ac:spMkLst>
        </pc:spChg>
        <pc:spChg chg="mod">
          <ac:chgData name="Hur Jung" userId="763133add284fb2e" providerId="LiveId" clId="{6C934700-3F3F-4AA8-94E2-2DC4A6235F6F}" dt="2020-06-29T01:47:08.318" v="3026"/>
          <ac:spMkLst>
            <pc:docMk/>
            <pc:sldMk cId="348684460" sldId="3029"/>
            <ac:spMk id="57" creationId="{8806F344-B510-491F-AC39-70566BEE90A2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58" creationId="{050A0C5D-5B39-4F7C-B7EF-A9918233222A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59" creationId="{B5BA2A10-9701-48CE-B8F5-0714F69E08F0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60" creationId="{E2FD3331-9080-499B-9967-AEB9934A5E36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61" creationId="{C1D6A3E9-5A9F-449A-A916-06E84CC22FA1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62" creationId="{814B789B-6EA1-4AE0-858F-E546313BEB65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63" creationId="{868910CB-5F55-43E2-AD05-1BB6224726CD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64" creationId="{48A54FEF-212D-40D1-98D4-A160E80E23BE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65" creationId="{31BB37D9-2A23-4650-ABE9-77C98E337EB8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66" creationId="{87E4D64C-4B79-45DC-8AF7-F2E6E8B93E75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67" creationId="{1DA0DFB0-E0AC-4133-A0FE-1CED6D1B6E9A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68" creationId="{C35AFB2E-7081-4117-B750-DE9F8EF18914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69" creationId="{DCDD0E5C-F6EF-4143-91A7-22769226DD65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70" creationId="{55EDA030-4075-4124-845A-74A45D99C0FC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71" creationId="{F6CA71EA-7009-46DB-9FC1-73E48B07BC67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72" creationId="{63060D0A-E5E2-44F3-8CF4-EABFDFD8F740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73" creationId="{9CDBD02C-FEF6-4E48-92E3-6C6387EC039A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74" creationId="{BE698A3D-54E7-4389-92CD-C6A489EFF51C}"/>
          </ac:spMkLst>
        </pc:spChg>
        <pc:spChg chg="add del mod">
          <ac:chgData name="Hur Jung" userId="763133add284fb2e" providerId="LiveId" clId="{6C934700-3F3F-4AA8-94E2-2DC4A6235F6F}" dt="2020-06-29T01:47:09.758" v="3027"/>
          <ac:spMkLst>
            <pc:docMk/>
            <pc:sldMk cId="348684460" sldId="3029"/>
            <ac:spMk id="75" creationId="{734CC765-F754-4725-B7CB-02A9C4C7F2CA}"/>
          </ac:spMkLst>
        </pc:spChg>
        <pc:grpChg chg="add del mod">
          <ac:chgData name="Hur Jung" userId="763133add284fb2e" providerId="LiveId" clId="{6C934700-3F3F-4AA8-94E2-2DC4A6235F6F}" dt="2020-06-29T01:47:09.758" v="3027"/>
          <ac:grpSpMkLst>
            <pc:docMk/>
            <pc:sldMk cId="348684460" sldId="3029"/>
            <ac:grpSpMk id="16" creationId="{8DB1B9AA-C9BE-4A50-9A36-9506D7AACA52}"/>
          </ac:grpSpMkLst>
        </pc:grpChg>
        <pc:grpChg chg="add del mod">
          <ac:chgData name="Hur Jung" userId="763133add284fb2e" providerId="LiveId" clId="{6C934700-3F3F-4AA8-94E2-2DC4A6235F6F}" dt="2020-06-29T01:47:09.758" v="3027"/>
          <ac:grpSpMkLst>
            <pc:docMk/>
            <pc:sldMk cId="348684460" sldId="3029"/>
            <ac:grpSpMk id="30" creationId="{21CA9B2C-3B15-410B-8E9B-07EAA1ABC18B}"/>
          </ac:grpSpMkLst>
        </pc:grpChg>
        <pc:grpChg chg="add del mod">
          <ac:chgData name="Hur Jung" userId="763133add284fb2e" providerId="LiveId" clId="{6C934700-3F3F-4AA8-94E2-2DC4A6235F6F}" dt="2020-06-29T01:47:09.758" v="3027"/>
          <ac:grpSpMkLst>
            <pc:docMk/>
            <pc:sldMk cId="348684460" sldId="3029"/>
            <ac:grpSpMk id="34" creationId="{3807329E-3EF4-4FA5-B248-14FCC2446814}"/>
          </ac:grpSpMkLst>
        </pc:grpChg>
        <pc:grpChg chg="add del mod">
          <ac:chgData name="Hur Jung" userId="763133add284fb2e" providerId="LiveId" clId="{6C934700-3F3F-4AA8-94E2-2DC4A6235F6F}" dt="2020-06-29T01:47:09.758" v="3027"/>
          <ac:grpSpMkLst>
            <pc:docMk/>
            <pc:sldMk cId="348684460" sldId="3029"/>
            <ac:grpSpMk id="38" creationId="{EC1857BA-0BF1-45A8-9041-56D3101D80C0}"/>
          </ac:grpSpMkLst>
        </pc:grpChg>
        <pc:grpChg chg="add del mod">
          <ac:chgData name="Hur Jung" userId="763133add284fb2e" providerId="LiveId" clId="{6C934700-3F3F-4AA8-94E2-2DC4A6235F6F}" dt="2020-06-29T01:47:09.758" v="3027"/>
          <ac:grpSpMkLst>
            <pc:docMk/>
            <pc:sldMk cId="348684460" sldId="3029"/>
            <ac:grpSpMk id="49" creationId="{600158B6-9AB0-487A-972C-357A319E0546}"/>
          </ac:grpSpMkLst>
        </pc:grpChg>
        <pc:grpChg chg="add del mod">
          <ac:chgData name="Hur Jung" userId="763133add284fb2e" providerId="LiveId" clId="{6C934700-3F3F-4AA8-94E2-2DC4A6235F6F}" dt="2020-06-29T01:47:09.758" v="3027"/>
          <ac:grpSpMkLst>
            <pc:docMk/>
            <pc:sldMk cId="348684460" sldId="3029"/>
            <ac:grpSpMk id="55" creationId="{DEBA3DDA-5B5E-4B75-B100-9BF6164DB244}"/>
          </ac:grpSpMkLst>
        </pc:grpChg>
        <pc:picChg chg="add mod">
          <ac:chgData name="Hur Jung" userId="763133add284fb2e" providerId="LiveId" clId="{6C934700-3F3F-4AA8-94E2-2DC4A6235F6F}" dt="2020-06-29T01:46:49.610" v="3023" actId="1076"/>
          <ac:picMkLst>
            <pc:docMk/>
            <pc:sldMk cId="348684460" sldId="3029"/>
            <ac:picMk id="2" creationId="{87896AF5-5363-4B23-93C3-71E621D8861E}"/>
          </ac:picMkLst>
        </pc:picChg>
        <pc:picChg chg="add del mod">
          <ac:chgData name="Hur Jung" userId="763133add284fb2e" providerId="LiveId" clId="{6C934700-3F3F-4AA8-94E2-2DC4A6235F6F}" dt="2020-06-29T04:49:22.849" v="4618" actId="478"/>
          <ac:picMkLst>
            <pc:docMk/>
            <pc:sldMk cId="348684460" sldId="3029"/>
            <ac:picMk id="3" creationId="{A66F157C-B759-41B5-9CA9-51B05DA7336E}"/>
          </ac:picMkLst>
        </pc:picChg>
        <pc:picChg chg="add del mod">
          <ac:chgData name="Hur Jung" userId="763133add284fb2e" providerId="LiveId" clId="{6C934700-3F3F-4AA8-94E2-2DC4A6235F6F}" dt="2020-06-29T04:52:25.398" v="4655" actId="478"/>
          <ac:picMkLst>
            <pc:docMk/>
            <pc:sldMk cId="348684460" sldId="3029"/>
            <ac:picMk id="6" creationId="{77FE2D8C-A159-423E-AED1-88D4A7EB7BB9}"/>
          </ac:picMkLst>
        </pc:picChg>
        <pc:picChg chg="add mod">
          <ac:chgData name="Hur Jung" userId="763133add284fb2e" providerId="LiveId" clId="{6C934700-3F3F-4AA8-94E2-2DC4A6235F6F}" dt="2020-06-29T04:52:27.713" v="4656" actId="1076"/>
          <ac:picMkLst>
            <pc:docMk/>
            <pc:sldMk cId="348684460" sldId="3029"/>
            <ac:picMk id="7" creationId="{74A54F86-8AC3-4A69-97A1-3427B3B0895F}"/>
          </ac:picMkLst>
        </pc:picChg>
        <pc:picChg chg="del">
          <ac:chgData name="Hur Jung" userId="763133add284fb2e" providerId="LiveId" clId="{6C934700-3F3F-4AA8-94E2-2DC4A6235F6F}" dt="2020-06-29T01:46:35.259" v="3019" actId="478"/>
          <ac:picMkLst>
            <pc:docMk/>
            <pc:sldMk cId="348684460" sldId="3029"/>
            <ac:picMk id="11" creationId="{8949A67D-CA5C-4577-87C5-26B1117675D3}"/>
          </ac:picMkLst>
        </pc:picChg>
        <pc:picChg chg="mod">
          <ac:chgData name="Hur Jung" userId="763133add284fb2e" providerId="LiveId" clId="{6C934700-3F3F-4AA8-94E2-2DC4A6235F6F}" dt="2020-06-29T01:47:08.318" v="3026"/>
          <ac:picMkLst>
            <pc:docMk/>
            <pc:sldMk cId="348684460" sldId="3029"/>
            <ac:picMk id="22" creationId="{FA019CED-E1AC-4120-B795-BAEB47C7EB35}"/>
          </ac:picMkLst>
        </pc:picChg>
        <pc:picChg chg="mod">
          <ac:chgData name="Hur Jung" userId="763133add284fb2e" providerId="LiveId" clId="{6C934700-3F3F-4AA8-94E2-2DC4A6235F6F}" dt="2020-06-29T01:47:08.318" v="3026"/>
          <ac:picMkLst>
            <pc:docMk/>
            <pc:sldMk cId="348684460" sldId="3029"/>
            <ac:picMk id="32" creationId="{149B84CA-5B35-4F58-AC3C-4BE2DFE93F9C}"/>
          </ac:picMkLst>
        </pc:picChg>
        <pc:picChg chg="mod">
          <ac:chgData name="Hur Jung" userId="763133add284fb2e" providerId="LiveId" clId="{6C934700-3F3F-4AA8-94E2-2DC4A6235F6F}" dt="2020-06-29T01:47:08.318" v="3026"/>
          <ac:picMkLst>
            <pc:docMk/>
            <pc:sldMk cId="348684460" sldId="3029"/>
            <ac:picMk id="36" creationId="{D210B7FA-7257-4420-A102-B2015A524CEE}"/>
          </ac:picMkLst>
        </pc:picChg>
        <pc:picChg chg="mod">
          <ac:chgData name="Hur Jung" userId="763133add284fb2e" providerId="LiveId" clId="{6C934700-3F3F-4AA8-94E2-2DC4A6235F6F}" dt="2020-06-29T01:47:08.318" v="3026"/>
          <ac:picMkLst>
            <pc:docMk/>
            <pc:sldMk cId="348684460" sldId="3029"/>
            <ac:picMk id="40" creationId="{9D8C8DE2-C159-4A07-A668-FAD9164298B6}"/>
          </ac:picMkLst>
        </pc:picChg>
        <pc:picChg chg="mod">
          <ac:chgData name="Hur Jung" userId="763133add284fb2e" providerId="LiveId" clId="{6C934700-3F3F-4AA8-94E2-2DC4A6235F6F}" dt="2020-06-29T01:47:08.318" v="3026"/>
          <ac:picMkLst>
            <pc:docMk/>
            <pc:sldMk cId="348684460" sldId="3029"/>
            <ac:picMk id="51" creationId="{2C135C51-67E1-4584-BE27-F1759B260F0C}"/>
          </ac:picMkLst>
        </pc:picChg>
        <pc:picChg chg="mod">
          <ac:chgData name="Hur Jung" userId="763133add284fb2e" providerId="LiveId" clId="{6C934700-3F3F-4AA8-94E2-2DC4A6235F6F}" dt="2020-06-29T01:47:08.318" v="3026"/>
          <ac:picMkLst>
            <pc:docMk/>
            <pc:sldMk cId="348684460" sldId="3029"/>
            <ac:picMk id="56" creationId="{934B6C48-B444-433D-B311-98EAB4750561}"/>
          </ac:picMkLst>
        </pc:picChg>
      </pc:sldChg>
      <pc:sldChg chg="addSp delSp modSp add mod">
        <pc:chgData name="Hur Jung" userId="763133add284fb2e" providerId="LiveId" clId="{6C934700-3F3F-4AA8-94E2-2DC4A6235F6F}" dt="2020-06-29T04:53:31.435" v="4660" actId="207"/>
        <pc:sldMkLst>
          <pc:docMk/>
          <pc:sldMk cId="1104128794" sldId="3030"/>
        </pc:sldMkLst>
        <pc:spChg chg="mod">
          <ac:chgData name="Hur Jung" userId="763133add284fb2e" providerId="LiveId" clId="{6C934700-3F3F-4AA8-94E2-2DC4A6235F6F}" dt="2020-06-29T02:13:16.121" v="3536"/>
          <ac:spMkLst>
            <pc:docMk/>
            <pc:sldMk cId="1104128794" sldId="3030"/>
            <ac:spMk id="5" creationId="{0A3D782D-F80E-490F-AE5C-D702E9109AAF}"/>
          </ac:spMkLst>
        </pc:spChg>
        <pc:spChg chg="add del mod">
          <ac:chgData name="Hur Jung" userId="763133add284fb2e" providerId="LiveId" clId="{6C934700-3F3F-4AA8-94E2-2DC4A6235F6F}" dt="2020-06-29T02:17:01.635" v="3587"/>
          <ac:spMkLst>
            <pc:docMk/>
            <pc:sldMk cId="1104128794" sldId="3030"/>
            <ac:spMk id="6" creationId="{A86360B6-6978-402A-A81C-DE9E37818A4E}"/>
          </ac:spMkLst>
        </pc:spChg>
        <pc:spChg chg="add del mod">
          <ac:chgData name="Hur Jung" userId="763133add284fb2e" providerId="LiveId" clId="{6C934700-3F3F-4AA8-94E2-2DC4A6235F6F}" dt="2020-06-29T02:17:38.139" v="3616"/>
          <ac:spMkLst>
            <pc:docMk/>
            <pc:sldMk cId="1104128794" sldId="3030"/>
            <ac:spMk id="7" creationId="{AEF5A978-6C3C-4C4B-A397-C7E84D5DE754}"/>
          </ac:spMkLst>
        </pc:spChg>
        <pc:spChg chg="add del mod">
          <ac:chgData name="Hur Jung" userId="763133add284fb2e" providerId="LiveId" clId="{6C934700-3F3F-4AA8-94E2-2DC4A6235F6F}" dt="2020-06-29T02:22:35.498" v="3720" actId="478"/>
          <ac:spMkLst>
            <pc:docMk/>
            <pc:sldMk cId="1104128794" sldId="3030"/>
            <ac:spMk id="8" creationId="{F028AC7A-D355-455F-908A-859D619C6A28}"/>
          </ac:spMkLst>
        </pc:spChg>
        <pc:spChg chg="mod">
          <ac:chgData name="Hur Jung" userId="763133add284fb2e" providerId="LiveId" clId="{6C934700-3F3F-4AA8-94E2-2DC4A6235F6F}" dt="2020-06-29T04:53:31.435" v="4660" actId="207"/>
          <ac:spMkLst>
            <pc:docMk/>
            <pc:sldMk cId="1104128794" sldId="3030"/>
            <ac:spMk id="10" creationId="{8CB33231-7BC0-4297-8306-B846C63A0F3B}"/>
          </ac:spMkLst>
        </pc:spChg>
        <pc:spChg chg="mod">
          <ac:chgData name="Hur Jung" userId="763133add284fb2e" providerId="LiveId" clId="{6C934700-3F3F-4AA8-94E2-2DC4A6235F6F}" dt="2020-06-29T02:13:21.262" v="3538"/>
          <ac:spMkLst>
            <pc:docMk/>
            <pc:sldMk cId="1104128794" sldId="3030"/>
            <ac:spMk id="18" creationId="{662CC3D7-7813-4159-B6E7-8AA7B2BD7306}"/>
          </ac:spMkLst>
        </pc:spChg>
        <pc:spChg chg="mod">
          <ac:chgData name="Hur Jung" userId="763133add284fb2e" providerId="LiveId" clId="{6C934700-3F3F-4AA8-94E2-2DC4A6235F6F}" dt="2020-06-29T02:13:19.683" v="3537"/>
          <ac:spMkLst>
            <pc:docMk/>
            <pc:sldMk cId="1104128794" sldId="3030"/>
            <ac:spMk id="19" creationId="{1BC277E5-8E2D-4F36-A5AF-821615DA0462}"/>
          </ac:spMkLst>
        </pc:spChg>
        <pc:graphicFrameChg chg="add del mod">
          <ac:chgData name="Hur Jung" userId="763133add284fb2e" providerId="LiveId" clId="{6C934700-3F3F-4AA8-94E2-2DC4A6235F6F}" dt="2020-06-29T02:16:18.265" v="3582"/>
          <ac:graphicFrameMkLst>
            <pc:docMk/>
            <pc:sldMk cId="1104128794" sldId="3030"/>
            <ac:graphicFrameMk id="4" creationId="{1E1E39C1-C7B7-4174-8F4B-CE953728A148}"/>
          </ac:graphicFrameMkLst>
        </pc:graphicFrameChg>
        <pc:picChg chg="del">
          <ac:chgData name="Hur Jung" userId="763133add284fb2e" providerId="LiveId" clId="{6C934700-3F3F-4AA8-94E2-2DC4A6235F6F}" dt="2020-06-29T02:13:56.275" v="3539" actId="478"/>
          <ac:picMkLst>
            <pc:docMk/>
            <pc:sldMk cId="1104128794" sldId="3030"/>
            <ac:picMk id="2" creationId="{B9157A32-DCB6-4FFF-A174-8C730D73799E}"/>
          </ac:picMkLst>
        </pc:picChg>
        <pc:picChg chg="add mod">
          <ac:chgData name="Hur Jung" userId="763133add284fb2e" providerId="LiveId" clId="{6C934700-3F3F-4AA8-94E2-2DC4A6235F6F}" dt="2020-06-29T02:14:03.344" v="3542" actId="14100"/>
          <ac:picMkLst>
            <pc:docMk/>
            <pc:sldMk cId="1104128794" sldId="3030"/>
            <ac:picMk id="3" creationId="{293FF09A-7B1B-4B44-9FEF-4E95E4640EDC}"/>
          </ac:picMkLst>
        </pc:picChg>
      </pc:sldChg>
      <pc:sldChg chg="addSp delSp modSp add mod">
        <pc:chgData name="Hur Jung" userId="763133add284fb2e" providerId="LiveId" clId="{6C934700-3F3F-4AA8-94E2-2DC4A6235F6F}" dt="2020-06-29T04:56:54.552" v="4700" actId="6549"/>
        <pc:sldMkLst>
          <pc:docMk/>
          <pc:sldMk cId="3470165594" sldId="3031"/>
        </pc:sldMkLst>
        <pc:spChg chg="mod">
          <ac:chgData name="Hur Jung" userId="763133add284fb2e" providerId="LiveId" clId="{6C934700-3F3F-4AA8-94E2-2DC4A6235F6F}" dt="2020-06-29T03:34:07.615" v="3892"/>
          <ac:spMkLst>
            <pc:docMk/>
            <pc:sldMk cId="3470165594" sldId="3031"/>
            <ac:spMk id="5" creationId="{0A3D782D-F80E-490F-AE5C-D702E9109AAF}"/>
          </ac:spMkLst>
        </pc:spChg>
        <pc:spChg chg="mod">
          <ac:chgData name="Hur Jung" userId="763133add284fb2e" providerId="LiveId" clId="{6C934700-3F3F-4AA8-94E2-2DC4A6235F6F}" dt="2020-06-29T04:56:54.552" v="4700" actId="6549"/>
          <ac:spMkLst>
            <pc:docMk/>
            <pc:sldMk cId="3470165594" sldId="3031"/>
            <ac:spMk id="10" creationId="{8CB33231-7BC0-4297-8306-B846C63A0F3B}"/>
          </ac:spMkLst>
        </pc:spChg>
        <pc:spChg chg="add mod">
          <ac:chgData name="Hur Jung" userId="763133add284fb2e" providerId="LiveId" clId="{6C934700-3F3F-4AA8-94E2-2DC4A6235F6F}" dt="2020-06-29T02:36:11.190" v="3860"/>
          <ac:spMkLst>
            <pc:docMk/>
            <pc:sldMk cId="3470165594" sldId="3031"/>
            <ac:spMk id="22" creationId="{28D13FA1-80C0-4AB7-9263-B375F9653E18}"/>
          </ac:spMkLst>
        </pc:spChg>
        <pc:spChg chg="mod">
          <ac:chgData name="Hur Jung" userId="763133add284fb2e" providerId="LiveId" clId="{6C934700-3F3F-4AA8-94E2-2DC4A6235F6F}" dt="2020-06-29T02:33:14.977" v="3745" actId="14100"/>
          <ac:spMkLst>
            <pc:docMk/>
            <pc:sldMk cId="3470165594" sldId="3031"/>
            <ac:spMk id="26" creationId="{7FC57D96-DAA9-4940-9C8B-4518C08072C3}"/>
          </ac:spMkLst>
        </pc:spChg>
        <pc:spChg chg="del">
          <ac:chgData name="Hur Jung" userId="763133add284fb2e" providerId="LiveId" clId="{6C934700-3F3F-4AA8-94E2-2DC4A6235F6F}" dt="2020-06-29T02:33:19.840" v="3746" actId="478"/>
          <ac:spMkLst>
            <pc:docMk/>
            <pc:sldMk cId="3470165594" sldId="3031"/>
            <ac:spMk id="27" creationId="{3E21458D-4B91-4731-B810-0C22B86701E2}"/>
          </ac:spMkLst>
        </pc:spChg>
        <pc:spChg chg="del">
          <ac:chgData name="Hur Jung" userId="763133add284fb2e" providerId="LiveId" clId="{6C934700-3F3F-4AA8-94E2-2DC4A6235F6F}" dt="2020-06-29T02:31:58.566" v="3735" actId="478"/>
          <ac:spMkLst>
            <pc:docMk/>
            <pc:sldMk cId="3470165594" sldId="3031"/>
            <ac:spMk id="28" creationId="{7E7CAE82-5B9D-4D92-87BF-B131D04A1116}"/>
          </ac:spMkLst>
        </pc:spChg>
        <pc:spChg chg="mod">
          <ac:chgData name="Hur Jung" userId="763133add284fb2e" providerId="LiveId" clId="{6C934700-3F3F-4AA8-94E2-2DC4A6235F6F}" dt="2020-06-29T02:31:50.664" v="3733" actId="120"/>
          <ac:spMkLst>
            <pc:docMk/>
            <pc:sldMk cId="3470165594" sldId="3031"/>
            <ac:spMk id="29" creationId="{6DFD20F0-4FBE-4E4B-A8DD-E2E7C258C5A3}"/>
          </ac:spMkLst>
        </pc:spChg>
        <pc:spChg chg="mod">
          <ac:chgData name="Hur Jung" userId="763133add284fb2e" providerId="LiveId" clId="{6C934700-3F3F-4AA8-94E2-2DC4A6235F6F}" dt="2020-06-29T02:32:34.363" v="3742" actId="14100"/>
          <ac:spMkLst>
            <pc:docMk/>
            <pc:sldMk cId="3470165594" sldId="3031"/>
            <ac:spMk id="30" creationId="{57645C58-C1D1-428B-81CD-48E20D47897D}"/>
          </ac:spMkLst>
        </pc:spChg>
        <pc:spChg chg="del">
          <ac:chgData name="Hur Jung" userId="763133add284fb2e" providerId="LiveId" clId="{6C934700-3F3F-4AA8-94E2-2DC4A6235F6F}" dt="2020-06-29T02:33:19.840" v="3746" actId="478"/>
          <ac:spMkLst>
            <pc:docMk/>
            <pc:sldMk cId="3470165594" sldId="3031"/>
            <ac:spMk id="31" creationId="{1EB0D3A9-D72B-49DE-ABE4-6B1BD5D5799B}"/>
          </ac:spMkLst>
        </pc:spChg>
        <pc:picChg chg="add del mod">
          <ac:chgData name="Hur Jung" userId="763133add284fb2e" providerId="LiveId" clId="{6C934700-3F3F-4AA8-94E2-2DC4A6235F6F}" dt="2020-06-29T02:30:30.522" v="3723"/>
          <ac:picMkLst>
            <pc:docMk/>
            <pc:sldMk cId="3470165594" sldId="3031"/>
            <ac:picMk id="2" creationId="{11381A14-9488-4923-9E51-9F0DDA29D7DF}"/>
          </ac:picMkLst>
        </pc:picChg>
        <pc:picChg chg="add mod ord">
          <ac:chgData name="Hur Jung" userId="763133add284fb2e" providerId="LiveId" clId="{6C934700-3F3F-4AA8-94E2-2DC4A6235F6F}" dt="2020-06-29T02:35:57.459" v="3855" actId="1076"/>
          <ac:picMkLst>
            <pc:docMk/>
            <pc:sldMk cId="3470165594" sldId="3031"/>
            <ac:picMk id="3" creationId="{2345C373-1538-48F0-A249-69381AD9389F}"/>
          </ac:picMkLst>
        </pc:picChg>
        <pc:picChg chg="del">
          <ac:chgData name="Hur Jung" userId="763133add284fb2e" providerId="LiveId" clId="{6C934700-3F3F-4AA8-94E2-2DC4A6235F6F}" dt="2020-06-29T02:30:25.662" v="3721" actId="478"/>
          <ac:picMkLst>
            <pc:docMk/>
            <pc:sldMk cId="3470165594" sldId="3031"/>
            <ac:picMk id="25" creationId="{480768E5-4909-4B43-B32F-7CDB64CF1C65}"/>
          </ac:picMkLst>
        </pc:picChg>
      </pc:sldChg>
      <pc:sldChg chg="addSp delSp modSp add mod">
        <pc:chgData name="Hur Jung" userId="763133add284fb2e" providerId="LiveId" clId="{6C934700-3F3F-4AA8-94E2-2DC4A6235F6F}" dt="2020-06-30T00:50:28.178" v="4882"/>
        <pc:sldMkLst>
          <pc:docMk/>
          <pc:sldMk cId="1437131333" sldId="3032"/>
        </pc:sldMkLst>
        <pc:spChg chg="add del mod">
          <ac:chgData name="Hur Jung" userId="763133add284fb2e" providerId="LiveId" clId="{6C934700-3F3F-4AA8-94E2-2DC4A6235F6F}" dt="2020-06-29T03:37:43.450" v="3935" actId="478"/>
          <ac:spMkLst>
            <pc:docMk/>
            <pc:sldMk cId="1437131333" sldId="3032"/>
            <ac:spMk id="4" creationId="{5536731C-2F44-4C78-BEC1-3007E9D45985}"/>
          </ac:spMkLst>
        </pc:spChg>
        <pc:spChg chg="mod">
          <ac:chgData name="Hur Jung" userId="763133add284fb2e" providerId="LiveId" clId="{6C934700-3F3F-4AA8-94E2-2DC4A6235F6F}" dt="2020-06-29T03:35:09.582" v="3894"/>
          <ac:spMkLst>
            <pc:docMk/>
            <pc:sldMk cId="1437131333" sldId="3032"/>
            <ac:spMk id="5" creationId="{0A3D782D-F80E-490F-AE5C-D702E9109AAF}"/>
          </ac:spMkLst>
        </pc:spChg>
        <pc:spChg chg="add del mod">
          <ac:chgData name="Hur Jung" userId="763133add284fb2e" providerId="LiveId" clId="{6C934700-3F3F-4AA8-94E2-2DC4A6235F6F}" dt="2020-06-29T05:00:15.914" v="4725" actId="478"/>
          <ac:spMkLst>
            <pc:docMk/>
            <pc:sldMk cId="1437131333" sldId="3032"/>
            <ac:spMk id="7" creationId="{6D131002-320C-4AE0-8189-22447044BE8D}"/>
          </ac:spMkLst>
        </pc:spChg>
        <pc:spChg chg="mod">
          <ac:chgData name="Hur Jung" userId="763133add284fb2e" providerId="LiveId" clId="{6C934700-3F3F-4AA8-94E2-2DC4A6235F6F}" dt="2020-06-29T05:00:47.763" v="4761"/>
          <ac:spMkLst>
            <pc:docMk/>
            <pc:sldMk cId="1437131333" sldId="3032"/>
            <ac:spMk id="10" creationId="{8CB33231-7BC0-4297-8306-B846C63A0F3B}"/>
          </ac:spMkLst>
        </pc:spChg>
        <pc:spChg chg="mod">
          <ac:chgData name="Hur Jung" userId="763133add284fb2e" providerId="LiveId" clId="{6C934700-3F3F-4AA8-94E2-2DC4A6235F6F}" dt="2020-06-30T00:50:28.178" v="4882"/>
          <ac:spMkLst>
            <pc:docMk/>
            <pc:sldMk cId="1437131333" sldId="3032"/>
            <ac:spMk id="13" creationId="{B86F70FC-0D38-4F9E-AD9E-E7C1920FE2F9}"/>
          </ac:spMkLst>
        </pc:spChg>
        <pc:picChg chg="del">
          <ac:chgData name="Hur Jung" userId="763133add284fb2e" providerId="LiveId" clId="{6C934700-3F3F-4AA8-94E2-2DC4A6235F6F}" dt="2020-06-29T03:35:24.013" v="3897" actId="478"/>
          <ac:picMkLst>
            <pc:docMk/>
            <pc:sldMk cId="1437131333" sldId="3032"/>
            <ac:picMk id="2" creationId="{EB50262D-41B6-4351-AFF3-2232456FD8D6}"/>
          </ac:picMkLst>
        </pc:picChg>
        <pc:picChg chg="add del mod">
          <ac:chgData name="Hur Jung" userId="763133add284fb2e" providerId="LiveId" clId="{6C934700-3F3F-4AA8-94E2-2DC4A6235F6F}" dt="2020-06-29T03:38:55.542" v="3953" actId="478"/>
          <ac:picMkLst>
            <pc:docMk/>
            <pc:sldMk cId="1437131333" sldId="3032"/>
            <ac:picMk id="3" creationId="{2E65AA03-D844-456F-8F6E-DE8A0071BD45}"/>
          </ac:picMkLst>
        </pc:picChg>
        <pc:picChg chg="add del mod">
          <ac:chgData name="Hur Jung" userId="763133add284fb2e" providerId="LiveId" clId="{6C934700-3F3F-4AA8-94E2-2DC4A6235F6F}" dt="2020-06-29T04:59:54.826" v="4720" actId="478"/>
          <ac:picMkLst>
            <pc:docMk/>
            <pc:sldMk cId="1437131333" sldId="3032"/>
            <ac:picMk id="6" creationId="{797CB4D0-738D-4566-82A1-24FCBF254498}"/>
          </ac:picMkLst>
        </pc:picChg>
        <pc:picChg chg="add mod">
          <ac:chgData name="Hur Jung" userId="763133add284fb2e" providerId="LiveId" clId="{6C934700-3F3F-4AA8-94E2-2DC4A6235F6F}" dt="2020-06-29T04:59:59.187" v="4722" actId="14100"/>
          <ac:picMkLst>
            <pc:docMk/>
            <pc:sldMk cId="1437131333" sldId="3032"/>
            <ac:picMk id="8" creationId="{1058A61F-F4E5-452F-9E44-301E7D8805D0}"/>
          </ac:picMkLst>
        </pc:picChg>
      </pc:sldChg>
      <pc:sldChg chg="addSp delSp modSp add mod">
        <pc:chgData name="Hur Jung" userId="763133add284fb2e" providerId="LiveId" clId="{6C934700-3F3F-4AA8-94E2-2DC4A6235F6F}" dt="2020-06-29T04:57:51.824" v="4707"/>
        <pc:sldMkLst>
          <pc:docMk/>
          <pc:sldMk cId="1843950016" sldId="3033"/>
        </pc:sldMkLst>
        <pc:spChg chg="mod">
          <ac:chgData name="Hur Jung" userId="763133add284fb2e" providerId="LiveId" clId="{6C934700-3F3F-4AA8-94E2-2DC4A6235F6F}" dt="2020-06-29T03:34:25.684" v="3893"/>
          <ac:spMkLst>
            <pc:docMk/>
            <pc:sldMk cId="1843950016" sldId="3033"/>
            <ac:spMk id="5" creationId="{0A3D782D-F80E-490F-AE5C-D702E9109AAF}"/>
          </ac:spMkLst>
        </pc:spChg>
        <pc:spChg chg="mod">
          <ac:chgData name="Hur Jung" userId="763133add284fb2e" providerId="LiveId" clId="{6C934700-3F3F-4AA8-94E2-2DC4A6235F6F}" dt="2020-06-29T04:57:51.824" v="4707"/>
          <ac:spMkLst>
            <pc:docMk/>
            <pc:sldMk cId="1843950016" sldId="3033"/>
            <ac:spMk id="10" creationId="{8CB33231-7BC0-4297-8306-B846C63A0F3B}"/>
          </ac:spMkLst>
        </pc:spChg>
        <pc:spChg chg="add mod">
          <ac:chgData name="Hur Jung" userId="763133add284fb2e" providerId="LiveId" clId="{6C934700-3F3F-4AA8-94E2-2DC4A6235F6F}" dt="2020-06-29T02:39:53.741" v="3886" actId="14100"/>
          <ac:spMkLst>
            <pc:docMk/>
            <pc:sldMk cId="1843950016" sldId="3033"/>
            <ac:spMk id="14" creationId="{3BB02CFA-B8E7-4A9B-B485-BE503E043BCF}"/>
          </ac:spMkLst>
        </pc:spChg>
        <pc:spChg chg="add mod">
          <ac:chgData name="Hur Jung" userId="763133add284fb2e" providerId="LiveId" clId="{6C934700-3F3F-4AA8-94E2-2DC4A6235F6F}" dt="2020-06-29T02:40:04.702" v="3890" actId="122"/>
          <ac:spMkLst>
            <pc:docMk/>
            <pc:sldMk cId="1843950016" sldId="3033"/>
            <ac:spMk id="15" creationId="{4693CABB-58CD-4046-BC93-DB0B486AF1EC}"/>
          </ac:spMkLst>
        </pc:spChg>
        <pc:spChg chg="mod">
          <ac:chgData name="Hur Jung" userId="763133add284fb2e" providerId="LiveId" clId="{6C934700-3F3F-4AA8-94E2-2DC4A6235F6F}" dt="2020-06-29T02:39:21.723" v="3883" actId="14100"/>
          <ac:spMkLst>
            <pc:docMk/>
            <pc:sldMk cId="1843950016" sldId="3033"/>
            <ac:spMk id="26" creationId="{7FC57D96-DAA9-4940-9C8B-4518C08072C3}"/>
          </ac:spMkLst>
        </pc:spChg>
        <pc:spChg chg="mod">
          <ac:chgData name="Hur Jung" userId="763133add284fb2e" providerId="LiveId" clId="{6C934700-3F3F-4AA8-94E2-2DC4A6235F6F}" dt="2020-06-29T02:38:36.114" v="3877" actId="14100"/>
          <ac:spMkLst>
            <pc:docMk/>
            <pc:sldMk cId="1843950016" sldId="3033"/>
            <ac:spMk id="29" creationId="{6DFD20F0-4FBE-4E4B-A8DD-E2E7C258C5A3}"/>
          </ac:spMkLst>
        </pc:spChg>
        <pc:spChg chg="mod">
          <ac:chgData name="Hur Jung" userId="763133add284fb2e" providerId="LiveId" clId="{6C934700-3F3F-4AA8-94E2-2DC4A6235F6F}" dt="2020-06-29T02:38:50.896" v="3879" actId="14100"/>
          <ac:spMkLst>
            <pc:docMk/>
            <pc:sldMk cId="1843950016" sldId="3033"/>
            <ac:spMk id="30" creationId="{57645C58-C1D1-428B-81CD-48E20D47897D}"/>
          </ac:spMkLst>
        </pc:spChg>
        <pc:picChg chg="add mod ord">
          <ac:chgData name="Hur Jung" userId="763133add284fb2e" providerId="LiveId" clId="{6C934700-3F3F-4AA8-94E2-2DC4A6235F6F}" dt="2020-06-29T02:38:24.455" v="3874" actId="1076"/>
          <ac:picMkLst>
            <pc:docMk/>
            <pc:sldMk cId="1843950016" sldId="3033"/>
            <ac:picMk id="2" creationId="{B85BFB0B-C51A-48A6-A65D-968A7A3216C9}"/>
          </ac:picMkLst>
        </pc:picChg>
        <pc:picChg chg="del mod">
          <ac:chgData name="Hur Jung" userId="763133add284fb2e" providerId="LiveId" clId="{6C934700-3F3F-4AA8-94E2-2DC4A6235F6F}" dt="2020-06-29T02:38:18.716" v="3872" actId="478"/>
          <ac:picMkLst>
            <pc:docMk/>
            <pc:sldMk cId="1843950016" sldId="3033"/>
            <ac:picMk id="3" creationId="{2345C373-1538-48F0-A249-69381AD9389F}"/>
          </ac:picMkLst>
        </pc:picChg>
      </pc:sldChg>
      <pc:sldChg chg="addSp delSp modSp add mod">
        <pc:chgData name="Hur Jung" userId="763133add284fb2e" providerId="LiveId" clId="{6C934700-3F3F-4AA8-94E2-2DC4A6235F6F}" dt="2020-06-30T02:05:13.215" v="5218" actId="113"/>
        <pc:sldMkLst>
          <pc:docMk/>
          <pc:sldMk cId="2212779713" sldId="3034"/>
        </pc:sldMkLst>
        <pc:spChg chg="add del mod">
          <ac:chgData name="Hur Jung" userId="763133add284fb2e" providerId="LiveId" clId="{6C934700-3F3F-4AA8-94E2-2DC4A6235F6F}" dt="2020-06-29T04:00:35.652" v="4102" actId="478"/>
          <ac:spMkLst>
            <pc:docMk/>
            <pc:sldMk cId="2212779713" sldId="3034"/>
            <ac:spMk id="3" creationId="{0150C219-F685-4121-9F0A-A2BFB1A4CF25}"/>
          </ac:spMkLst>
        </pc:spChg>
        <pc:spChg chg="mod">
          <ac:chgData name="Hur Jung" userId="763133add284fb2e" providerId="LiveId" clId="{6C934700-3F3F-4AA8-94E2-2DC4A6235F6F}" dt="2020-06-29T05:02:23.669" v="4764"/>
          <ac:spMkLst>
            <pc:docMk/>
            <pc:sldMk cId="2212779713" sldId="3034"/>
            <ac:spMk id="10" creationId="{8CB33231-7BC0-4297-8306-B846C63A0F3B}"/>
          </ac:spMkLst>
        </pc:spChg>
        <pc:spChg chg="mod">
          <ac:chgData name="Hur Jung" userId="763133add284fb2e" providerId="LiveId" clId="{6C934700-3F3F-4AA8-94E2-2DC4A6235F6F}" dt="2020-06-30T02:05:13.215" v="5218" actId="113"/>
          <ac:spMkLst>
            <pc:docMk/>
            <pc:sldMk cId="2212779713" sldId="3034"/>
            <ac:spMk id="13" creationId="{B86F70FC-0D38-4F9E-AD9E-E7C1920FE2F9}"/>
          </ac:spMkLst>
        </pc:spChg>
        <pc:picChg chg="add mod">
          <ac:chgData name="Hur Jung" userId="763133add284fb2e" providerId="LiveId" clId="{6C934700-3F3F-4AA8-94E2-2DC4A6235F6F}" dt="2020-06-29T03:57:58" v="4034" actId="1076"/>
          <ac:picMkLst>
            <pc:docMk/>
            <pc:sldMk cId="2212779713" sldId="3034"/>
            <ac:picMk id="2" creationId="{BFA66F40-89D0-445F-A8B8-A0EB98CF9AA7}"/>
          </ac:picMkLst>
        </pc:picChg>
        <pc:picChg chg="del">
          <ac:chgData name="Hur Jung" userId="763133add284fb2e" providerId="LiveId" clId="{6C934700-3F3F-4AA8-94E2-2DC4A6235F6F}" dt="2020-06-29T03:57:55.830" v="4033" actId="478"/>
          <ac:picMkLst>
            <pc:docMk/>
            <pc:sldMk cId="2212779713" sldId="3034"/>
            <ac:picMk id="6" creationId="{797CB4D0-738D-4566-82A1-24FCBF254498}"/>
          </ac:picMkLst>
        </pc:picChg>
      </pc:sldChg>
      <pc:sldChg chg="addSp delSp modSp add mod">
        <pc:chgData name="Hur Jung" userId="763133add284fb2e" providerId="LiveId" clId="{6C934700-3F3F-4AA8-94E2-2DC4A6235F6F}" dt="2020-06-30T08:58:11.506" v="6211" actId="167"/>
        <pc:sldMkLst>
          <pc:docMk/>
          <pc:sldMk cId="1950534531" sldId="3040"/>
        </pc:sldMkLst>
        <pc:spChg chg="mod">
          <ac:chgData name="Hur Jung" userId="763133add284fb2e" providerId="LiveId" clId="{6C934700-3F3F-4AA8-94E2-2DC4A6235F6F}" dt="2020-06-30T04:31:29.839" v="5228" actId="20577"/>
          <ac:spMkLst>
            <pc:docMk/>
            <pc:sldMk cId="1950534531" sldId="3040"/>
            <ac:spMk id="2" creationId="{14904887-C5E7-48DB-AE8E-7798BD6E8D28}"/>
          </ac:spMkLst>
        </pc:spChg>
        <pc:spChg chg="add del mod">
          <ac:chgData name="Hur Jung" userId="763133add284fb2e" providerId="LiveId" clId="{6C934700-3F3F-4AA8-94E2-2DC4A6235F6F}" dt="2020-06-30T04:34:09.750" v="5256" actId="478"/>
          <ac:spMkLst>
            <pc:docMk/>
            <pc:sldMk cId="1950534531" sldId="3040"/>
            <ac:spMk id="4" creationId="{C125B9BA-F932-4323-B34A-3080450153C3}"/>
          </ac:spMkLst>
        </pc:spChg>
        <pc:spChg chg="add del mod">
          <ac:chgData name="Hur Jung" userId="763133add284fb2e" providerId="LiveId" clId="{6C934700-3F3F-4AA8-94E2-2DC4A6235F6F}" dt="2020-06-30T04:48:54.703" v="5460" actId="21"/>
          <ac:spMkLst>
            <pc:docMk/>
            <pc:sldMk cId="1950534531" sldId="3040"/>
            <ac:spMk id="14" creationId="{8430ABED-ECC7-4188-A8A2-62EB3D75A10D}"/>
          </ac:spMkLst>
        </pc:spChg>
        <pc:spChg chg="del mod">
          <ac:chgData name="Hur Jung" userId="763133add284fb2e" providerId="LiveId" clId="{6C934700-3F3F-4AA8-94E2-2DC4A6235F6F}" dt="2020-06-30T05:10:49.972" v="5833" actId="478"/>
          <ac:spMkLst>
            <pc:docMk/>
            <pc:sldMk cId="1950534531" sldId="3040"/>
            <ac:spMk id="36" creationId="{5062B845-C6F8-4562-86B6-EC999B9875DB}"/>
          </ac:spMkLst>
        </pc:spChg>
        <pc:spChg chg="del mod">
          <ac:chgData name="Hur Jung" userId="763133add284fb2e" providerId="LiveId" clId="{6C934700-3F3F-4AA8-94E2-2DC4A6235F6F}" dt="2020-06-30T05:08:18.137" v="5771" actId="478"/>
          <ac:spMkLst>
            <pc:docMk/>
            <pc:sldMk cId="1950534531" sldId="3040"/>
            <ac:spMk id="37" creationId="{634C2922-7CB5-447D-8FD6-D509C391D583}"/>
          </ac:spMkLst>
        </pc:spChg>
        <pc:spChg chg="add mod ord">
          <ac:chgData name="Hur Jung" userId="763133add284fb2e" providerId="LiveId" clId="{6C934700-3F3F-4AA8-94E2-2DC4A6235F6F}" dt="2020-06-30T08:38:01.563" v="6071" actId="1037"/>
          <ac:spMkLst>
            <pc:docMk/>
            <pc:sldMk cId="1950534531" sldId="3040"/>
            <ac:spMk id="37" creationId="{AB447378-400E-487F-832D-DD87FB9DD13B}"/>
          </ac:spMkLst>
        </pc:spChg>
        <pc:spChg chg="del">
          <ac:chgData name="Hur Jung" userId="763133add284fb2e" providerId="LiveId" clId="{6C934700-3F3F-4AA8-94E2-2DC4A6235F6F}" dt="2020-06-30T04:46:54.432" v="5418" actId="478"/>
          <ac:spMkLst>
            <pc:docMk/>
            <pc:sldMk cId="1950534531" sldId="3040"/>
            <ac:spMk id="39" creationId="{04DBA100-1FD5-47E8-938E-B37B4EA030FC}"/>
          </ac:spMkLst>
        </pc:spChg>
        <pc:spChg chg="add mod">
          <ac:chgData name="Hur Jung" userId="763133add284fb2e" providerId="LiveId" clId="{6C934700-3F3F-4AA8-94E2-2DC4A6235F6F}" dt="2020-06-30T08:54:41.302" v="6186" actId="1076"/>
          <ac:spMkLst>
            <pc:docMk/>
            <pc:sldMk cId="1950534531" sldId="3040"/>
            <ac:spMk id="53" creationId="{A3E68264-9413-4777-BD06-8C80E5CF3526}"/>
          </ac:spMkLst>
        </pc:spChg>
        <pc:spChg chg="add mod">
          <ac:chgData name="Hur Jung" userId="763133add284fb2e" providerId="LiveId" clId="{6C934700-3F3F-4AA8-94E2-2DC4A6235F6F}" dt="2020-06-30T08:26:58.849" v="5972" actId="1036"/>
          <ac:spMkLst>
            <pc:docMk/>
            <pc:sldMk cId="1950534531" sldId="3040"/>
            <ac:spMk id="58" creationId="{70B17311-51A6-4914-84FA-1178A79E7094}"/>
          </ac:spMkLst>
        </pc:spChg>
        <pc:spChg chg="add mod">
          <ac:chgData name="Hur Jung" userId="763133add284fb2e" providerId="LiveId" clId="{6C934700-3F3F-4AA8-94E2-2DC4A6235F6F}" dt="2020-06-30T08:55:33.221" v="6199" actId="1076"/>
          <ac:spMkLst>
            <pc:docMk/>
            <pc:sldMk cId="1950534531" sldId="3040"/>
            <ac:spMk id="64" creationId="{7567BFD9-BE4F-4A24-8F3F-74EE7B7D92B2}"/>
          </ac:spMkLst>
        </pc:spChg>
        <pc:spChg chg="add del mod">
          <ac:chgData name="Hur Jung" userId="763133add284fb2e" providerId="LiveId" clId="{6C934700-3F3F-4AA8-94E2-2DC4A6235F6F}" dt="2020-06-30T05:10:50.893" v="5834" actId="478"/>
          <ac:spMkLst>
            <pc:docMk/>
            <pc:sldMk cId="1950534531" sldId="3040"/>
            <ac:spMk id="64" creationId="{ACA59A0E-A801-4F39-9B16-1540DCEC734A}"/>
          </ac:spMkLst>
        </pc:spChg>
        <pc:spChg chg="add mod">
          <ac:chgData name="Hur Jung" userId="763133add284fb2e" providerId="LiveId" clId="{6C934700-3F3F-4AA8-94E2-2DC4A6235F6F}" dt="2020-06-30T08:38:28.834" v="6089" actId="1037"/>
          <ac:spMkLst>
            <pc:docMk/>
            <pc:sldMk cId="1950534531" sldId="3040"/>
            <ac:spMk id="65" creationId="{E4BAA209-F2E1-4168-91A1-7652A2D94C71}"/>
          </ac:spMkLst>
        </pc:spChg>
        <pc:spChg chg="add mod">
          <ac:chgData name="Hur Jung" userId="763133add284fb2e" providerId="LiveId" clId="{6C934700-3F3F-4AA8-94E2-2DC4A6235F6F}" dt="2020-06-30T08:56:22.963" v="6202" actId="1076"/>
          <ac:spMkLst>
            <pc:docMk/>
            <pc:sldMk cId="1950534531" sldId="3040"/>
            <ac:spMk id="68" creationId="{BA078C4B-8A41-4E92-97B1-CFA34726794F}"/>
          </ac:spMkLst>
        </pc:spChg>
        <pc:spChg chg="add del mod ord">
          <ac:chgData name="Hur Jung" userId="763133add284fb2e" providerId="LiveId" clId="{6C934700-3F3F-4AA8-94E2-2DC4A6235F6F}" dt="2020-06-30T08:23:26.147" v="5943" actId="478"/>
          <ac:spMkLst>
            <pc:docMk/>
            <pc:sldMk cId="1950534531" sldId="3040"/>
            <ac:spMk id="90" creationId="{E0078857-4811-4BAF-8EC3-76BE1AAFB6F4}"/>
          </ac:spMkLst>
        </pc:spChg>
        <pc:spChg chg="del">
          <ac:chgData name="Hur Jung" userId="763133add284fb2e" providerId="LiveId" clId="{6C934700-3F3F-4AA8-94E2-2DC4A6235F6F}" dt="2020-06-30T04:33:54.485" v="5255" actId="478"/>
          <ac:spMkLst>
            <pc:docMk/>
            <pc:sldMk cId="1950534531" sldId="3040"/>
            <ac:spMk id="92" creationId="{6BE47027-EB7D-403F-B247-14B75EC8E790}"/>
          </ac:spMkLst>
        </pc:spChg>
        <pc:spChg chg="add mod ord">
          <ac:chgData name="Hur Jung" userId="763133add284fb2e" providerId="LiveId" clId="{6C934700-3F3F-4AA8-94E2-2DC4A6235F6F}" dt="2020-06-30T08:27:18.784" v="5975" actId="1038"/>
          <ac:spMkLst>
            <pc:docMk/>
            <pc:sldMk cId="1950534531" sldId="3040"/>
            <ac:spMk id="96" creationId="{C76C5964-1A09-4497-9774-B1C03C571716}"/>
          </ac:spMkLst>
        </pc:spChg>
        <pc:spChg chg="add del mod">
          <ac:chgData name="Hur Jung" userId="763133add284fb2e" providerId="LiveId" clId="{6C934700-3F3F-4AA8-94E2-2DC4A6235F6F}" dt="2020-06-30T05:10:51.973" v="5835" actId="478"/>
          <ac:spMkLst>
            <pc:docMk/>
            <pc:sldMk cId="1950534531" sldId="3040"/>
            <ac:spMk id="97" creationId="{FAEBE69D-09D1-4358-A960-4A86489B9C74}"/>
          </ac:spMkLst>
        </pc:spChg>
        <pc:spChg chg="del">
          <ac:chgData name="Hur Jung" userId="763133add284fb2e" providerId="LiveId" clId="{6C934700-3F3F-4AA8-94E2-2DC4A6235F6F}" dt="2020-06-30T04:33:52.903" v="5254" actId="478"/>
          <ac:spMkLst>
            <pc:docMk/>
            <pc:sldMk cId="1950534531" sldId="3040"/>
            <ac:spMk id="127" creationId="{60A72E49-5847-4A3A-BFBF-68A464AD0DB8}"/>
          </ac:spMkLst>
        </pc:spChg>
        <pc:spChg chg="add mod ord">
          <ac:chgData name="Hur Jung" userId="763133add284fb2e" providerId="LiveId" clId="{6C934700-3F3F-4AA8-94E2-2DC4A6235F6F}" dt="2020-06-30T08:26:52.841" v="5970" actId="1035"/>
          <ac:spMkLst>
            <pc:docMk/>
            <pc:sldMk cId="1950534531" sldId="3040"/>
            <ac:spMk id="169" creationId="{B5B6400E-A439-422D-9D9D-EC444FDB3382}"/>
          </ac:spMkLst>
        </pc:spChg>
        <pc:spChg chg="add mod ord">
          <ac:chgData name="Hur Jung" userId="763133add284fb2e" providerId="LiveId" clId="{6C934700-3F3F-4AA8-94E2-2DC4A6235F6F}" dt="2020-06-30T08:23:23.621" v="5942" actId="166"/>
          <ac:spMkLst>
            <pc:docMk/>
            <pc:sldMk cId="1950534531" sldId="3040"/>
            <ac:spMk id="174" creationId="{3952E3C1-6B35-4572-B15D-F6AAE25284D9}"/>
          </ac:spMkLst>
        </pc:spChg>
        <pc:spChg chg="add mod ord">
          <ac:chgData name="Hur Jung" userId="763133add284fb2e" providerId="LiveId" clId="{6C934700-3F3F-4AA8-94E2-2DC4A6235F6F}" dt="2020-06-30T08:38:43.324" v="6102" actId="1038"/>
          <ac:spMkLst>
            <pc:docMk/>
            <pc:sldMk cId="1950534531" sldId="3040"/>
            <ac:spMk id="179" creationId="{18C445C9-73AB-4E05-9B92-12CCA0B62E59}"/>
          </ac:spMkLst>
        </pc:spChg>
        <pc:graphicFrameChg chg="del">
          <ac:chgData name="Hur Jung" userId="763133add284fb2e" providerId="LiveId" clId="{6C934700-3F3F-4AA8-94E2-2DC4A6235F6F}" dt="2020-06-30T04:46:57.245" v="5419" actId="478"/>
          <ac:graphicFrameMkLst>
            <pc:docMk/>
            <pc:sldMk cId="1950534531" sldId="3040"/>
            <ac:graphicFrameMk id="32" creationId="{2AFB2EA3-9929-4931-BF94-D07ECBB90AE8}"/>
          </ac:graphicFrameMkLst>
        </pc:graphicFrameChg>
        <pc:graphicFrameChg chg="del mod">
          <ac:chgData name="Hur Jung" userId="763133add284fb2e" providerId="LiveId" clId="{6C934700-3F3F-4AA8-94E2-2DC4A6235F6F}" dt="2020-06-30T05:06:42.465" v="5765" actId="478"/>
          <ac:graphicFrameMkLst>
            <pc:docMk/>
            <pc:sldMk cId="1950534531" sldId="3040"/>
            <ac:graphicFrameMk id="34" creationId="{CF025E98-5DC8-4BED-A135-8CE1C57B8791}"/>
          </ac:graphicFrameMkLst>
        </pc:graphicFrameChg>
        <pc:graphicFrameChg chg="add mod modGraphic">
          <ac:chgData name="Hur Jung" userId="763133add284fb2e" providerId="LiveId" clId="{6C934700-3F3F-4AA8-94E2-2DC4A6235F6F}" dt="2020-06-30T08:48:11.916" v="6165" actId="1036"/>
          <ac:graphicFrameMkLst>
            <pc:docMk/>
            <pc:sldMk cId="1950534531" sldId="3040"/>
            <ac:graphicFrameMk id="36" creationId="{A42DA538-D48C-4E44-8BDD-E450ED0999DA}"/>
          </ac:graphicFrameMkLst>
        </pc:graphicFrameChg>
        <pc:graphicFrameChg chg="add mod modGraphic">
          <ac:chgData name="Hur Jung" userId="763133add284fb2e" providerId="LiveId" clId="{6C934700-3F3F-4AA8-94E2-2DC4A6235F6F}" dt="2020-06-30T05:11:04.244" v="5851" actId="1037"/>
          <ac:graphicFrameMkLst>
            <pc:docMk/>
            <pc:sldMk cId="1950534531" sldId="3040"/>
            <ac:graphicFrameMk id="38" creationId="{3F4A0822-4D38-43FD-9707-A94D44797261}"/>
          </ac:graphicFrameMkLst>
        </pc:graphicFrameChg>
        <pc:graphicFrameChg chg="del">
          <ac:chgData name="Hur Jung" userId="763133add284fb2e" providerId="LiveId" clId="{6C934700-3F3F-4AA8-94E2-2DC4A6235F6F}" dt="2020-06-30T04:46:54.432" v="5418" actId="478"/>
          <ac:graphicFrameMkLst>
            <pc:docMk/>
            <pc:sldMk cId="1950534531" sldId="3040"/>
            <ac:graphicFrameMk id="44" creationId="{9431CD68-FA7C-4B8B-A323-78B22B38F079}"/>
          </ac:graphicFrameMkLst>
        </pc:graphicFrameChg>
        <pc:graphicFrameChg chg="add mod modGraphic">
          <ac:chgData name="Hur Jung" userId="763133add284fb2e" providerId="LiveId" clId="{6C934700-3F3F-4AA8-94E2-2DC4A6235F6F}" dt="2020-06-30T08:29:04.160" v="5980" actId="1038"/>
          <ac:graphicFrameMkLst>
            <pc:docMk/>
            <pc:sldMk cId="1950534531" sldId="3040"/>
            <ac:graphicFrameMk id="45" creationId="{053ED2CC-7538-4CA7-B31F-12F2951321BF}"/>
          </ac:graphicFrameMkLst>
        </pc:graphicFrameChg>
        <pc:graphicFrameChg chg="add mod modGraphic">
          <ac:chgData name="Hur Jung" userId="763133add284fb2e" providerId="LiveId" clId="{6C934700-3F3F-4AA8-94E2-2DC4A6235F6F}" dt="2020-06-30T04:46:31.933" v="5412" actId="1036"/>
          <ac:graphicFrameMkLst>
            <pc:docMk/>
            <pc:sldMk cId="1950534531" sldId="3040"/>
            <ac:graphicFrameMk id="54" creationId="{33CA95C2-24D5-4548-B0E5-1F3E88CD35FD}"/>
          </ac:graphicFrameMkLst>
        </pc:graphicFrameChg>
        <pc:graphicFrameChg chg="mod modGraphic">
          <ac:chgData name="Hur Jung" userId="763133add284fb2e" providerId="LiveId" clId="{6C934700-3F3F-4AA8-94E2-2DC4A6235F6F}" dt="2020-06-30T08:50:32.207" v="6184" actId="113"/>
          <ac:graphicFrameMkLst>
            <pc:docMk/>
            <pc:sldMk cId="1950534531" sldId="3040"/>
            <ac:graphicFrameMk id="55" creationId="{B83CF5A6-3AE6-4068-A920-717E072E0FB0}"/>
          </ac:graphicFrameMkLst>
        </pc:graphicFrameChg>
        <pc:graphicFrameChg chg="add mod modGraphic">
          <ac:chgData name="Hur Jung" userId="763133add284fb2e" providerId="LiveId" clId="{6C934700-3F3F-4AA8-94E2-2DC4A6235F6F}" dt="2020-06-30T08:49:35.753" v="6182" actId="1036"/>
          <ac:graphicFrameMkLst>
            <pc:docMk/>
            <pc:sldMk cId="1950534531" sldId="3040"/>
            <ac:graphicFrameMk id="56" creationId="{F36B32F5-6F8D-48D5-AF8C-ACC3DC04476C}"/>
          </ac:graphicFrameMkLst>
        </pc:graphicFrameChg>
        <pc:graphicFrameChg chg="add mod modGraphic">
          <ac:chgData name="Hur Jung" userId="763133add284fb2e" providerId="LiveId" clId="{6C934700-3F3F-4AA8-94E2-2DC4A6235F6F}" dt="2020-06-30T05:11:04.244" v="5851" actId="1037"/>
          <ac:graphicFrameMkLst>
            <pc:docMk/>
            <pc:sldMk cId="1950534531" sldId="3040"/>
            <ac:graphicFrameMk id="57" creationId="{1A33790A-11A8-48D7-9458-C58AF24A6D9E}"/>
          </ac:graphicFrameMkLst>
        </pc:graphicFrameChg>
        <pc:graphicFrameChg chg="del">
          <ac:chgData name="Hur Jung" userId="763133add284fb2e" providerId="LiveId" clId="{6C934700-3F3F-4AA8-94E2-2DC4A6235F6F}" dt="2020-06-30T04:46:54.432" v="5418" actId="478"/>
          <ac:graphicFrameMkLst>
            <pc:docMk/>
            <pc:sldMk cId="1950534531" sldId="3040"/>
            <ac:graphicFrameMk id="62" creationId="{0046DE56-D3A7-4C14-8790-21BE4E4519EA}"/>
          </ac:graphicFrameMkLst>
        </pc:graphicFrameChg>
        <pc:graphicFrameChg chg="add mod modGraphic">
          <ac:chgData name="Hur Jung" userId="763133add284fb2e" providerId="LiveId" clId="{6C934700-3F3F-4AA8-94E2-2DC4A6235F6F}" dt="2020-06-30T08:38:28.834" v="6089" actId="1037"/>
          <ac:graphicFrameMkLst>
            <pc:docMk/>
            <pc:sldMk cId="1950534531" sldId="3040"/>
            <ac:graphicFrameMk id="62" creationId="{D4013E3D-E486-4760-A3FD-F2C2DB8D9C86}"/>
          </ac:graphicFrameMkLst>
        </pc:graphicFrameChg>
        <pc:graphicFrameChg chg="del mod">
          <ac:chgData name="Hur Jung" userId="763133add284fb2e" providerId="LiveId" clId="{6C934700-3F3F-4AA8-94E2-2DC4A6235F6F}" dt="2020-06-30T05:08:18.137" v="5771" actId="478"/>
          <ac:graphicFrameMkLst>
            <pc:docMk/>
            <pc:sldMk cId="1950534531" sldId="3040"/>
            <ac:graphicFrameMk id="66" creationId="{27FCB861-425A-422C-91AB-1E00AFE80018}"/>
          </ac:graphicFrameMkLst>
        </pc:graphicFrameChg>
        <pc:graphicFrameChg chg="add mod modGraphic">
          <ac:chgData name="Hur Jung" userId="763133add284fb2e" providerId="LiveId" clId="{6C934700-3F3F-4AA8-94E2-2DC4A6235F6F}" dt="2020-06-30T08:38:28.834" v="6089" actId="1037"/>
          <ac:graphicFrameMkLst>
            <pc:docMk/>
            <pc:sldMk cId="1950534531" sldId="3040"/>
            <ac:graphicFrameMk id="70" creationId="{A34464CE-388E-481A-863C-282746B49D7F}"/>
          </ac:graphicFrameMkLst>
        </pc:graphicFrameChg>
        <pc:graphicFrameChg chg="add mod modGraphic">
          <ac:chgData name="Hur Jung" userId="763133add284fb2e" providerId="LiveId" clId="{6C934700-3F3F-4AA8-94E2-2DC4A6235F6F}" dt="2020-06-30T08:45:04.912" v="6150" actId="12788"/>
          <ac:graphicFrameMkLst>
            <pc:docMk/>
            <pc:sldMk cId="1950534531" sldId="3040"/>
            <ac:graphicFrameMk id="77" creationId="{30221A95-E5F5-4B35-A492-E21F904D3056}"/>
          </ac:graphicFrameMkLst>
        </pc:graphicFrameChg>
        <pc:graphicFrameChg chg="add mod modGraphic">
          <ac:chgData name="Hur Jung" userId="763133add284fb2e" providerId="LiveId" clId="{6C934700-3F3F-4AA8-94E2-2DC4A6235F6F}" dt="2020-06-30T08:45:04.912" v="6150" actId="12788"/>
          <ac:graphicFrameMkLst>
            <pc:docMk/>
            <pc:sldMk cId="1950534531" sldId="3040"/>
            <ac:graphicFrameMk id="81" creationId="{361AC133-D21A-403C-BA92-29D0F1B5D79C}"/>
          </ac:graphicFrameMkLst>
        </pc:graphicFrameChg>
        <pc:graphicFrameChg chg="del mod modGraphic">
          <ac:chgData name="Hur Jung" userId="763133add284fb2e" providerId="LiveId" clId="{6C934700-3F3F-4AA8-94E2-2DC4A6235F6F}" dt="2020-06-30T05:08:18.137" v="5771" actId="478"/>
          <ac:graphicFrameMkLst>
            <pc:docMk/>
            <pc:sldMk cId="1950534531" sldId="3040"/>
            <ac:graphicFrameMk id="88" creationId="{2979F50F-8059-47F3-976B-CBAA7DF36429}"/>
          </ac:graphicFrameMkLst>
        </pc:graphicFrameChg>
        <pc:graphicFrameChg chg="del">
          <ac:chgData name="Hur Jung" userId="763133add284fb2e" providerId="LiveId" clId="{6C934700-3F3F-4AA8-94E2-2DC4A6235F6F}" dt="2020-06-30T04:46:54.432" v="5418" actId="478"/>
          <ac:graphicFrameMkLst>
            <pc:docMk/>
            <pc:sldMk cId="1950534531" sldId="3040"/>
            <ac:graphicFrameMk id="89" creationId="{405FC94F-C25D-4F2C-8442-F0DA5765B028}"/>
          </ac:graphicFrameMkLst>
        </pc:graphicFrameChg>
        <pc:graphicFrameChg chg="add mod">
          <ac:chgData name="Hur Jung" userId="763133add284fb2e" providerId="LiveId" clId="{6C934700-3F3F-4AA8-94E2-2DC4A6235F6F}" dt="2020-06-30T08:48:07.266" v="6157" actId="1076"/>
          <ac:graphicFrameMkLst>
            <pc:docMk/>
            <pc:sldMk cId="1950534531" sldId="3040"/>
            <ac:graphicFrameMk id="91" creationId="{71382480-26AA-4CA3-B2B7-73C0E902EDBA}"/>
          </ac:graphicFrameMkLst>
        </pc:graphicFrameChg>
        <pc:graphicFrameChg chg="add mod modGraphic">
          <ac:chgData name="Hur Jung" userId="763133add284fb2e" providerId="LiveId" clId="{6C934700-3F3F-4AA8-94E2-2DC4A6235F6F}" dt="2020-06-30T08:38:01.563" v="6071" actId="1037"/>
          <ac:graphicFrameMkLst>
            <pc:docMk/>
            <pc:sldMk cId="1950534531" sldId="3040"/>
            <ac:graphicFrameMk id="93" creationId="{74D40B62-A38A-4AFA-A068-A8F4BBEA5FEA}"/>
          </ac:graphicFrameMkLst>
        </pc:graphicFrameChg>
        <pc:graphicFrameChg chg="add mod ord modGraphic">
          <ac:chgData name="Hur Jung" userId="763133add284fb2e" providerId="LiveId" clId="{6C934700-3F3F-4AA8-94E2-2DC4A6235F6F}" dt="2020-06-30T08:38:01.563" v="6071" actId="1037"/>
          <ac:graphicFrameMkLst>
            <pc:docMk/>
            <pc:sldMk cId="1950534531" sldId="3040"/>
            <ac:graphicFrameMk id="94" creationId="{B4BF6666-02C7-46D5-BB92-39528976B1AA}"/>
          </ac:graphicFrameMkLst>
        </pc:graphicFrameChg>
        <pc:graphicFrameChg chg="add mod modGraphic">
          <ac:chgData name="Hur Jung" userId="763133add284fb2e" providerId="LiveId" clId="{6C934700-3F3F-4AA8-94E2-2DC4A6235F6F}" dt="2020-06-30T05:01:08.035" v="5670" actId="20577"/>
          <ac:graphicFrameMkLst>
            <pc:docMk/>
            <pc:sldMk cId="1950534531" sldId="3040"/>
            <ac:graphicFrameMk id="111" creationId="{BF5CB75D-55CB-4A26-B682-3B32D96B2DD9}"/>
          </ac:graphicFrameMkLst>
        </pc:graphicFrameChg>
        <pc:graphicFrameChg chg="add mod modGraphic">
          <ac:chgData name="Hur Jung" userId="763133add284fb2e" providerId="LiveId" clId="{6C934700-3F3F-4AA8-94E2-2DC4A6235F6F}" dt="2020-06-30T08:26:52.841" v="5970" actId="1035"/>
          <ac:graphicFrameMkLst>
            <pc:docMk/>
            <pc:sldMk cId="1950534531" sldId="3040"/>
            <ac:graphicFrameMk id="112" creationId="{F81BCAF8-B53D-484B-9CBD-89648E9F1EA5}"/>
          </ac:graphicFrameMkLst>
        </pc:graphicFrameChg>
        <pc:graphicFrameChg chg="mod modGraphic">
          <ac:chgData name="Hur Jung" userId="763133add284fb2e" providerId="LiveId" clId="{6C934700-3F3F-4AA8-94E2-2DC4A6235F6F}" dt="2020-06-30T08:48:33.004" v="6168" actId="13926"/>
          <ac:graphicFrameMkLst>
            <pc:docMk/>
            <pc:sldMk cId="1950534531" sldId="3040"/>
            <ac:graphicFrameMk id="118" creationId="{F662DDCA-8876-4FA6-8D6C-759D8617021D}"/>
          </ac:graphicFrameMkLst>
        </pc:graphicFrameChg>
        <pc:graphicFrameChg chg="add del mod">
          <ac:chgData name="Hur Jung" userId="763133add284fb2e" providerId="LiveId" clId="{6C934700-3F3F-4AA8-94E2-2DC4A6235F6F}" dt="2020-06-30T04:58:13.071" v="5595"/>
          <ac:graphicFrameMkLst>
            <pc:docMk/>
            <pc:sldMk cId="1950534531" sldId="3040"/>
            <ac:graphicFrameMk id="119" creationId="{33A6950A-083B-46CD-B8A5-A7686FC17A81}"/>
          </ac:graphicFrameMkLst>
        </pc:graphicFrameChg>
        <pc:graphicFrameChg chg="add del mod">
          <ac:chgData name="Hur Jung" userId="763133add284fb2e" providerId="LiveId" clId="{6C934700-3F3F-4AA8-94E2-2DC4A6235F6F}" dt="2020-06-30T04:58:13.071" v="5595"/>
          <ac:graphicFrameMkLst>
            <pc:docMk/>
            <pc:sldMk cId="1950534531" sldId="3040"/>
            <ac:graphicFrameMk id="120" creationId="{4851B8E7-2000-4D29-B6F4-AB7119BB4983}"/>
          </ac:graphicFrameMkLst>
        </pc:graphicFrameChg>
        <pc:graphicFrameChg chg="add mod modGraphic">
          <ac:chgData name="Hur Jung" userId="763133add284fb2e" providerId="LiveId" clId="{6C934700-3F3F-4AA8-94E2-2DC4A6235F6F}" dt="2020-06-30T05:07:33.335" v="5768" actId="207"/>
          <ac:graphicFrameMkLst>
            <pc:docMk/>
            <pc:sldMk cId="1950534531" sldId="3040"/>
            <ac:graphicFrameMk id="148" creationId="{F6E4CC84-D703-4895-8BEF-3EDBFF4E0696}"/>
          </ac:graphicFrameMkLst>
        </pc:graphicFrameChg>
        <pc:graphicFrameChg chg="add mod modGraphic">
          <ac:chgData name="Hur Jung" userId="763133add284fb2e" providerId="LiveId" clId="{6C934700-3F3F-4AA8-94E2-2DC4A6235F6F}" dt="2020-06-30T05:08:11.732" v="5770" actId="207"/>
          <ac:graphicFrameMkLst>
            <pc:docMk/>
            <pc:sldMk cId="1950534531" sldId="3040"/>
            <ac:graphicFrameMk id="152" creationId="{06C433D2-50F3-4669-897C-3D37318190D7}"/>
          </ac:graphicFrameMkLst>
        </pc:graphicFrameChg>
        <pc:graphicFrameChg chg="del mod">
          <ac:chgData name="Hur Jung" userId="763133add284fb2e" providerId="LiveId" clId="{6C934700-3F3F-4AA8-94E2-2DC4A6235F6F}" dt="2020-06-30T05:06:36.977" v="5764" actId="478"/>
          <ac:graphicFrameMkLst>
            <pc:docMk/>
            <pc:sldMk cId="1950534531" sldId="3040"/>
            <ac:graphicFrameMk id="261" creationId="{A978FA7D-6BE7-4E32-A8E8-6F546C6F6DB3}"/>
          </ac:graphicFrameMkLst>
        </pc:graphicFrameChg>
        <pc:cxnChg chg="del mod">
          <ac:chgData name="Hur Jung" userId="763133add284fb2e" providerId="LiveId" clId="{6C934700-3F3F-4AA8-94E2-2DC4A6235F6F}" dt="2020-06-30T04:46:57.245" v="5419" actId="478"/>
          <ac:cxnSpMkLst>
            <pc:docMk/>
            <pc:sldMk cId="1950534531" sldId="3040"/>
            <ac:cxnSpMk id="10" creationId="{EC44DC68-86E3-448F-88E1-2F8E741554F5}"/>
          </ac:cxnSpMkLst>
        </pc:cxnChg>
        <pc:cxnChg chg="del mod">
          <ac:chgData name="Hur Jung" userId="763133add284fb2e" providerId="LiveId" clId="{6C934700-3F3F-4AA8-94E2-2DC4A6235F6F}" dt="2020-06-30T05:08:18.137" v="5771" actId="478"/>
          <ac:cxnSpMkLst>
            <pc:docMk/>
            <pc:sldMk cId="1950534531" sldId="3040"/>
            <ac:cxnSpMk id="35" creationId="{B5D7019F-7BBD-4293-AC2B-2CFD83F682C1}"/>
          </ac:cxnSpMkLst>
        </pc:cxnChg>
        <pc:cxnChg chg="add mod ord">
          <ac:chgData name="Hur Jung" userId="763133add284fb2e" providerId="LiveId" clId="{6C934700-3F3F-4AA8-94E2-2DC4A6235F6F}" dt="2020-06-30T08:57:38.060" v="6210" actId="208"/>
          <ac:cxnSpMkLst>
            <pc:docMk/>
            <pc:sldMk cId="1950534531" sldId="3040"/>
            <ac:cxnSpMk id="40" creationId="{2227AE1F-296C-4B72-B12A-A7ABB1829A14}"/>
          </ac:cxnSpMkLst>
        </pc:cxnChg>
        <pc:cxnChg chg="del mod">
          <ac:chgData name="Hur Jung" userId="763133add284fb2e" providerId="LiveId" clId="{6C934700-3F3F-4AA8-94E2-2DC4A6235F6F}" dt="2020-06-30T04:46:54.432" v="5418" actId="478"/>
          <ac:cxnSpMkLst>
            <pc:docMk/>
            <pc:sldMk cId="1950534531" sldId="3040"/>
            <ac:cxnSpMk id="41" creationId="{16D6BCF1-9265-4BA6-845A-E03EB0468664}"/>
          </ac:cxnSpMkLst>
        </pc:cxnChg>
        <pc:cxnChg chg="add mod">
          <ac:chgData name="Hur Jung" userId="763133add284fb2e" providerId="LiveId" clId="{6C934700-3F3F-4AA8-94E2-2DC4A6235F6F}" dt="2020-06-30T08:48:11.916" v="6165" actId="1036"/>
          <ac:cxnSpMkLst>
            <pc:docMk/>
            <pc:sldMk cId="1950534531" sldId="3040"/>
            <ac:cxnSpMk id="42" creationId="{41982779-B426-4595-9F6F-D03258541694}"/>
          </ac:cxnSpMkLst>
        </pc:cxnChg>
        <pc:cxnChg chg="del mod">
          <ac:chgData name="Hur Jung" userId="763133add284fb2e" providerId="LiveId" clId="{6C934700-3F3F-4AA8-94E2-2DC4A6235F6F}" dt="2020-06-30T04:47:01.226" v="5420" actId="478"/>
          <ac:cxnSpMkLst>
            <pc:docMk/>
            <pc:sldMk cId="1950534531" sldId="3040"/>
            <ac:cxnSpMk id="48" creationId="{1E30388D-4CE6-47CE-AAA4-DC68F2DB05C0}"/>
          </ac:cxnSpMkLst>
        </pc:cxnChg>
        <pc:cxnChg chg="add del mod ord">
          <ac:chgData name="Hur Jung" userId="763133add284fb2e" providerId="LiveId" clId="{6C934700-3F3F-4AA8-94E2-2DC4A6235F6F}" dt="2020-06-30T08:55:03.207" v="6192" actId="478"/>
          <ac:cxnSpMkLst>
            <pc:docMk/>
            <pc:sldMk cId="1950534531" sldId="3040"/>
            <ac:cxnSpMk id="49" creationId="{1B785A08-2973-4A47-996F-8A270D5D3451}"/>
          </ac:cxnSpMkLst>
        </pc:cxnChg>
        <pc:cxnChg chg="add del mod ord">
          <ac:chgData name="Hur Jung" userId="763133add284fb2e" providerId="LiveId" clId="{6C934700-3F3F-4AA8-94E2-2DC4A6235F6F}" dt="2020-06-30T08:54:46.877" v="6188" actId="478"/>
          <ac:cxnSpMkLst>
            <pc:docMk/>
            <pc:sldMk cId="1950534531" sldId="3040"/>
            <ac:cxnSpMk id="52" creationId="{CB71A54F-F8A5-4E03-B44C-0ED190B340AC}"/>
          </ac:cxnSpMkLst>
        </pc:cxnChg>
        <pc:cxnChg chg="add del mod">
          <ac:chgData name="Hur Jung" userId="763133add284fb2e" providerId="LiveId" clId="{6C934700-3F3F-4AA8-94E2-2DC4A6235F6F}" dt="2020-06-30T04:58:27.044" v="5599" actId="478"/>
          <ac:cxnSpMkLst>
            <pc:docMk/>
            <pc:sldMk cId="1950534531" sldId="3040"/>
            <ac:cxnSpMk id="58" creationId="{E4AAC60D-B841-4018-B187-36582710F1DB}"/>
          </ac:cxnSpMkLst>
        </pc:cxnChg>
        <pc:cxnChg chg="add mod">
          <ac:chgData name="Hur Jung" userId="763133add284fb2e" providerId="LiveId" clId="{6C934700-3F3F-4AA8-94E2-2DC4A6235F6F}" dt="2020-06-30T08:38:43.324" v="6102" actId="1038"/>
          <ac:cxnSpMkLst>
            <pc:docMk/>
            <pc:sldMk cId="1950534531" sldId="3040"/>
            <ac:cxnSpMk id="59" creationId="{9A4FD67B-BBA2-4629-B557-3A516C7B05BC}"/>
          </ac:cxnSpMkLst>
        </pc:cxnChg>
        <pc:cxnChg chg="add del mod ord">
          <ac:chgData name="Hur Jung" userId="763133add284fb2e" providerId="LiveId" clId="{6C934700-3F3F-4AA8-94E2-2DC4A6235F6F}" dt="2020-06-30T08:56:28.755" v="6204" actId="478"/>
          <ac:cxnSpMkLst>
            <pc:docMk/>
            <pc:sldMk cId="1950534531" sldId="3040"/>
            <ac:cxnSpMk id="60" creationId="{056B9EB7-6EE9-4745-98AC-2F10BD7A8ACC}"/>
          </ac:cxnSpMkLst>
        </pc:cxnChg>
        <pc:cxnChg chg="add del mod">
          <ac:chgData name="Hur Jung" userId="763133add284fb2e" providerId="LiveId" clId="{6C934700-3F3F-4AA8-94E2-2DC4A6235F6F}" dt="2020-06-30T08:30:08.757" v="5982"/>
          <ac:cxnSpMkLst>
            <pc:docMk/>
            <pc:sldMk cId="1950534531" sldId="3040"/>
            <ac:cxnSpMk id="61" creationId="{62AC07E8-4F73-4272-A836-3464DBE1CAE8}"/>
          </ac:cxnSpMkLst>
        </pc:cxnChg>
        <pc:cxnChg chg="add mod ord">
          <ac:chgData name="Hur Jung" userId="763133add284fb2e" providerId="LiveId" clId="{6C934700-3F3F-4AA8-94E2-2DC4A6235F6F}" dt="2020-06-30T08:58:11.506" v="6211" actId="167"/>
          <ac:cxnSpMkLst>
            <pc:docMk/>
            <pc:sldMk cId="1950534531" sldId="3040"/>
            <ac:cxnSpMk id="61" creationId="{BB326ECD-F343-4030-AC24-5684ADA73C77}"/>
          </ac:cxnSpMkLst>
        </pc:cxnChg>
        <pc:cxnChg chg="add mod">
          <ac:chgData name="Hur Jung" userId="763133add284fb2e" providerId="LiveId" clId="{6C934700-3F3F-4AA8-94E2-2DC4A6235F6F}" dt="2020-06-30T08:57:38.060" v="6210" actId="208"/>
          <ac:cxnSpMkLst>
            <pc:docMk/>
            <pc:sldMk cId="1950534531" sldId="3040"/>
            <ac:cxnSpMk id="63" creationId="{4442F422-785E-4A00-8D4B-86B731AB82B1}"/>
          </ac:cxnSpMkLst>
        </pc:cxnChg>
        <pc:cxnChg chg="add mod ord">
          <ac:chgData name="Hur Jung" userId="763133add284fb2e" providerId="LiveId" clId="{6C934700-3F3F-4AA8-94E2-2DC4A6235F6F}" dt="2020-06-30T08:58:11.506" v="6211" actId="167"/>
          <ac:cxnSpMkLst>
            <pc:docMk/>
            <pc:sldMk cId="1950534531" sldId="3040"/>
            <ac:cxnSpMk id="66" creationId="{A1552819-DB9E-469D-92D7-6A0EABDC5B59}"/>
          </ac:cxnSpMkLst>
        </pc:cxnChg>
        <pc:cxnChg chg="add mod">
          <ac:chgData name="Hur Jung" userId="763133add284fb2e" providerId="LiveId" clId="{6C934700-3F3F-4AA8-94E2-2DC4A6235F6F}" dt="2020-06-30T08:49:35.753" v="6182" actId="1036"/>
          <ac:cxnSpMkLst>
            <pc:docMk/>
            <pc:sldMk cId="1950534531" sldId="3040"/>
            <ac:cxnSpMk id="67" creationId="{8F0FFE91-3997-4C3B-9DF3-1B10E8871CF6}"/>
          </ac:cxnSpMkLst>
        </pc:cxnChg>
        <pc:cxnChg chg="del mod">
          <ac:chgData name="Hur Jung" userId="763133add284fb2e" providerId="LiveId" clId="{6C934700-3F3F-4AA8-94E2-2DC4A6235F6F}" dt="2020-06-30T05:08:21.825" v="5773" actId="478"/>
          <ac:cxnSpMkLst>
            <pc:docMk/>
            <pc:sldMk cId="1950534531" sldId="3040"/>
            <ac:cxnSpMk id="68" creationId="{0B8C3AE5-C747-4CC2-9A03-C48CC4B811EE}"/>
          </ac:cxnSpMkLst>
        </pc:cxnChg>
        <pc:cxnChg chg="add mod">
          <ac:chgData name="Hur Jung" userId="763133add284fb2e" providerId="LiveId" clId="{6C934700-3F3F-4AA8-94E2-2DC4A6235F6F}" dt="2020-06-30T08:56:37.337" v="6207" actId="14100"/>
          <ac:cxnSpMkLst>
            <pc:docMk/>
            <pc:sldMk cId="1950534531" sldId="3040"/>
            <ac:cxnSpMk id="69" creationId="{C2DDA106-F8EA-4FF3-8822-03B77139DD7C}"/>
          </ac:cxnSpMkLst>
        </pc:cxnChg>
        <pc:cxnChg chg="add mod">
          <ac:chgData name="Hur Jung" userId="763133add284fb2e" providerId="LiveId" clId="{6C934700-3F3F-4AA8-94E2-2DC4A6235F6F}" dt="2020-06-30T08:38:28.834" v="6089" actId="1037"/>
          <ac:cxnSpMkLst>
            <pc:docMk/>
            <pc:sldMk cId="1950534531" sldId="3040"/>
            <ac:cxnSpMk id="71" creationId="{AEB026CB-8A10-469C-B2D7-670CC43030CC}"/>
          </ac:cxnSpMkLst>
        </pc:cxnChg>
        <pc:cxnChg chg="add del mod">
          <ac:chgData name="Hur Jung" userId="763133add284fb2e" providerId="LiveId" clId="{6C934700-3F3F-4AA8-94E2-2DC4A6235F6F}" dt="2020-06-30T04:46:38.680" v="5414"/>
          <ac:cxnSpMkLst>
            <pc:docMk/>
            <pc:sldMk cId="1950534531" sldId="3040"/>
            <ac:cxnSpMk id="72" creationId="{043630BB-F975-40FA-A039-9BB190102609}"/>
          </ac:cxnSpMkLst>
        </pc:cxnChg>
        <pc:cxnChg chg="del mod">
          <ac:chgData name="Hur Jung" userId="763133add284fb2e" providerId="LiveId" clId="{6C934700-3F3F-4AA8-94E2-2DC4A6235F6F}" dt="2020-06-30T05:06:26.228" v="5762" actId="478"/>
          <ac:cxnSpMkLst>
            <pc:docMk/>
            <pc:sldMk cId="1950534531" sldId="3040"/>
            <ac:cxnSpMk id="73" creationId="{DC8A0537-C3D9-4D37-AB92-148C6E7BC327}"/>
          </ac:cxnSpMkLst>
        </pc:cxnChg>
        <pc:cxnChg chg="add mod">
          <ac:chgData name="Hur Jung" userId="763133add284fb2e" providerId="LiveId" clId="{6C934700-3F3F-4AA8-94E2-2DC4A6235F6F}" dt="2020-06-30T05:11:04.244" v="5851" actId="1037"/>
          <ac:cxnSpMkLst>
            <pc:docMk/>
            <pc:sldMk cId="1950534531" sldId="3040"/>
            <ac:cxnSpMk id="74" creationId="{CDC7C043-A1FD-4FFB-9954-460883F413DF}"/>
          </ac:cxnSpMkLst>
        </pc:cxnChg>
        <pc:cxnChg chg="add mod">
          <ac:chgData name="Hur Jung" userId="763133add284fb2e" providerId="LiveId" clId="{6C934700-3F3F-4AA8-94E2-2DC4A6235F6F}" dt="2020-06-30T08:45:04.912" v="6150" actId="12788"/>
          <ac:cxnSpMkLst>
            <pc:docMk/>
            <pc:sldMk cId="1950534531" sldId="3040"/>
            <ac:cxnSpMk id="78" creationId="{D89B8702-84AC-4F5D-8291-9608EFA63967}"/>
          </ac:cxnSpMkLst>
        </pc:cxnChg>
        <pc:cxnChg chg="add del mod">
          <ac:chgData name="Hur Jung" userId="763133add284fb2e" providerId="LiveId" clId="{6C934700-3F3F-4AA8-94E2-2DC4A6235F6F}" dt="2020-06-30T08:45:14.178" v="6153" actId="478"/>
          <ac:cxnSpMkLst>
            <pc:docMk/>
            <pc:sldMk cId="1950534531" sldId="3040"/>
            <ac:cxnSpMk id="82" creationId="{A6A57B5F-B97D-4545-B72C-F767CCF1501B}"/>
          </ac:cxnSpMkLst>
        </pc:cxnChg>
        <pc:cxnChg chg="add mod">
          <ac:chgData name="Hur Jung" userId="763133add284fb2e" providerId="LiveId" clId="{6C934700-3F3F-4AA8-94E2-2DC4A6235F6F}" dt="2020-06-30T08:45:04.912" v="6150" actId="12788"/>
          <ac:cxnSpMkLst>
            <pc:docMk/>
            <pc:sldMk cId="1950534531" sldId="3040"/>
            <ac:cxnSpMk id="85" creationId="{010FCAAD-8230-4DB7-8483-9615A10C0914}"/>
          </ac:cxnSpMkLst>
        </pc:cxnChg>
        <pc:cxnChg chg="del mod">
          <ac:chgData name="Hur Jung" userId="763133add284fb2e" providerId="LiveId" clId="{6C934700-3F3F-4AA8-94E2-2DC4A6235F6F}" dt="2020-06-30T05:08:21.106" v="5772" actId="478"/>
          <ac:cxnSpMkLst>
            <pc:docMk/>
            <pc:sldMk cId="1950534531" sldId="3040"/>
            <ac:cxnSpMk id="85" creationId="{D162C739-D26E-4C3B-8A5D-B72CAE3980B1}"/>
          </ac:cxnSpMkLst>
        </pc:cxnChg>
        <pc:cxnChg chg="add mod">
          <ac:chgData name="Hur Jung" userId="763133add284fb2e" providerId="LiveId" clId="{6C934700-3F3F-4AA8-94E2-2DC4A6235F6F}" dt="2020-06-30T08:45:18.360" v="6154" actId="14100"/>
          <ac:cxnSpMkLst>
            <pc:docMk/>
            <pc:sldMk cId="1950534531" sldId="3040"/>
            <ac:cxnSpMk id="88" creationId="{7203F4EA-C509-4611-8084-C0DBEA830049}"/>
          </ac:cxnSpMkLst>
        </pc:cxnChg>
        <pc:cxnChg chg="add mod">
          <ac:chgData name="Hur Jung" userId="763133add284fb2e" providerId="LiveId" clId="{6C934700-3F3F-4AA8-94E2-2DC4A6235F6F}" dt="2020-06-30T08:49:22.427" v="6174" actId="14100"/>
          <ac:cxnSpMkLst>
            <pc:docMk/>
            <pc:sldMk cId="1950534531" sldId="3040"/>
            <ac:cxnSpMk id="92" creationId="{05105765-A6BC-499C-A8FB-9203F67956E0}"/>
          </ac:cxnSpMkLst>
        </pc:cxnChg>
        <pc:cxnChg chg="add del mod">
          <ac:chgData name="Hur Jung" userId="763133add284fb2e" providerId="LiveId" clId="{6C934700-3F3F-4AA8-94E2-2DC4A6235F6F}" dt="2020-06-30T04:58:53.641" v="5606" actId="478"/>
          <ac:cxnSpMkLst>
            <pc:docMk/>
            <pc:sldMk cId="1950534531" sldId="3040"/>
            <ac:cxnSpMk id="95" creationId="{E5A08502-175A-43DB-89EC-D4305832B497}"/>
          </ac:cxnSpMkLst>
        </pc:cxnChg>
        <pc:cxnChg chg="add mod">
          <ac:chgData name="Hur Jung" userId="763133add284fb2e" providerId="LiveId" clId="{6C934700-3F3F-4AA8-94E2-2DC4A6235F6F}" dt="2020-06-30T08:38:01.563" v="6071" actId="1037"/>
          <ac:cxnSpMkLst>
            <pc:docMk/>
            <pc:sldMk cId="1950534531" sldId="3040"/>
            <ac:cxnSpMk id="104" creationId="{7DD888EC-F934-434B-9844-1447A00FA7E8}"/>
          </ac:cxnSpMkLst>
        </pc:cxnChg>
        <pc:cxnChg chg="add del mod">
          <ac:chgData name="Hur Jung" userId="763133add284fb2e" providerId="LiveId" clId="{6C934700-3F3F-4AA8-94E2-2DC4A6235F6F}" dt="2020-06-30T04:59:18.369" v="5613" actId="478"/>
          <ac:cxnSpMkLst>
            <pc:docMk/>
            <pc:sldMk cId="1950534531" sldId="3040"/>
            <ac:cxnSpMk id="113" creationId="{E074CEA6-405E-4C0A-AB26-13955E8DC5E6}"/>
          </ac:cxnSpMkLst>
        </pc:cxnChg>
        <pc:cxnChg chg="add del mod">
          <ac:chgData name="Hur Jung" userId="763133add284fb2e" providerId="LiveId" clId="{6C934700-3F3F-4AA8-94E2-2DC4A6235F6F}" dt="2020-06-30T04:58:13.071" v="5595"/>
          <ac:cxnSpMkLst>
            <pc:docMk/>
            <pc:sldMk cId="1950534531" sldId="3040"/>
            <ac:cxnSpMk id="121" creationId="{050E34EF-E752-4B14-A60F-46C21CD438E3}"/>
          </ac:cxnSpMkLst>
        </pc:cxnChg>
        <pc:cxnChg chg="add del mod">
          <ac:chgData name="Hur Jung" userId="763133add284fb2e" providerId="LiveId" clId="{6C934700-3F3F-4AA8-94E2-2DC4A6235F6F}" dt="2020-06-30T05:08:18.137" v="5771" actId="478"/>
          <ac:cxnSpMkLst>
            <pc:docMk/>
            <pc:sldMk cId="1950534531" sldId="3040"/>
            <ac:cxnSpMk id="122" creationId="{2822E1AD-C6A2-481F-A29C-EFFDDFE1F18D}"/>
          </ac:cxnSpMkLst>
        </pc:cxnChg>
        <pc:cxnChg chg="add mod">
          <ac:chgData name="Hur Jung" userId="763133add284fb2e" providerId="LiveId" clId="{6C934700-3F3F-4AA8-94E2-2DC4A6235F6F}" dt="2020-06-30T05:11:04.244" v="5851" actId="1037"/>
          <ac:cxnSpMkLst>
            <pc:docMk/>
            <pc:sldMk cId="1950534531" sldId="3040"/>
            <ac:cxnSpMk id="123" creationId="{CADA5CD6-BC22-4F50-94FA-52ACA7B4D372}"/>
          </ac:cxnSpMkLst>
        </pc:cxnChg>
        <pc:cxnChg chg="add mod">
          <ac:chgData name="Hur Jung" userId="763133add284fb2e" providerId="LiveId" clId="{6C934700-3F3F-4AA8-94E2-2DC4A6235F6F}" dt="2020-06-30T08:38:01.563" v="6071" actId="1037"/>
          <ac:cxnSpMkLst>
            <pc:docMk/>
            <pc:sldMk cId="1950534531" sldId="3040"/>
            <ac:cxnSpMk id="128" creationId="{D96D0BDA-7E77-4F43-BDC8-0B3661236E69}"/>
          </ac:cxnSpMkLst>
        </pc:cxnChg>
        <pc:cxnChg chg="add mod">
          <ac:chgData name="Hur Jung" userId="763133add284fb2e" providerId="LiveId" clId="{6C934700-3F3F-4AA8-94E2-2DC4A6235F6F}" dt="2020-06-30T08:26:52.841" v="5970" actId="1035"/>
          <ac:cxnSpMkLst>
            <pc:docMk/>
            <pc:sldMk cId="1950534531" sldId="3040"/>
            <ac:cxnSpMk id="133" creationId="{CE34955F-2B88-45C8-8E9B-A787E7AE0AA1}"/>
          </ac:cxnSpMkLst>
        </pc:cxnChg>
        <pc:cxnChg chg="add mod">
          <ac:chgData name="Hur Jung" userId="763133add284fb2e" providerId="LiveId" clId="{6C934700-3F3F-4AA8-94E2-2DC4A6235F6F}" dt="2020-06-30T05:00:56.743" v="5665" actId="1037"/>
          <ac:cxnSpMkLst>
            <pc:docMk/>
            <pc:sldMk cId="1950534531" sldId="3040"/>
            <ac:cxnSpMk id="136" creationId="{FA7686C8-7A73-4DFD-A549-DA8A068AD0BC}"/>
          </ac:cxnSpMkLst>
        </pc:cxnChg>
        <pc:cxnChg chg="add mod ord">
          <ac:chgData name="Hur Jung" userId="763133add284fb2e" providerId="LiveId" clId="{6C934700-3F3F-4AA8-94E2-2DC4A6235F6F}" dt="2020-06-30T08:26:52.841" v="5970" actId="1035"/>
          <ac:cxnSpMkLst>
            <pc:docMk/>
            <pc:sldMk cId="1950534531" sldId="3040"/>
            <ac:cxnSpMk id="149" creationId="{A9A068B4-850B-4FB8-A471-B9C8675A42F7}"/>
          </ac:cxnSpMkLst>
        </pc:cxnChg>
        <pc:cxnChg chg="add mod">
          <ac:chgData name="Hur Jung" userId="763133add284fb2e" providerId="LiveId" clId="{6C934700-3F3F-4AA8-94E2-2DC4A6235F6F}" dt="2020-06-30T05:04:00.108" v="5713" actId="14100"/>
          <ac:cxnSpMkLst>
            <pc:docMk/>
            <pc:sldMk cId="1950534531" sldId="3040"/>
            <ac:cxnSpMk id="153" creationId="{9853DDB7-4B71-4964-9BA7-FAC3725756E5}"/>
          </ac:cxnSpMkLst>
        </pc:cxnChg>
        <pc:cxnChg chg="add mod ord">
          <ac:chgData name="Hur Jung" userId="763133add284fb2e" providerId="LiveId" clId="{6C934700-3F3F-4AA8-94E2-2DC4A6235F6F}" dt="2020-06-30T08:57:38.060" v="6210" actId="208"/>
          <ac:cxnSpMkLst>
            <pc:docMk/>
            <pc:sldMk cId="1950534531" sldId="3040"/>
            <ac:cxnSpMk id="170" creationId="{18E4BCA8-F75A-44C7-9844-961C37947C43}"/>
          </ac:cxnSpMkLst>
        </pc:cxnChg>
        <pc:cxnChg chg="add mod ord">
          <ac:chgData name="Hur Jung" userId="763133add284fb2e" providerId="LiveId" clId="{6C934700-3F3F-4AA8-94E2-2DC4A6235F6F}" dt="2020-06-30T08:57:38.060" v="6210" actId="208"/>
          <ac:cxnSpMkLst>
            <pc:docMk/>
            <pc:sldMk cId="1950534531" sldId="3040"/>
            <ac:cxnSpMk id="175" creationId="{9CE6755B-EDDB-4EDB-9F65-ACA5911177A3}"/>
          </ac:cxnSpMkLst>
        </pc:cxnChg>
        <pc:cxnChg chg="mod ord">
          <ac:chgData name="Hur Jung" userId="763133add284fb2e" providerId="LiveId" clId="{6C934700-3F3F-4AA8-94E2-2DC4A6235F6F}" dt="2020-06-30T08:57:38.060" v="6210" actId="208"/>
          <ac:cxnSpMkLst>
            <pc:docMk/>
            <pc:sldMk cId="1950534531" sldId="3040"/>
            <ac:cxnSpMk id="209" creationId="{92F6C477-1E6B-44AB-9538-6931D3DEF748}"/>
          </ac:cxnSpMkLst>
        </pc:cxnChg>
        <pc:cxnChg chg="del mod">
          <ac:chgData name="Hur Jung" userId="763133add284fb2e" providerId="LiveId" clId="{6C934700-3F3F-4AA8-94E2-2DC4A6235F6F}" dt="2020-06-30T05:08:18.137" v="5771" actId="478"/>
          <ac:cxnSpMkLst>
            <pc:docMk/>
            <pc:sldMk cId="1950534531" sldId="3040"/>
            <ac:cxnSpMk id="212" creationId="{493F3AA1-1D5E-44AF-8B63-09E0D2A9DEDA}"/>
          </ac:cxnSpMkLst>
        </pc:cxnChg>
        <pc:cxnChg chg="del mod">
          <ac:chgData name="Hur Jung" userId="763133add284fb2e" providerId="LiveId" clId="{6C934700-3F3F-4AA8-94E2-2DC4A6235F6F}" dt="2020-06-30T04:47:02.239" v="5421" actId="478"/>
          <ac:cxnSpMkLst>
            <pc:docMk/>
            <pc:sldMk cId="1950534531" sldId="3040"/>
            <ac:cxnSpMk id="257" creationId="{C4B75941-E542-497F-A4ED-FF6C70968C6D}"/>
          </ac:cxnSpMkLst>
        </pc:cxnChg>
        <pc:cxnChg chg="del mod">
          <ac:chgData name="Hur Jung" userId="763133add284fb2e" providerId="LiveId" clId="{6C934700-3F3F-4AA8-94E2-2DC4A6235F6F}" dt="2020-06-30T05:06:21.245" v="5761" actId="478"/>
          <ac:cxnSpMkLst>
            <pc:docMk/>
            <pc:sldMk cId="1950534531" sldId="3040"/>
            <ac:cxnSpMk id="262" creationId="{63A294E0-4EF1-4A04-8012-139863C28685}"/>
          </ac:cxnSpMkLst>
        </pc:cxnChg>
      </pc:sldChg>
      <pc:sldMasterChg chg="delSldLayout modSldLayout">
        <pc:chgData name="Hur Jung" userId="763133add284fb2e" providerId="LiveId" clId="{6C934700-3F3F-4AA8-94E2-2DC4A6235F6F}" dt="2020-06-29T04:21:47.842" v="4355" actId="47"/>
        <pc:sldMasterMkLst>
          <pc:docMk/>
          <pc:sldMasterMk cId="3126578052" sldId="2147483708"/>
        </pc:sldMasterMkLst>
        <pc:sldLayoutChg chg="modSp">
          <pc:chgData name="Hur Jung" userId="763133add284fb2e" providerId="LiveId" clId="{6C934700-3F3F-4AA8-94E2-2DC4A6235F6F}" dt="2020-06-29T00:54:29.598" v="2351"/>
          <pc:sldLayoutMkLst>
            <pc:docMk/>
            <pc:sldMasterMk cId="3126578052" sldId="2147483708"/>
            <pc:sldLayoutMk cId="422694041" sldId="2147483709"/>
          </pc:sldLayoutMkLst>
          <pc:spChg chg="mod">
            <ac:chgData name="Hur Jung" userId="763133add284fb2e" providerId="LiveId" clId="{6C934700-3F3F-4AA8-94E2-2DC4A6235F6F}" dt="2020-06-29T00:54:29.598" v="2351"/>
            <ac:spMkLst>
              <pc:docMk/>
              <pc:sldMasterMk cId="3126578052" sldId="2147483708"/>
              <pc:sldLayoutMk cId="422694041" sldId="2147483709"/>
              <ac:spMk id="28" creationId="{00000000-0000-0000-0000-000000000000}"/>
            </ac:spMkLst>
          </pc:spChg>
        </pc:sldLayoutChg>
        <pc:sldLayoutChg chg="modSp">
          <pc:chgData name="Hur Jung" userId="763133add284fb2e" providerId="LiveId" clId="{6C934700-3F3F-4AA8-94E2-2DC4A6235F6F}" dt="2020-06-29T02:15:18.914" v="3568"/>
          <pc:sldLayoutMkLst>
            <pc:docMk/>
            <pc:sldMasterMk cId="3126578052" sldId="2147483708"/>
            <pc:sldLayoutMk cId="1310955840" sldId="2147483726"/>
          </pc:sldLayoutMkLst>
          <pc:spChg chg="mod">
            <ac:chgData name="Hur Jung" userId="763133add284fb2e" providerId="LiveId" clId="{6C934700-3F3F-4AA8-94E2-2DC4A6235F6F}" dt="2020-06-29T02:15:18.914" v="3568"/>
            <ac:spMkLst>
              <pc:docMk/>
              <pc:sldMasterMk cId="3126578052" sldId="2147483708"/>
              <pc:sldLayoutMk cId="1310955840" sldId="2147483726"/>
              <ac:spMk id="15" creationId="{00000000-0000-0000-0000-000000000000}"/>
            </ac:spMkLst>
          </pc:spChg>
        </pc:sldLayoutChg>
        <pc:sldLayoutChg chg="del">
          <pc:chgData name="Hur Jung" userId="763133add284fb2e" providerId="LiveId" clId="{6C934700-3F3F-4AA8-94E2-2DC4A6235F6F}" dt="2020-06-29T04:21:47.842" v="4355" actId="47"/>
          <pc:sldLayoutMkLst>
            <pc:docMk/>
            <pc:sldMasterMk cId="3126578052" sldId="2147483708"/>
            <pc:sldLayoutMk cId="1096699408" sldId="2147483743"/>
          </pc:sldLayoutMkLst>
        </pc:sldLayoutChg>
        <pc:sldLayoutChg chg="del">
          <pc:chgData name="Hur Jung" userId="763133add284fb2e" providerId="LiveId" clId="{6C934700-3F3F-4AA8-94E2-2DC4A6235F6F}" dt="2020-06-29T04:21:47.842" v="4355" actId="47"/>
          <pc:sldLayoutMkLst>
            <pc:docMk/>
            <pc:sldMasterMk cId="3126578052" sldId="2147483708"/>
            <pc:sldLayoutMk cId="1027457799" sldId="2147483744"/>
          </pc:sldLayoutMkLst>
        </pc:sldLayoutChg>
      </pc:sldMasterChg>
    </pc:docChg>
  </pc:docChgLst>
  <pc:docChgLst>
    <pc:chgData name="Hur Jung" userId="763133add284fb2e" providerId="LiveId" clId="{8AC52252-E40B-4F3F-9D18-BB011636B172}"/>
    <pc:docChg chg="custSel modSld">
      <pc:chgData name="Hur Jung" userId="763133add284fb2e" providerId="LiveId" clId="{8AC52252-E40B-4F3F-9D18-BB011636B172}" dt="2020-06-13T00:21:18.513" v="70"/>
      <pc:docMkLst>
        <pc:docMk/>
      </pc:docMkLst>
      <pc:sldChg chg="modSp mod">
        <pc:chgData name="Hur Jung" userId="763133add284fb2e" providerId="LiveId" clId="{8AC52252-E40B-4F3F-9D18-BB011636B172}" dt="2020-06-13T00:21:18.513" v="70"/>
        <pc:sldMkLst>
          <pc:docMk/>
          <pc:sldMk cId="2597844038" sldId="317"/>
        </pc:sldMkLst>
        <pc:graphicFrameChg chg="mod modGraphic">
          <ac:chgData name="Hur Jung" userId="763133add284fb2e" providerId="LiveId" clId="{8AC52252-E40B-4F3F-9D18-BB011636B172}" dt="2020-06-13T00:21:18.513" v="70"/>
          <ac:graphicFrameMkLst>
            <pc:docMk/>
            <pc:sldMk cId="2597844038" sldId="317"/>
            <ac:graphicFrameMk id="2" creationId="{F81B3220-AFD5-46E7-8BF4-3D51A6D97F40}"/>
          </ac:graphicFrameMkLst>
        </pc:graphicFrameChg>
      </pc:sldChg>
      <pc:sldChg chg="modSp mod">
        <pc:chgData name="Hur Jung" userId="763133add284fb2e" providerId="LiveId" clId="{8AC52252-E40B-4F3F-9D18-BB011636B172}" dt="2020-06-13T00:19:56.033" v="2" actId="27636"/>
        <pc:sldMkLst>
          <pc:docMk/>
          <pc:sldMk cId="1252547121" sldId="2662"/>
        </pc:sldMkLst>
        <pc:spChg chg="mod">
          <ac:chgData name="Hur Jung" userId="763133add284fb2e" providerId="LiveId" clId="{8AC52252-E40B-4F3F-9D18-BB011636B172}" dt="2020-06-13T00:19:56.033" v="2" actId="27636"/>
          <ac:spMkLst>
            <pc:docMk/>
            <pc:sldMk cId="1252547121" sldId="2662"/>
            <ac:spMk id="2" creationId="{7BD81DA4-00B3-4972-8588-E928EC125314}"/>
          </ac:spMkLst>
        </pc:spChg>
      </pc:sldChg>
      <pc:sldChg chg="modSp mod">
        <pc:chgData name="Hur Jung" userId="763133add284fb2e" providerId="LiveId" clId="{8AC52252-E40B-4F3F-9D18-BB011636B172}" dt="2020-06-13T00:19:56.129" v="3" actId="27636"/>
        <pc:sldMkLst>
          <pc:docMk/>
          <pc:sldMk cId="506765869" sldId="2669"/>
        </pc:sldMkLst>
        <pc:spChg chg="mod">
          <ac:chgData name="Hur Jung" userId="763133add284fb2e" providerId="LiveId" clId="{8AC52252-E40B-4F3F-9D18-BB011636B172}" dt="2020-06-13T00:19:56.129" v="3" actId="27636"/>
          <ac:spMkLst>
            <pc:docMk/>
            <pc:sldMk cId="506765869" sldId="2669"/>
            <ac:spMk id="2" creationId="{7BD81DA4-00B3-4972-8588-E928EC125314}"/>
          </ac:spMkLst>
        </pc:spChg>
      </pc:sldChg>
      <pc:sldChg chg="modSp mod">
        <pc:chgData name="Hur Jung" userId="763133add284fb2e" providerId="LiveId" clId="{8AC52252-E40B-4F3F-9D18-BB011636B172}" dt="2020-06-13T00:19:55.929" v="1" actId="27636"/>
        <pc:sldMkLst>
          <pc:docMk/>
          <pc:sldMk cId="1100780016" sldId="2684"/>
        </pc:sldMkLst>
        <pc:spChg chg="mod">
          <ac:chgData name="Hur Jung" userId="763133add284fb2e" providerId="LiveId" clId="{8AC52252-E40B-4F3F-9D18-BB011636B172}" dt="2020-06-13T00:19:55.929" v="1" actId="27636"/>
          <ac:spMkLst>
            <pc:docMk/>
            <pc:sldMk cId="1100780016" sldId="2684"/>
            <ac:spMk id="2" creationId="{7BD81DA4-00B3-4972-8588-E928EC125314}"/>
          </ac:spMkLst>
        </pc:spChg>
      </pc:sldChg>
      <pc:sldChg chg="modSp mod">
        <pc:chgData name="Hur Jung" userId="763133add284fb2e" providerId="LiveId" clId="{8AC52252-E40B-4F3F-9D18-BB011636B172}" dt="2020-06-13T00:19:56.319" v="4" actId="27636"/>
        <pc:sldMkLst>
          <pc:docMk/>
          <pc:sldMk cId="209199767" sldId="2689"/>
        </pc:sldMkLst>
        <pc:spChg chg="mod">
          <ac:chgData name="Hur Jung" userId="763133add284fb2e" providerId="LiveId" clId="{8AC52252-E40B-4F3F-9D18-BB011636B172}" dt="2020-06-13T00:19:56.319" v="4" actId="27636"/>
          <ac:spMkLst>
            <pc:docMk/>
            <pc:sldMk cId="209199767" sldId="2689"/>
            <ac:spMk id="79" creationId="{BF2DBF2E-9A77-43DA-9538-C08AC5611BAA}"/>
          </ac:spMkLst>
        </pc:spChg>
      </pc:sldChg>
      <pc:sldChg chg="modSp mod">
        <pc:chgData name="Hur Jung" userId="763133add284fb2e" providerId="LiveId" clId="{8AC52252-E40B-4F3F-9D18-BB011636B172}" dt="2020-06-13T00:19:56.452" v="5" actId="27636"/>
        <pc:sldMkLst>
          <pc:docMk/>
          <pc:sldMk cId="2058198835" sldId="2691"/>
        </pc:sldMkLst>
        <pc:spChg chg="mod">
          <ac:chgData name="Hur Jung" userId="763133add284fb2e" providerId="LiveId" clId="{8AC52252-E40B-4F3F-9D18-BB011636B172}" dt="2020-06-13T00:19:56.452" v="5" actId="27636"/>
          <ac:spMkLst>
            <pc:docMk/>
            <pc:sldMk cId="2058198835" sldId="2691"/>
            <ac:spMk id="156" creationId="{E5373B32-4108-456E-99D1-9865F1DD737F}"/>
          </ac:spMkLst>
        </pc:spChg>
      </pc:sldChg>
      <pc:sldChg chg="modSp mod">
        <pc:chgData name="Hur Jung" userId="763133add284fb2e" providerId="LiveId" clId="{8AC52252-E40B-4F3F-9D18-BB011636B172}" dt="2020-06-13T00:19:57.126" v="9" actId="27636"/>
        <pc:sldMkLst>
          <pc:docMk/>
          <pc:sldMk cId="628325349" sldId="2717"/>
        </pc:sldMkLst>
        <pc:spChg chg="mod">
          <ac:chgData name="Hur Jung" userId="763133add284fb2e" providerId="LiveId" clId="{8AC52252-E40B-4F3F-9D18-BB011636B172}" dt="2020-06-13T00:19:57.110" v="8" actId="27636"/>
          <ac:spMkLst>
            <pc:docMk/>
            <pc:sldMk cId="628325349" sldId="2717"/>
            <ac:spMk id="94" creationId="{F21652A4-B042-43F5-AC47-84FB46547833}"/>
          </ac:spMkLst>
        </pc:spChg>
        <pc:spChg chg="mod">
          <ac:chgData name="Hur Jung" userId="763133add284fb2e" providerId="LiveId" clId="{8AC52252-E40B-4F3F-9D18-BB011636B172}" dt="2020-06-13T00:19:57.126" v="9" actId="27636"/>
          <ac:spMkLst>
            <pc:docMk/>
            <pc:sldMk cId="628325349" sldId="2717"/>
            <ac:spMk id="106" creationId="{B2588CC4-2A53-40A0-AA82-A9976AE3B204}"/>
          </ac:spMkLst>
        </pc:spChg>
      </pc:sldChg>
      <pc:sldChg chg="modSp mod">
        <pc:chgData name="Hur Jung" userId="763133add284fb2e" providerId="LiveId" clId="{8AC52252-E40B-4F3F-9D18-BB011636B172}" dt="2020-06-13T00:19:57.228" v="10" actId="27636"/>
        <pc:sldMkLst>
          <pc:docMk/>
          <pc:sldMk cId="3544560640" sldId="2720"/>
        </pc:sldMkLst>
        <pc:spChg chg="mod">
          <ac:chgData name="Hur Jung" userId="763133add284fb2e" providerId="LiveId" clId="{8AC52252-E40B-4F3F-9D18-BB011636B172}" dt="2020-06-13T00:19:57.228" v="10" actId="27636"/>
          <ac:spMkLst>
            <pc:docMk/>
            <pc:sldMk cId="3544560640" sldId="2720"/>
            <ac:spMk id="35" creationId="{B99502DE-EABA-418A-823F-18D4A30140FF}"/>
          </ac:spMkLst>
        </pc:spChg>
      </pc:sldChg>
      <pc:sldChg chg="modSp mod">
        <pc:chgData name="Hur Jung" userId="763133add284fb2e" providerId="LiveId" clId="{8AC52252-E40B-4F3F-9D18-BB011636B172}" dt="2020-06-13T00:19:56.965" v="7" actId="27636"/>
        <pc:sldMkLst>
          <pc:docMk/>
          <pc:sldMk cId="3778378993" sldId="2777"/>
        </pc:sldMkLst>
        <pc:spChg chg="mod">
          <ac:chgData name="Hur Jung" userId="763133add284fb2e" providerId="LiveId" clId="{8AC52252-E40B-4F3F-9D18-BB011636B172}" dt="2020-06-13T00:19:56.959" v="6" actId="27636"/>
          <ac:spMkLst>
            <pc:docMk/>
            <pc:sldMk cId="3778378993" sldId="2777"/>
            <ac:spMk id="91" creationId="{E028212A-2271-4D52-BCB1-79CA9BBF0D03}"/>
          </ac:spMkLst>
        </pc:spChg>
        <pc:spChg chg="mod">
          <ac:chgData name="Hur Jung" userId="763133add284fb2e" providerId="LiveId" clId="{8AC52252-E40B-4F3F-9D18-BB011636B172}" dt="2020-06-13T00:19:56.965" v="7" actId="27636"/>
          <ac:spMkLst>
            <pc:docMk/>
            <pc:sldMk cId="3778378993" sldId="2777"/>
            <ac:spMk id="155" creationId="{4ABBDEAD-F03E-4BC1-9690-7C20EB35D0E1}"/>
          </ac:spMkLst>
        </pc:spChg>
      </pc:sldChg>
    </pc:docChg>
  </pc:docChgLst>
  <pc:docChgLst>
    <pc:chgData name="Hur Jung" userId="763133add284fb2e" providerId="LiveId" clId="{63265192-7B44-45D3-A1BC-CD20A66879BE}"/>
    <pc:docChg chg="undo redo custSel addSld delSld modSld sldOrd modSection">
      <pc:chgData name="Hur Jung" userId="763133add284fb2e" providerId="LiveId" clId="{63265192-7B44-45D3-A1BC-CD20A66879BE}" dt="2020-06-28T06:42:56.225" v="12445" actId="6549"/>
      <pc:docMkLst>
        <pc:docMk/>
      </pc:docMkLst>
      <pc:sldChg chg="addSp delSp modSp add mod">
        <pc:chgData name="Hur Jung" userId="763133add284fb2e" providerId="LiveId" clId="{63265192-7B44-45D3-A1BC-CD20A66879BE}" dt="2020-06-13T00:30:49.448" v="9" actId="21"/>
        <pc:sldMkLst>
          <pc:docMk/>
          <pc:sldMk cId="4180328378" sldId="303"/>
        </pc:sldMkLst>
        <pc:picChg chg="add del mod">
          <ac:chgData name="Hur Jung" userId="763133add284fb2e" providerId="LiveId" clId="{63265192-7B44-45D3-A1BC-CD20A66879BE}" dt="2020-06-13T00:30:49.448" v="9" actId="21"/>
          <ac:picMkLst>
            <pc:docMk/>
            <pc:sldMk cId="4180328378" sldId="303"/>
            <ac:picMk id="3" creationId="{4814AD37-C118-48B4-9C7B-638A70C7E1A4}"/>
          </ac:picMkLst>
        </pc:picChg>
      </pc:sldChg>
      <pc:sldChg chg="add del">
        <pc:chgData name="Hur Jung" userId="763133add284fb2e" providerId="LiveId" clId="{63265192-7B44-45D3-A1BC-CD20A66879BE}" dt="2020-06-14T00:50:12.445" v="1512" actId="47"/>
        <pc:sldMkLst>
          <pc:docMk/>
          <pc:sldMk cId="2492658298" sldId="739"/>
        </pc:sldMkLst>
      </pc:sldChg>
      <pc:sldChg chg="addSp delSp modSp add del mod modClrScheme chgLayout">
        <pc:chgData name="Hur Jung" userId="763133add284fb2e" providerId="LiveId" clId="{63265192-7B44-45D3-A1BC-CD20A66879BE}" dt="2020-06-14T05:47:00.694" v="1882" actId="47"/>
        <pc:sldMkLst>
          <pc:docMk/>
          <pc:sldMk cId="890005339" sldId="2144"/>
        </pc:sldMkLst>
        <pc:spChg chg="add del mod ord">
          <ac:chgData name="Hur Jung" userId="763133add284fb2e" providerId="LiveId" clId="{63265192-7B44-45D3-A1BC-CD20A66879BE}" dt="2020-06-14T00:46:54.445" v="1490" actId="700"/>
          <ac:spMkLst>
            <pc:docMk/>
            <pc:sldMk cId="890005339" sldId="2144"/>
            <ac:spMk id="5" creationId="{F79FA356-A19E-4023-8158-8FC0D13BC5FB}"/>
          </ac:spMkLst>
        </pc:spChg>
        <pc:spChg chg="add del mod">
          <ac:chgData name="Hur Jung" userId="763133add284fb2e" providerId="LiveId" clId="{63265192-7B44-45D3-A1BC-CD20A66879BE}" dt="2020-06-14T00:47:00.513" v="1493" actId="478"/>
          <ac:spMkLst>
            <pc:docMk/>
            <pc:sldMk cId="890005339" sldId="2144"/>
            <ac:spMk id="11" creationId="{03CD6167-7393-4CAA-8EC8-2BEC4461B0BA}"/>
          </ac:spMkLst>
        </pc:spChg>
        <pc:spChg chg="mod">
          <ac:chgData name="Hur Jung" userId="763133add284fb2e" providerId="LiveId" clId="{63265192-7B44-45D3-A1BC-CD20A66879BE}" dt="2020-06-14T00:47:04.472" v="1494" actId="1076"/>
          <ac:spMkLst>
            <pc:docMk/>
            <pc:sldMk cId="890005339" sldId="2144"/>
            <ac:spMk id="13" creationId="{FCD495A9-283F-4769-9E79-AAF1135C435E}"/>
          </ac:spMkLst>
        </pc:spChg>
        <pc:spChg chg="add del mod ord">
          <ac:chgData name="Hur Jung" userId="763133add284fb2e" providerId="LiveId" clId="{63265192-7B44-45D3-A1BC-CD20A66879BE}" dt="2020-06-14T00:46:54.803" v="1491" actId="478"/>
          <ac:spMkLst>
            <pc:docMk/>
            <pc:sldMk cId="890005339" sldId="2144"/>
            <ac:spMk id="14" creationId="{5586244E-9B8C-44C0-B306-5F82BC158B0B}"/>
          </ac:spMkLst>
        </pc:spChg>
        <pc:spChg chg="mod">
          <ac:chgData name="Hur Jung" userId="763133add284fb2e" providerId="LiveId" clId="{63265192-7B44-45D3-A1BC-CD20A66879BE}" dt="2020-06-14T00:46:06.268" v="1482" actId="404"/>
          <ac:spMkLst>
            <pc:docMk/>
            <pc:sldMk cId="890005339" sldId="2144"/>
            <ac:spMk id="121" creationId="{0C2A90CF-B83F-4CA6-8E92-437913E19391}"/>
          </ac:spMkLst>
        </pc:spChg>
      </pc:sldChg>
      <pc:sldChg chg="addSp delSp modSp add del mod modClrScheme chgLayout">
        <pc:chgData name="Hur Jung" userId="763133add284fb2e" providerId="LiveId" clId="{63265192-7B44-45D3-A1BC-CD20A66879BE}" dt="2020-06-14T05:47:02.385" v="1883" actId="47"/>
        <pc:sldMkLst>
          <pc:docMk/>
          <pc:sldMk cId="1238790175" sldId="2145"/>
        </pc:sldMkLst>
        <pc:spChg chg="add mod ord">
          <ac:chgData name="Hur Jung" userId="763133add284fb2e" providerId="LiveId" clId="{63265192-7B44-45D3-A1BC-CD20A66879BE}" dt="2020-06-14T00:47:22.936" v="1497"/>
          <ac:spMkLst>
            <pc:docMk/>
            <pc:sldMk cId="1238790175" sldId="2145"/>
            <ac:spMk id="3" creationId="{C2556BBA-1C0B-45FF-BD87-01B506889A3A}"/>
          </ac:spMkLst>
        </pc:spChg>
        <pc:spChg chg="del mod ord">
          <ac:chgData name="Hur Jung" userId="763133add284fb2e" providerId="LiveId" clId="{63265192-7B44-45D3-A1BC-CD20A66879BE}" dt="2020-06-14T00:47:20.584" v="1496" actId="478"/>
          <ac:spMkLst>
            <pc:docMk/>
            <pc:sldMk cId="1238790175" sldId="2145"/>
            <ac:spMk id="6" creationId="{2454D9AC-AD0A-4BC6-B9E0-95F008AF651B}"/>
          </ac:spMkLst>
        </pc:spChg>
        <pc:spChg chg="mod ord">
          <ac:chgData name="Hur Jung" userId="763133add284fb2e" providerId="LiveId" clId="{63265192-7B44-45D3-A1BC-CD20A66879BE}" dt="2020-06-14T00:49:45.138" v="1511" actId="14100"/>
          <ac:spMkLst>
            <pc:docMk/>
            <pc:sldMk cId="1238790175" sldId="2145"/>
            <ac:spMk id="13" creationId="{CA6B72DB-4BBC-4484-9257-99645E19E34A}"/>
          </ac:spMkLst>
        </pc:spChg>
        <pc:spChg chg="mod ord">
          <ac:chgData name="Hur Jung" userId="763133add284fb2e" providerId="LiveId" clId="{63265192-7B44-45D3-A1BC-CD20A66879BE}" dt="2020-06-14T00:47:14.013" v="1495" actId="700"/>
          <ac:spMkLst>
            <pc:docMk/>
            <pc:sldMk cId="1238790175" sldId="2145"/>
            <ac:spMk id="14" creationId="{5586244E-9B8C-44C0-B306-5F82BC158B0B}"/>
          </ac:spMkLst>
        </pc:spChg>
        <pc:spChg chg="mod">
          <ac:chgData name="Hur Jung" userId="763133add284fb2e" providerId="LiveId" clId="{63265192-7B44-45D3-A1BC-CD20A66879BE}" dt="2020-06-14T00:48:25.262" v="1500" actId="14100"/>
          <ac:spMkLst>
            <pc:docMk/>
            <pc:sldMk cId="1238790175" sldId="2145"/>
            <ac:spMk id="49" creationId="{8EC6D0D9-A920-4BDE-852F-0B3B00523D1C}"/>
          </ac:spMkLst>
        </pc:spChg>
      </pc:sldChg>
      <pc:sldChg chg="addSp delSp modSp add del mod modClrScheme chgLayout">
        <pc:chgData name="Hur Jung" userId="763133add284fb2e" providerId="LiveId" clId="{63265192-7B44-45D3-A1BC-CD20A66879BE}" dt="2020-06-14T05:47:09.387" v="1888" actId="47"/>
        <pc:sldMkLst>
          <pc:docMk/>
          <pc:sldMk cId="2719002703" sldId="2173"/>
        </pc:sldMkLst>
        <pc:spChg chg="del mod ord">
          <ac:chgData name="Hur Jung" userId="763133add284fb2e" providerId="LiveId" clId="{63265192-7B44-45D3-A1BC-CD20A66879BE}" dt="2020-06-14T01:00:03.941" v="1650" actId="478"/>
          <ac:spMkLst>
            <pc:docMk/>
            <pc:sldMk cId="2719002703" sldId="2173"/>
            <ac:spMk id="2" creationId="{10B9171B-E301-46DD-9EA5-9BBE8CFEE633}"/>
          </ac:spMkLst>
        </pc:spChg>
        <pc:spChg chg="mod ord">
          <ac:chgData name="Hur Jung" userId="763133add284fb2e" providerId="LiveId" clId="{63265192-7B44-45D3-A1BC-CD20A66879BE}" dt="2020-06-14T01:01:17.093" v="1654" actId="6549"/>
          <ac:spMkLst>
            <pc:docMk/>
            <pc:sldMk cId="2719002703" sldId="2173"/>
            <ac:spMk id="4" creationId="{5F93D0B1-ED8C-4C28-AD11-2C885D27AD7E}"/>
          </ac:spMkLst>
        </pc:spChg>
        <pc:spChg chg="mod ord">
          <ac:chgData name="Hur Jung" userId="763133add284fb2e" providerId="LiveId" clId="{63265192-7B44-45D3-A1BC-CD20A66879BE}" dt="2020-06-14T00:59:56.775" v="1649" actId="700"/>
          <ac:spMkLst>
            <pc:docMk/>
            <pc:sldMk cId="2719002703" sldId="2173"/>
            <ac:spMk id="5" creationId="{5914690A-365C-4DF4-A437-1D979345BB6C}"/>
          </ac:spMkLst>
        </pc:spChg>
        <pc:spChg chg="add mod ord">
          <ac:chgData name="Hur Jung" userId="763133add284fb2e" providerId="LiveId" clId="{63265192-7B44-45D3-A1BC-CD20A66879BE}" dt="2020-06-14T01:00:06.438" v="1651"/>
          <ac:spMkLst>
            <pc:docMk/>
            <pc:sldMk cId="2719002703" sldId="2173"/>
            <ac:spMk id="7" creationId="{8030EA38-82A8-4A26-8F0F-A9D785043118}"/>
          </ac:spMkLst>
        </pc:spChg>
      </pc:sldChg>
      <pc:sldChg chg="addSp delSp modSp add del mod ord modClrScheme chgLayout">
        <pc:chgData name="Hur Jung" userId="763133add284fb2e" providerId="LiveId" clId="{63265192-7B44-45D3-A1BC-CD20A66879BE}" dt="2020-06-14T05:47:03.495" v="1884" actId="47"/>
        <pc:sldMkLst>
          <pc:docMk/>
          <pc:sldMk cId="3326437209" sldId="2203"/>
        </pc:sldMkLst>
        <pc:spChg chg="add mod ord">
          <ac:chgData name="Hur Jung" userId="763133add284fb2e" providerId="LiveId" clId="{63265192-7B44-45D3-A1BC-CD20A66879BE}" dt="2020-06-14T00:52:38.188" v="1533" actId="700"/>
          <ac:spMkLst>
            <pc:docMk/>
            <pc:sldMk cId="3326437209" sldId="2203"/>
            <ac:spMk id="5" creationId="{6174F7C1-B9AF-4676-A8BC-1430331532F0}"/>
          </ac:spMkLst>
        </pc:spChg>
        <pc:spChg chg="del mod ord">
          <ac:chgData name="Hur Jung" userId="763133add284fb2e" providerId="LiveId" clId="{63265192-7B44-45D3-A1BC-CD20A66879BE}" dt="2020-06-14T00:51:45.146" v="1528" actId="478"/>
          <ac:spMkLst>
            <pc:docMk/>
            <pc:sldMk cId="3326437209" sldId="2203"/>
            <ac:spMk id="6" creationId="{2454D9AC-AD0A-4BC6-B9E0-95F008AF651B}"/>
          </ac:spMkLst>
        </pc:spChg>
        <pc:spChg chg="mod ord">
          <ac:chgData name="Hur Jung" userId="763133add284fb2e" providerId="LiveId" clId="{63265192-7B44-45D3-A1BC-CD20A66879BE}" dt="2020-06-14T00:55:18.094" v="1620" actId="20577"/>
          <ac:spMkLst>
            <pc:docMk/>
            <pc:sldMk cId="3326437209" sldId="2203"/>
            <ac:spMk id="13" creationId="{CA6B72DB-4BBC-4484-9257-99645E19E34A}"/>
          </ac:spMkLst>
        </pc:spChg>
        <pc:spChg chg="mod ord">
          <ac:chgData name="Hur Jung" userId="763133add284fb2e" providerId="LiveId" clId="{63265192-7B44-45D3-A1BC-CD20A66879BE}" dt="2020-06-14T00:52:38.188" v="1533" actId="700"/>
          <ac:spMkLst>
            <pc:docMk/>
            <pc:sldMk cId="3326437209" sldId="2203"/>
            <ac:spMk id="14" creationId="{5586244E-9B8C-44C0-B306-5F82BC158B0B}"/>
          </ac:spMkLst>
        </pc:spChg>
      </pc:sldChg>
      <pc:sldChg chg="modSp mod">
        <pc:chgData name="Hur Jung" userId="763133add284fb2e" providerId="LiveId" clId="{63265192-7B44-45D3-A1BC-CD20A66879BE}" dt="2020-06-17T09:42:34.762" v="5483" actId="1076"/>
        <pc:sldMkLst>
          <pc:docMk/>
          <pc:sldMk cId="3124646002" sldId="2360"/>
        </pc:sldMkLst>
        <pc:spChg chg="mod">
          <ac:chgData name="Hur Jung" userId="763133add284fb2e" providerId="LiveId" clId="{63265192-7B44-45D3-A1BC-CD20A66879BE}" dt="2020-06-17T09:42:34.762" v="5483" actId="1076"/>
          <ac:spMkLst>
            <pc:docMk/>
            <pc:sldMk cId="3124646002" sldId="2360"/>
            <ac:spMk id="44" creationId="{AAA2E786-7C96-44EB-811A-ADD152F542DF}"/>
          </ac:spMkLst>
        </pc:spChg>
      </pc:sldChg>
      <pc:sldChg chg="add">
        <pc:chgData name="Hur Jung" userId="763133add284fb2e" providerId="LiveId" clId="{63265192-7B44-45D3-A1BC-CD20A66879BE}" dt="2020-06-13T00:24:48.223" v="0"/>
        <pc:sldMkLst>
          <pc:docMk/>
          <pc:sldMk cId="1633766180" sldId="2411"/>
        </pc:sldMkLst>
      </pc:sldChg>
      <pc:sldChg chg="add">
        <pc:chgData name="Hur Jung" userId="763133add284fb2e" providerId="LiveId" clId="{63265192-7B44-45D3-A1BC-CD20A66879BE}" dt="2020-06-13T00:24:48.223" v="0"/>
        <pc:sldMkLst>
          <pc:docMk/>
          <pc:sldMk cId="700840865" sldId="2413"/>
        </pc:sldMkLst>
      </pc:sldChg>
      <pc:sldChg chg="modSp mod">
        <pc:chgData name="Hur Jung" userId="763133add284fb2e" providerId="LiveId" clId="{63265192-7B44-45D3-A1BC-CD20A66879BE}" dt="2020-06-28T01:30:27.341" v="10677"/>
        <pc:sldMkLst>
          <pc:docMk/>
          <pc:sldMk cId="2326000728" sldId="2493"/>
        </pc:sldMkLst>
        <pc:spChg chg="mod">
          <ac:chgData name="Hur Jung" userId="763133add284fb2e" providerId="LiveId" clId="{63265192-7B44-45D3-A1BC-CD20A66879BE}" dt="2020-06-19T23:40:58.506" v="5829"/>
          <ac:spMkLst>
            <pc:docMk/>
            <pc:sldMk cId="2326000728" sldId="2493"/>
            <ac:spMk id="92" creationId="{EEFD6D75-B5F4-43B4-AD76-DF63BD0514D7}"/>
          </ac:spMkLst>
        </pc:spChg>
        <pc:graphicFrameChg chg="mod">
          <ac:chgData name="Hur Jung" userId="763133add284fb2e" providerId="LiveId" clId="{63265192-7B44-45D3-A1BC-CD20A66879BE}" dt="2020-06-28T01:30:27.341" v="10677"/>
          <ac:graphicFrameMkLst>
            <pc:docMk/>
            <pc:sldMk cId="2326000728" sldId="2493"/>
            <ac:graphicFrameMk id="54" creationId="{684A6482-A457-45C3-A677-9AD977D06E0F}"/>
          </ac:graphicFrameMkLst>
        </pc:graphicFrameChg>
      </pc:sldChg>
      <pc:sldChg chg="addSp delSp modSp add del mod modClrScheme chgLayout">
        <pc:chgData name="Hur Jung" userId="763133add284fb2e" providerId="LiveId" clId="{63265192-7B44-45D3-A1BC-CD20A66879BE}" dt="2020-06-14T05:47:12.228" v="1889" actId="47"/>
        <pc:sldMkLst>
          <pc:docMk/>
          <pc:sldMk cId="2351871484" sldId="2497"/>
        </pc:sldMkLst>
        <pc:spChg chg="add del mod ord">
          <ac:chgData name="Hur Jung" userId="763133add284fb2e" providerId="LiveId" clId="{63265192-7B44-45D3-A1BC-CD20A66879BE}" dt="2020-06-14T01:15:07.432" v="1670" actId="700"/>
          <ac:spMkLst>
            <pc:docMk/>
            <pc:sldMk cId="2351871484" sldId="2497"/>
            <ac:spMk id="2" creationId="{9A0F4405-91D8-4A2E-A352-CD0ED90A4308}"/>
          </ac:spMkLst>
        </pc:spChg>
        <pc:spChg chg="add mod ord">
          <ac:chgData name="Hur Jung" userId="763133add284fb2e" providerId="LiveId" clId="{63265192-7B44-45D3-A1BC-CD20A66879BE}" dt="2020-06-14T01:15:18.345" v="1671"/>
          <ac:spMkLst>
            <pc:docMk/>
            <pc:sldMk cId="2351871484" sldId="2497"/>
            <ac:spMk id="3" creationId="{76DAE0E8-DE2B-49F5-9C29-91A0B6ADBC67}"/>
          </ac:spMkLst>
        </pc:spChg>
        <pc:spChg chg="add del mod">
          <ac:chgData name="Hur Jung" userId="763133add284fb2e" providerId="LiveId" clId="{63265192-7B44-45D3-A1BC-CD20A66879BE}" dt="2020-06-14T01:15:30.235" v="1674" actId="478"/>
          <ac:spMkLst>
            <pc:docMk/>
            <pc:sldMk cId="2351871484" sldId="2497"/>
            <ac:spMk id="5" creationId="{3CE7DDB7-1867-4AF1-B4D8-4B16BC48FCCD}"/>
          </ac:spMkLst>
        </pc:spChg>
        <pc:spChg chg="del mod ord">
          <ac:chgData name="Hur Jung" userId="763133add284fb2e" providerId="LiveId" clId="{63265192-7B44-45D3-A1BC-CD20A66879BE}" dt="2020-06-14T01:15:27.407" v="1673" actId="478"/>
          <ac:spMkLst>
            <pc:docMk/>
            <pc:sldMk cId="2351871484" sldId="2497"/>
            <ac:spMk id="10" creationId="{327B2C00-9BB6-40F4-A6E2-C6E18189CE70}"/>
          </ac:spMkLst>
        </pc:spChg>
        <pc:spChg chg="del mod ord">
          <ac:chgData name="Hur Jung" userId="763133add284fb2e" providerId="LiveId" clId="{63265192-7B44-45D3-A1BC-CD20A66879BE}" dt="2020-06-14T01:15:25.712" v="1672" actId="478"/>
          <ac:spMkLst>
            <pc:docMk/>
            <pc:sldMk cId="2351871484" sldId="2497"/>
            <ac:spMk id="11" creationId="{9F095A6D-7A89-42F5-AB88-99B0C424BF7F}"/>
          </ac:spMkLst>
        </pc:spChg>
        <pc:picChg chg="mod modCrop">
          <ac:chgData name="Hur Jung" userId="763133add284fb2e" providerId="LiveId" clId="{63265192-7B44-45D3-A1BC-CD20A66879BE}" dt="2020-06-14T01:04:25.288" v="1663"/>
          <ac:picMkLst>
            <pc:docMk/>
            <pc:sldMk cId="2351871484" sldId="2497"/>
            <ac:picMk id="14" creationId="{858BAD27-1FCE-4A2C-9171-7FFDD49DA8EA}"/>
          </ac:picMkLst>
        </pc:picChg>
      </pc:sldChg>
      <pc:sldChg chg="addSp delSp modSp add del mod modClrScheme chgLayout">
        <pc:chgData name="Hur Jung" userId="763133add284fb2e" providerId="LiveId" clId="{63265192-7B44-45D3-A1BC-CD20A66879BE}" dt="2020-06-14T05:47:07.177" v="1887" actId="47"/>
        <pc:sldMkLst>
          <pc:docMk/>
          <pc:sldMk cId="3853587289" sldId="2498"/>
        </pc:sldMkLst>
        <pc:spChg chg="add mod ord">
          <ac:chgData name="Hur Jung" userId="763133add284fb2e" providerId="LiveId" clId="{63265192-7B44-45D3-A1BC-CD20A66879BE}" dt="2020-06-14T00:56:29.995" v="1624"/>
          <ac:spMkLst>
            <pc:docMk/>
            <pc:sldMk cId="3853587289" sldId="2498"/>
            <ac:spMk id="2" creationId="{61C2740A-9E96-4D65-A78B-1975322D111B}"/>
          </ac:spMkLst>
        </pc:spChg>
        <pc:spChg chg="add mod">
          <ac:chgData name="Hur Jung" userId="763133add284fb2e" providerId="LiveId" clId="{63265192-7B44-45D3-A1BC-CD20A66879BE}" dt="2020-06-14T00:56:56.678" v="1627" actId="14100"/>
          <ac:spMkLst>
            <pc:docMk/>
            <pc:sldMk cId="3853587289" sldId="2498"/>
            <ac:spMk id="4" creationId="{EFD53DE9-0C78-47B2-AC14-E0F3E8C235B5}"/>
          </ac:spMkLst>
        </pc:spChg>
        <pc:spChg chg="mod">
          <ac:chgData name="Hur Jung" userId="763133add284fb2e" providerId="LiveId" clId="{63265192-7B44-45D3-A1BC-CD20A66879BE}" dt="2020-06-14T00:57:04.669" v="1628" actId="1076"/>
          <ac:spMkLst>
            <pc:docMk/>
            <pc:sldMk cId="3853587289" sldId="2498"/>
            <ac:spMk id="8" creationId="{8857EDC2-0654-4A0A-8412-361E843F7A75}"/>
          </ac:spMkLst>
        </pc:spChg>
        <pc:spChg chg="del mod ord">
          <ac:chgData name="Hur Jung" userId="763133add284fb2e" providerId="LiveId" clId="{63265192-7B44-45D3-A1BC-CD20A66879BE}" dt="2020-06-14T00:56:33.699" v="1625" actId="478"/>
          <ac:spMkLst>
            <pc:docMk/>
            <pc:sldMk cId="3853587289" sldId="2498"/>
            <ac:spMk id="10" creationId="{327B2C00-9BB6-40F4-A6E2-C6E18189CE70}"/>
          </ac:spMkLst>
        </pc:spChg>
        <pc:spChg chg="del mod ord">
          <ac:chgData name="Hur Jung" userId="763133add284fb2e" providerId="LiveId" clId="{63265192-7B44-45D3-A1BC-CD20A66879BE}" dt="2020-06-14T00:56:27.755" v="1623" actId="478"/>
          <ac:spMkLst>
            <pc:docMk/>
            <pc:sldMk cId="3853587289" sldId="2498"/>
            <ac:spMk id="11" creationId="{9F095A6D-7A89-42F5-AB88-99B0C424BF7F}"/>
          </ac:spMkLst>
        </pc:spChg>
        <pc:spChg chg="mod">
          <ac:chgData name="Hur Jung" userId="763133add284fb2e" providerId="LiveId" clId="{63265192-7B44-45D3-A1BC-CD20A66879BE}" dt="2020-06-14T00:57:04.669" v="1628" actId="1076"/>
          <ac:spMkLst>
            <pc:docMk/>
            <pc:sldMk cId="3853587289" sldId="2498"/>
            <ac:spMk id="31" creationId="{0792E415-DA1A-4658-B83B-0F2AC84733E9}"/>
          </ac:spMkLst>
        </pc:spChg>
        <pc:spChg chg="mod">
          <ac:chgData name="Hur Jung" userId="763133add284fb2e" providerId="LiveId" clId="{63265192-7B44-45D3-A1BC-CD20A66879BE}" dt="2020-06-14T00:59:35.948" v="1648" actId="1076"/>
          <ac:spMkLst>
            <pc:docMk/>
            <pc:sldMk cId="3853587289" sldId="2498"/>
            <ac:spMk id="36" creationId="{72D57591-61B4-453A-903C-D447325EB144}"/>
          </ac:spMkLst>
        </pc:spChg>
        <pc:spChg chg="mod">
          <ac:chgData name="Hur Jung" userId="763133add284fb2e" providerId="LiveId" clId="{63265192-7B44-45D3-A1BC-CD20A66879BE}" dt="2020-06-14T00:59:35.948" v="1648" actId="1076"/>
          <ac:spMkLst>
            <pc:docMk/>
            <pc:sldMk cId="3853587289" sldId="2498"/>
            <ac:spMk id="37" creationId="{2267E25C-DC60-421E-A854-6FBCA319C828}"/>
          </ac:spMkLst>
        </pc:spChg>
        <pc:spChg chg="mod">
          <ac:chgData name="Hur Jung" userId="763133add284fb2e" providerId="LiveId" clId="{63265192-7B44-45D3-A1BC-CD20A66879BE}" dt="2020-06-14T00:57:04.669" v="1628" actId="1076"/>
          <ac:spMkLst>
            <pc:docMk/>
            <pc:sldMk cId="3853587289" sldId="2498"/>
            <ac:spMk id="45" creationId="{1988F2CF-BAA7-419F-A393-70EDF2D19D8A}"/>
          </ac:spMkLst>
        </pc:spChg>
        <pc:spChg chg="mod">
          <ac:chgData name="Hur Jung" userId="763133add284fb2e" providerId="LiveId" clId="{63265192-7B44-45D3-A1BC-CD20A66879BE}" dt="2020-06-14T00:57:04.669" v="1628" actId="1076"/>
          <ac:spMkLst>
            <pc:docMk/>
            <pc:sldMk cId="3853587289" sldId="2498"/>
            <ac:spMk id="57" creationId="{7B50FB54-17E2-4519-A54E-51A607F11A27}"/>
          </ac:spMkLst>
        </pc:spChg>
        <pc:spChg chg="mod">
          <ac:chgData name="Hur Jung" userId="763133add284fb2e" providerId="LiveId" clId="{63265192-7B44-45D3-A1BC-CD20A66879BE}" dt="2020-06-14T00:57:04.669" v="1628" actId="1076"/>
          <ac:spMkLst>
            <pc:docMk/>
            <pc:sldMk cId="3853587289" sldId="2498"/>
            <ac:spMk id="58" creationId="{AB2DC2AE-9BB0-4977-A305-A37C76E0B1B7}"/>
          </ac:spMkLst>
        </pc:spChg>
        <pc:spChg chg="mod">
          <ac:chgData name="Hur Jung" userId="763133add284fb2e" providerId="LiveId" clId="{63265192-7B44-45D3-A1BC-CD20A66879BE}" dt="2020-06-14T00:57:04.669" v="1628" actId="1076"/>
          <ac:spMkLst>
            <pc:docMk/>
            <pc:sldMk cId="3853587289" sldId="2498"/>
            <ac:spMk id="64" creationId="{6EB982D5-A029-4573-A358-E346602C906F}"/>
          </ac:spMkLst>
        </pc:spChg>
        <pc:graphicFrameChg chg="mod modGraphic">
          <ac:chgData name="Hur Jung" userId="763133add284fb2e" providerId="LiveId" clId="{63265192-7B44-45D3-A1BC-CD20A66879BE}" dt="2020-06-14T00:59:23.344" v="1647" actId="14734"/>
          <ac:graphicFrameMkLst>
            <pc:docMk/>
            <pc:sldMk cId="3853587289" sldId="2498"/>
            <ac:graphicFrameMk id="18" creationId="{1A4D3DBE-B128-4FFB-8D0A-A4AE7B19202C}"/>
          </ac:graphicFrameMkLst>
        </pc:graphicFrameChg>
        <pc:picChg chg="mod">
          <ac:chgData name="Hur Jung" userId="763133add284fb2e" providerId="LiveId" clId="{63265192-7B44-45D3-A1BC-CD20A66879BE}" dt="2020-06-14T00:57:04.669" v="1628" actId="1076"/>
          <ac:picMkLst>
            <pc:docMk/>
            <pc:sldMk cId="3853587289" sldId="2498"/>
            <ac:picMk id="13" creationId="{A80A8D84-E76F-4397-AE3A-15DB3F0D003C}"/>
          </ac:picMkLst>
        </pc:picChg>
        <pc:picChg chg="mod">
          <ac:chgData name="Hur Jung" userId="763133add284fb2e" providerId="LiveId" clId="{63265192-7B44-45D3-A1BC-CD20A66879BE}" dt="2020-06-14T00:57:04.669" v="1628" actId="1076"/>
          <ac:picMkLst>
            <pc:docMk/>
            <pc:sldMk cId="3853587289" sldId="2498"/>
            <ac:picMk id="15" creationId="{0E6871C2-0306-40F6-964C-FF5F0BA73387}"/>
          </ac:picMkLst>
        </pc:picChg>
        <pc:picChg chg="mod">
          <ac:chgData name="Hur Jung" userId="763133add284fb2e" providerId="LiveId" clId="{63265192-7B44-45D3-A1BC-CD20A66879BE}" dt="2020-06-14T00:57:04.669" v="1628" actId="1076"/>
          <ac:picMkLst>
            <pc:docMk/>
            <pc:sldMk cId="3853587289" sldId="2498"/>
            <ac:picMk id="20" creationId="{A2A68521-8080-4C4F-9C51-A3C3E8A3741C}"/>
          </ac:picMkLst>
        </pc:picChg>
        <pc:picChg chg="mod">
          <ac:chgData name="Hur Jung" userId="763133add284fb2e" providerId="LiveId" clId="{63265192-7B44-45D3-A1BC-CD20A66879BE}" dt="2020-06-14T00:57:04.669" v="1628" actId="1076"/>
          <ac:picMkLst>
            <pc:docMk/>
            <pc:sldMk cId="3853587289" sldId="2498"/>
            <ac:picMk id="21" creationId="{316200C3-98BF-4955-A77C-FDBF192DFCAD}"/>
          </ac:picMkLst>
        </pc:picChg>
        <pc:picChg chg="mod">
          <ac:chgData name="Hur Jung" userId="763133add284fb2e" providerId="LiveId" clId="{63265192-7B44-45D3-A1BC-CD20A66879BE}" dt="2020-06-14T00:57:04.669" v="1628" actId="1076"/>
          <ac:picMkLst>
            <pc:docMk/>
            <pc:sldMk cId="3853587289" sldId="2498"/>
            <ac:picMk id="22" creationId="{69639FBB-DC71-4EEB-AAD9-A689D10E6C95}"/>
          </ac:picMkLst>
        </pc:picChg>
        <pc:picChg chg="mod">
          <ac:chgData name="Hur Jung" userId="763133add284fb2e" providerId="LiveId" clId="{63265192-7B44-45D3-A1BC-CD20A66879BE}" dt="2020-06-14T00:57:04.669" v="1628" actId="1076"/>
          <ac:picMkLst>
            <pc:docMk/>
            <pc:sldMk cId="3853587289" sldId="2498"/>
            <ac:picMk id="23" creationId="{59022D8D-02F0-4967-820A-D6F8A5E62052}"/>
          </ac:picMkLst>
        </pc:picChg>
        <pc:picChg chg="mod">
          <ac:chgData name="Hur Jung" userId="763133add284fb2e" providerId="LiveId" clId="{63265192-7B44-45D3-A1BC-CD20A66879BE}" dt="2020-06-14T00:57:04.669" v="1628" actId="1076"/>
          <ac:picMkLst>
            <pc:docMk/>
            <pc:sldMk cId="3853587289" sldId="2498"/>
            <ac:picMk id="24" creationId="{9F7E819F-8374-4F28-A998-F482FAD8F272}"/>
          </ac:picMkLst>
        </pc:picChg>
        <pc:picChg chg="mod">
          <ac:chgData name="Hur Jung" userId="763133add284fb2e" providerId="LiveId" clId="{63265192-7B44-45D3-A1BC-CD20A66879BE}" dt="2020-06-14T00:57:04.669" v="1628" actId="1076"/>
          <ac:picMkLst>
            <pc:docMk/>
            <pc:sldMk cId="3853587289" sldId="2498"/>
            <ac:picMk id="25" creationId="{A93193F4-6519-4474-833B-06D96825F501}"/>
          </ac:picMkLst>
        </pc:picChg>
        <pc:picChg chg="mod">
          <ac:chgData name="Hur Jung" userId="763133add284fb2e" providerId="LiveId" clId="{63265192-7B44-45D3-A1BC-CD20A66879BE}" dt="2020-06-14T00:57:04.669" v="1628" actId="1076"/>
          <ac:picMkLst>
            <pc:docMk/>
            <pc:sldMk cId="3853587289" sldId="2498"/>
            <ac:picMk id="26" creationId="{CF749B09-31B8-40EB-8779-02F4472ACF60}"/>
          </ac:picMkLst>
        </pc:picChg>
        <pc:picChg chg="mod">
          <ac:chgData name="Hur Jung" userId="763133add284fb2e" providerId="LiveId" clId="{63265192-7B44-45D3-A1BC-CD20A66879BE}" dt="2020-06-14T00:57:04.669" v="1628" actId="1076"/>
          <ac:picMkLst>
            <pc:docMk/>
            <pc:sldMk cId="3853587289" sldId="2498"/>
            <ac:picMk id="27" creationId="{B7DB716F-44FE-495B-8B64-BC746A2D788E}"/>
          </ac:picMkLst>
        </pc:picChg>
        <pc:picChg chg="mod">
          <ac:chgData name="Hur Jung" userId="763133add284fb2e" providerId="LiveId" clId="{63265192-7B44-45D3-A1BC-CD20A66879BE}" dt="2020-06-14T00:57:04.669" v="1628" actId="1076"/>
          <ac:picMkLst>
            <pc:docMk/>
            <pc:sldMk cId="3853587289" sldId="2498"/>
            <ac:picMk id="28" creationId="{91E30B0F-99F6-4DD4-8FBD-C05247684E9F}"/>
          </ac:picMkLst>
        </pc:picChg>
        <pc:picChg chg="mod">
          <ac:chgData name="Hur Jung" userId="763133add284fb2e" providerId="LiveId" clId="{63265192-7B44-45D3-A1BC-CD20A66879BE}" dt="2020-06-14T00:57:04.669" v="1628" actId="1076"/>
          <ac:picMkLst>
            <pc:docMk/>
            <pc:sldMk cId="3853587289" sldId="2498"/>
            <ac:picMk id="29" creationId="{4A46D550-AC60-4AE6-BA5F-8FBCEE024CC4}"/>
          </ac:picMkLst>
        </pc:picChg>
        <pc:cxnChg chg="mod">
          <ac:chgData name="Hur Jung" userId="763133add284fb2e" providerId="LiveId" clId="{63265192-7B44-45D3-A1BC-CD20A66879BE}" dt="2020-06-14T00:57:04.669" v="1628" actId="1076"/>
          <ac:cxnSpMkLst>
            <pc:docMk/>
            <pc:sldMk cId="3853587289" sldId="2498"/>
            <ac:cxnSpMk id="33" creationId="{689494EC-B7F1-4645-8DF3-920F8AB745E3}"/>
          </ac:cxnSpMkLst>
        </pc:cxnChg>
        <pc:cxnChg chg="mod">
          <ac:chgData name="Hur Jung" userId="763133add284fb2e" providerId="LiveId" clId="{63265192-7B44-45D3-A1BC-CD20A66879BE}" dt="2020-06-14T00:57:04.669" v="1628" actId="1076"/>
          <ac:cxnSpMkLst>
            <pc:docMk/>
            <pc:sldMk cId="3853587289" sldId="2498"/>
            <ac:cxnSpMk id="46" creationId="{9E4CE158-EAC7-443C-8DB0-9AE351C46D61}"/>
          </ac:cxnSpMkLst>
        </pc:cxnChg>
        <pc:cxnChg chg="mod">
          <ac:chgData name="Hur Jung" userId="763133add284fb2e" providerId="LiveId" clId="{63265192-7B44-45D3-A1BC-CD20A66879BE}" dt="2020-06-14T00:57:04.669" v="1628" actId="1076"/>
          <ac:cxnSpMkLst>
            <pc:docMk/>
            <pc:sldMk cId="3853587289" sldId="2498"/>
            <ac:cxnSpMk id="59" creationId="{A4EF0FAA-886C-4636-9712-2BF4B4E0313F}"/>
          </ac:cxnSpMkLst>
        </pc:cxnChg>
        <pc:cxnChg chg="mod">
          <ac:chgData name="Hur Jung" userId="763133add284fb2e" providerId="LiveId" clId="{63265192-7B44-45D3-A1BC-CD20A66879BE}" dt="2020-06-14T00:57:04.669" v="1628" actId="1076"/>
          <ac:cxnSpMkLst>
            <pc:docMk/>
            <pc:sldMk cId="3853587289" sldId="2498"/>
            <ac:cxnSpMk id="65" creationId="{B1F6E4B5-9A96-4F8B-A5E5-F85474F3FB21}"/>
          </ac:cxnSpMkLst>
        </pc:cxnChg>
        <pc:cxnChg chg="mod">
          <ac:chgData name="Hur Jung" userId="763133add284fb2e" providerId="LiveId" clId="{63265192-7B44-45D3-A1BC-CD20A66879BE}" dt="2020-06-14T00:57:04.669" v="1628" actId="1076"/>
          <ac:cxnSpMkLst>
            <pc:docMk/>
            <pc:sldMk cId="3853587289" sldId="2498"/>
            <ac:cxnSpMk id="68" creationId="{D7BB3A1C-3786-4112-AA77-EF6813DEA318}"/>
          </ac:cxnSpMkLst>
        </pc:cxnChg>
      </pc:sldChg>
      <pc:sldChg chg="addSp delSp modSp add del mod modClrScheme chgLayout">
        <pc:chgData name="Hur Jung" userId="763133add284fb2e" providerId="LiveId" clId="{63265192-7B44-45D3-A1BC-CD20A66879BE}" dt="2020-06-14T00:56:03.992" v="1621" actId="47"/>
        <pc:sldMkLst>
          <pc:docMk/>
          <pc:sldMk cId="2464153053" sldId="2499"/>
        </pc:sldMkLst>
        <pc:spChg chg="add mod ord">
          <ac:chgData name="Hur Jung" userId="763133add284fb2e" providerId="LiveId" clId="{63265192-7B44-45D3-A1BC-CD20A66879BE}" dt="2020-06-14T00:50:57.422" v="1516"/>
          <ac:spMkLst>
            <pc:docMk/>
            <pc:sldMk cId="2464153053" sldId="2499"/>
            <ac:spMk id="2" creationId="{C77F99D2-A67A-42B8-8B4C-1B6D93FACD42}"/>
          </ac:spMkLst>
        </pc:spChg>
        <pc:spChg chg="del mod ord">
          <ac:chgData name="Hur Jung" userId="763133add284fb2e" providerId="LiveId" clId="{63265192-7B44-45D3-A1BC-CD20A66879BE}" dt="2020-06-14T00:50:55.385" v="1515" actId="478"/>
          <ac:spMkLst>
            <pc:docMk/>
            <pc:sldMk cId="2464153053" sldId="2499"/>
            <ac:spMk id="14" creationId="{5586244E-9B8C-44C0-B306-5F82BC158B0B}"/>
          </ac:spMkLst>
        </pc:spChg>
        <pc:spChg chg="mod">
          <ac:chgData name="Hur Jung" userId="763133add284fb2e" providerId="LiveId" clId="{63265192-7B44-45D3-A1BC-CD20A66879BE}" dt="2020-06-14T00:51:16.817" v="1526" actId="1036"/>
          <ac:spMkLst>
            <pc:docMk/>
            <pc:sldMk cId="2464153053" sldId="2499"/>
            <ac:spMk id="66" creationId="{A6301332-2618-468E-B60C-6143E73ED723}"/>
          </ac:spMkLst>
        </pc:spChg>
        <pc:spChg chg="mod">
          <ac:chgData name="Hur Jung" userId="763133add284fb2e" providerId="LiveId" clId="{63265192-7B44-45D3-A1BC-CD20A66879BE}" dt="2020-06-14T00:51:16.817" v="1526" actId="1036"/>
          <ac:spMkLst>
            <pc:docMk/>
            <pc:sldMk cId="2464153053" sldId="2499"/>
            <ac:spMk id="67" creationId="{E83437D0-2D65-481C-A815-96149A4994A8}"/>
          </ac:spMkLst>
        </pc:spChg>
        <pc:spChg chg="mod">
          <ac:chgData name="Hur Jung" userId="763133add284fb2e" providerId="LiveId" clId="{63265192-7B44-45D3-A1BC-CD20A66879BE}" dt="2020-06-14T00:51:16.817" v="1526" actId="1036"/>
          <ac:spMkLst>
            <pc:docMk/>
            <pc:sldMk cId="2464153053" sldId="2499"/>
            <ac:spMk id="68" creationId="{B125A665-7060-4047-8C63-2EA33E75BEFA}"/>
          </ac:spMkLst>
        </pc:spChg>
        <pc:spChg chg="mod">
          <ac:chgData name="Hur Jung" userId="763133add284fb2e" providerId="LiveId" clId="{63265192-7B44-45D3-A1BC-CD20A66879BE}" dt="2020-06-14T00:51:07.213" v="1518" actId="1037"/>
          <ac:spMkLst>
            <pc:docMk/>
            <pc:sldMk cId="2464153053" sldId="2499"/>
            <ac:spMk id="72" creationId="{82F2AA70-8D33-4F35-B566-C555569C982E}"/>
          </ac:spMkLst>
        </pc:spChg>
        <pc:spChg chg="mod">
          <ac:chgData name="Hur Jung" userId="763133add284fb2e" providerId="LiveId" clId="{63265192-7B44-45D3-A1BC-CD20A66879BE}" dt="2020-06-14T00:51:07.213" v="1518" actId="1037"/>
          <ac:spMkLst>
            <pc:docMk/>
            <pc:sldMk cId="2464153053" sldId="2499"/>
            <ac:spMk id="80" creationId="{504C7CC2-C09C-479C-9D22-39DC93DE42CC}"/>
          </ac:spMkLst>
        </pc:spChg>
        <pc:grpChg chg="mod">
          <ac:chgData name="Hur Jung" userId="763133add284fb2e" providerId="LiveId" clId="{63265192-7B44-45D3-A1BC-CD20A66879BE}" dt="2020-06-14T00:51:07.213" v="1518" actId="1037"/>
          <ac:grpSpMkLst>
            <pc:docMk/>
            <pc:sldMk cId="2464153053" sldId="2499"/>
            <ac:grpSpMk id="76" creationId="{9D0347C5-DFBF-4C0D-BD67-2B3C470217D8}"/>
          </ac:grpSpMkLst>
        </pc:grpChg>
        <pc:grpChg chg="mod">
          <ac:chgData name="Hur Jung" userId="763133add284fb2e" providerId="LiveId" clId="{63265192-7B44-45D3-A1BC-CD20A66879BE}" dt="2020-06-14T00:51:07.213" v="1518" actId="1037"/>
          <ac:grpSpMkLst>
            <pc:docMk/>
            <pc:sldMk cId="2464153053" sldId="2499"/>
            <ac:grpSpMk id="82" creationId="{2AFF908E-AE32-43B9-94A8-06BDC77CA75E}"/>
          </ac:grpSpMkLst>
        </pc:grpChg>
        <pc:grpChg chg="mod">
          <ac:chgData name="Hur Jung" userId="763133add284fb2e" providerId="LiveId" clId="{63265192-7B44-45D3-A1BC-CD20A66879BE}" dt="2020-06-14T00:51:07.213" v="1518" actId="1037"/>
          <ac:grpSpMkLst>
            <pc:docMk/>
            <pc:sldMk cId="2464153053" sldId="2499"/>
            <ac:grpSpMk id="85" creationId="{ABA2E053-1999-4D04-A89A-A416E868C4CA}"/>
          </ac:grpSpMkLst>
        </pc:grpChg>
        <pc:grpChg chg="mod">
          <ac:chgData name="Hur Jung" userId="763133add284fb2e" providerId="LiveId" clId="{63265192-7B44-45D3-A1BC-CD20A66879BE}" dt="2020-06-14T00:51:07.213" v="1518" actId="1037"/>
          <ac:grpSpMkLst>
            <pc:docMk/>
            <pc:sldMk cId="2464153053" sldId="2499"/>
            <ac:grpSpMk id="88" creationId="{C3D85AD0-FC23-427F-99BF-6E359D64A916}"/>
          </ac:grpSpMkLst>
        </pc:grpChg>
        <pc:grpChg chg="mod">
          <ac:chgData name="Hur Jung" userId="763133add284fb2e" providerId="LiveId" clId="{63265192-7B44-45D3-A1BC-CD20A66879BE}" dt="2020-06-14T00:51:07.213" v="1518" actId="1037"/>
          <ac:grpSpMkLst>
            <pc:docMk/>
            <pc:sldMk cId="2464153053" sldId="2499"/>
            <ac:grpSpMk id="91" creationId="{C60A2C57-DD66-42B7-9525-2B784FAA9EB6}"/>
          </ac:grpSpMkLst>
        </pc:grpChg>
        <pc:grpChg chg="mod">
          <ac:chgData name="Hur Jung" userId="763133add284fb2e" providerId="LiveId" clId="{63265192-7B44-45D3-A1BC-CD20A66879BE}" dt="2020-06-14T00:51:07.213" v="1518" actId="1037"/>
          <ac:grpSpMkLst>
            <pc:docMk/>
            <pc:sldMk cId="2464153053" sldId="2499"/>
            <ac:grpSpMk id="94" creationId="{AEEADE17-4D57-481D-801A-A89B0B537990}"/>
          </ac:grpSpMkLst>
        </pc:grpChg>
        <pc:grpChg chg="mod">
          <ac:chgData name="Hur Jung" userId="763133add284fb2e" providerId="LiveId" clId="{63265192-7B44-45D3-A1BC-CD20A66879BE}" dt="2020-06-14T00:51:07.213" v="1518" actId="1037"/>
          <ac:grpSpMkLst>
            <pc:docMk/>
            <pc:sldMk cId="2464153053" sldId="2499"/>
            <ac:grpSpMk id="97" creationId="{ED30FA5C-9973-4327-B410-E346A082CB35}"/>
          </ac:grpSpMkLst>
        </pc:grpChg>
        <pc:grpChg chg="mod">
          <ac:chgData name="Hur Jung" userId="763133add284fb2e" providerId="LiveId" clId="{63265192-7B44-45D3-A1BC-CD20A66879BE}" dt="2020-06-14T00:51:07.213" v="1518" actId="1037"/>
          <ac:grpSpMkLst>
            <pc:docMk/>
            <pc:sldMk cId="2464153053" sldId="2499"/>
            <ac:grpSpMk id="100" creationId="{920B7941-374E-40EE-9458-5CD1A3610B79}"/>
          </ac:grpSpMkLst>
        </pc:grpChg>
        <pc:grpChg chg="mod">
          <ac:chgData name="Hur Jung" userId="763133add284fb2e" providerId="LiveId" clId="{63265192-7B44-45D3-A1BC-CD20A66879BE}" dt="2020-06-14T00:51:07.213" v="1518" actId="1037"/>
          <ac:grpSpMkLst>
            <pc:docMk/>
            <pc:sldMk cId="2464153053" sldId="2499"/>
            <ac:grpSpMk id="103" creationId="{7137A827-712C-4783-A15E-7B6D401824C5}"/>
          </ac:grpSpMkLst>
        </pc:grpChg>
        <pc:grpChg chg="mod">
          <ac:chgData name="Hur Jung" userId="763133add284fb2e" providerId="LiveId" clId="{63265192-7B44-45D3-A1BC-CD20A66879BE}" dt="2020-06-14T00:51:07.213" v="1518" actId="1037"/>
          <ac:grpSpMkLst>
            <pc:docMk/>
            <pc:sldMk cId="2464153053" sldId="2499"/>
            <ac:grpSpMk id="106" creationId="{B3E5DB44-78BA-4A3E-95C2-795CDFEB4EAA}"/>
          </ac:grpSpMkLst>
        </pc:grpChg>
        <pc:grpChg chg="mod">
          <ac:chgData name="Hur Jung" userId="763133add284fb2e" providerId="LiveId" clId="{63265192-7B44-45D3-A1BC-CD20A66879BE}" dt="2020-06-14T00:51:07.213" v="1518" actId="1037"/>
          <ac:grpSpMkLst>
            <pc:docMk/>
            <pc:sldMk cId="2464153053" sldId="2499"/>
            <ac:grpSpMk id="109" creationId="{9B478408-7578-4FF6-842C-7A5D02BEC483}"/>
          </ac:grpSpMkLst>
        </pc:grpChg>
        <pc:grpChg chg="mod">
          <ac:chgData name="Hur Jung" userId="763133add284fb2e" providerId="LiveId" clId="{63265192-7B44-45D3-A1BC-CD20A66879BE}" dt="2020-06-14T00:51:07.213" v="1518" actId="1037"/>
          <ac:grpSpMkLst>
            <pc:docMk/>
            <pc:sldMk cId="2464153053" sldId="2499"/>
            <ac:grpSpMk id="113" creationId="{0A8525F0-7FFA-42C3-AAFE-15377A60C90B}"/>
          </ac:grpSpMkLst>
        </pc:grpChg>
        <pc:grpChg chg="mod">
          <ac:chgData name="Hur Jung" userId="763133add284fb2e" providerId="LiveId" clId="{63265192-7B44-45D3-A1BC-CD20A66879BE}" dt="2020-06-14T00:51:07.213" v="1518" actId="1037"/>
          <ac:grpSpMkLst>
            <pc:docMk/>
            <pc:sldMk cId="2464153053" sldId="2499"/>
            <ac:grpSpMk id="116" creationId="{CEBF3659-6F25-4D19-BD07-4A86F9BDBF2C}"/>
          </ac:grpSpMkLst>
        </pc:grpChg>
        <pc:grpChg chg="mod">
          <ac:chgData name="Hur Jung" userId="763133add284fb2e" providerId="LiveId" clId="{63265192-7B44-45D3-A1BC-CD20A66879BE}" dt="2020-06-14T00:51:07.213" v="1518" actId="1037"/>
          <ac:grpSpMkLst>
            <pc:docMk/>
            <pc:sldMk cId="2464153053" sldId="2499"/>
            <ac:grpSpMk id="119" creationId="{4E5A517A-D798-4208-A5EA-803481D8D88F}"/>
          </ac:grpSpMkLst>
        </pc:grpChg>
        <pc:graphicFrameChg chg="mod">
          <ac:chgData name="Hur Jung" userId="763133add284fb2e" providerId="LiveId" clId="{63265192-7B44-45D3-A1BC-CD20A66879BE}" dt="2020-06-14T00:51:07.213" v="1518" actId="1037"/>
          <ac:graphicFrameMkLst>
            <pc:docMk/>
            <pc:sldMk cId="2464153053" sldId="2499"/>
            <ac:graphicFrameMk id="69" creationId="{9DD60E5F-C343-4086-8E53-84449C62A605}"/>
          </ac:graphicFrameMkLst>
        </pc:graphicFrame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71" creationId="{62026475-C89B-4119-9F19-2EED18BD90D4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73" creationId="{B97662E4-7AF2-493B-93EA-0E46F2C188DA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74" creationId="{68544B22-3188-4843-858D-20BA696092BB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78" creationId="{5EC33CF2-7421-4770-AF41-ECCB7BB4AD31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79" creationId="{2DE6C1A0-E491-48E5-BA1A-40394EE27129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81" creationId="{0CC7765A-66EF-4759-BE71-A073C8004F59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83" creationId="{80A73FE5-1FF7-4CA7-AC88-DE4D7592D23A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84" creationId="{BA85E6B3-B66E-4140-BF92-6569BC778667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86" creationId="{855A5975-395D-4D6F-9118-21B52C3B55F0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87" creationId="{1EA79D7E-1426-4958-A32B-AC08F37BFB17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89" creationId="{38899879-3650-4F58-AD17-F61317B0E785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90" creationId="{C756533F-AD8C-460B-BAC5-064AE065DB42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92" creationId="{1867CFC0-BED2-4EC0-9442-E35E35357896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93" creationId="{B1537836-D332-49CD-BC25-CFF94EA62962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95" creationId="{F52DE3B8-599C-4EA8-A8A1-FE3C41A16E10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96" creationId="{FA461984-96E6-4138-8E40-30020C77CD9C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98" creationId="{F44C6348-31EE-425F-8DB1-AD863624A80B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99" creationId="{2199122E-6B68-490C-B3D2-88C5B59941BB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101" creationId="{73A5435F-A29E-4BAD-9FAB-247543DDFB98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102" creationId="{BB6AB919-B015-419E-8C63-A0AD30B58264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104" creationId="{17EA14FC-98E4-4328-B47A-00C16ED77C05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105" creationId="{D44EC8AD-A9E0-4ACF-B03C-FD621F9811FF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107" creationId="{ECEA10DA-9080-4E0F-9CA1-8059B585AEFA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108" creationId="{44203182-22B4-4B5B-B771-14A3A1538188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110" creationId="{DF7D2B0D-783D-4058-92CD-CBDD4B7273F8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111" creationId="{B38E8A6D-36C1-4E92-9372-295EAB07D9E6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112" creationId="{61387199-250C-4488-8ED4-13BF040F0BA0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114" creationId="{B8549A8C-9B3A-43A5-B219-BDB69805068F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115" creationId="{1CA91C06-4B43-4D7A-B120-93FADE215DCC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117" creationId="{BE3562ED-A67D-4CEF-AEC7-10C06D4DD1A9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118" creationId="{45F745D4-19AF-44C3-8D96-C2C081FF2B12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120" creationId="{C9424170-8891-472A-90AF-C986EB8FE117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121" creationId="{22A987F0-38D2-4CCF-9E23-C46BD713AEB2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122" creationId="{F9A43F24-1F9F-4BD0-B525-0B67C5432C1C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123" creationId="{610A4731-C931-4439-BB0F-7CD4ED4A4F2B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124" creationId="{D5505E34-3636-4C1A-B5E4-36AE3579AFE1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125" creationId="{20B179E5-CFC5-4E80-9B3B-4DEE63FFDBA3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126" creationId="{00C46D7A-500B-447A-AAE1-999AE1AA63AE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127" creationId="{7BA6DF0B-76F9-4F9A-8359-294E170EF412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128" creationId="{F4861FF1-2534-4A25-8CDA-EB31ABAC2972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129" creationId="{0B29CFC9-5FFB-4151-8C2F-F9A1E783DC07}"/>
          </ac:picMkLst>
        </pc:picChg>
        <pc:picChg chg="mod">
          <ac:chgData name="Hur Jung" userId="763133add284fb2e" providerId="LiveId" clId="{63265192-7B44-45D3-A1BC-CD20A66879BE}" dt="2020-06-14T00:51:07.213" v="1518" actId="1037"/>
          <ac:picMkLst>
            <pc:docMk/>
            <pc:sldMk cId="2464153053" sldId="2499"/>
            <ac:picMk id="130" creationId="{8DE72D7D-BE69-42AE-B777-A69BB57BB3D1}"/>
          </ac:picMkLst>
        </pc:picChg>
      </pc:sldChg>
      <pc:sldChg chg="del">
        <pc:chgData name="Hur Jung" userId="763133add284fb2e" providerId="LiveId" clId="{63265192-7B44-45D3-A1BC-CD20A66879BE}" dt="2020-06-13T00:30:13.458" v="7" actId="47"/>
        <pc:sldMkLst>
          <pc:docMk/>
          <pc:sldMk cId="661268630" sldId="2501"/>
        </pc:sldMkLst>
      </pc:sldChg>
      <pc:sldChg chg="modSp add mod">
        <pc:chgData name="Hur Jung" userId="763133add284fb2e" providerId="LiveId" clId="{63265192-7B44-45D3-A1BC-CD20A66879BE}" dt="2020-06-28T01:30:42.972" v="10678"/>
        <pc:sldMkLst>
          <pc:docMk/>
          <pc:sldMk cId="4114592728" sldId="2656"/>
        </pc:sldMkLst>
        <pc:spChg chg="mod">
          <ac:chgData name="Hur Jung" userId="763133add284fb2e" providerId="LiveId" clId="{63265192-7B44-45D3-A1BC-CD20A66879BE}" dt="2020-06-28T01:30:42.972" v="10678"/>
          <ac:spMkLst>
            <pc:docMk/>
            <pc:sldMk cId="4114592728" sldId="2656"/>
            <ac:spMk id="2" creationId="{2A58A95B-C1E2-44E8-A000-6D79101F8156}"/>
          </ac:spMkLst>
        </pc:spChg>
        <pc:spChg chg="mod">
          <ac:chgData name="Hur Jung" userId="763133add284fb2e" providerId="LiveId" clId="{63265192-7B44-45D3-A1BC-CD20A66879BE}" dt="2020-06-28T01:30:42.972" v="10678"/>
          <ac:spMkLst>
            <pc:docMk/>
            <pc:sldMk cId="4114592728" sldId="2656"/>
            <ac:spMk id="20" creationId="{F330034D-5D41-4B85-AB3B-2C1C663AFED9}"/>
          </ac:spMkLst>
        </pc:spChg>
        <pc:spChg chg="mod">
          <ac:chgData name="Hur Jung" userId="763133add284fb2e" providerId="LiveId" clId="{63265192-7B44-45D3-A1BC-CD20A66879BE}" dt="2020-06-28T01:30:42.972" v="10678"/>
          <ac:spMkLst>
            <pc:docMk/>
            <pc:sldMk cId="4114592728" sldId="2656"/>
            <ac:spMk id="27" creationId="{A8EC1F13-07A4-44ED-A8A6-44811C12716E}"/>
          </ac:spMkLst>
        </pc:spChg>
        <pc:spChg chg="mod">
          <ac:chgData name="Hur Jung" userId="763133add284fb2e" providerId="LiveId" clId="{63265192-7B44-45D3-A1BC-CD20A66879BE}" dt="2020-06-28T01:30:42.972" v="10678"/>
          <ac:spMkLst>
            <pc:docMk/>
            <pc:sldMk cId="4114592728" sldId="2656"/>
            <ac:spMk id="29" creationId="{74445A43-42D8-4FA3-AE12-F4AE1AC2C904}"/>
          </ac:spMkLst>
        </pc:spChg>
        <pc:spChg chg="mod">
          <ac:chgData name="Hur Jung" userId="763133add284fb2e" providerId="LiveId" clId="{63265192-7B44-45D3-A1BC-CD20A66879BE}" dt="2020-06-28T01:30:42.972" v="10678"/>
          <ac:spMkLst>
            <pc:docMk/>
            <pc:sldMk cId="4114592728" sldId="2656"/>
            <ac:spMk id="33" creationId="{83792293-F652-4CA6-9EE5-36721118FDD4}"/>
          </ac:spMkLst>
        </pc:spChg>
        <pc:spChg chg="mod">
          <ac:chgData name="Hur Jung" userId="763133add284fb2e" providerId="LiveId" clId="{63265192-7B44-45D3-A1BC-CD20A66879BE}" dt="2020-06-28T01:30:42.972" v="10678"/>
          <ac:spMkLst>
            <pc:docMk/>
            <pc:sldMk cId="4114592728" sldId="2656"/>
            <ac:spMk id="34" creationId="{95E8C1E1-6E3D-4279-8F16-86E5A7253D07}"/>
          </ac:spMkLst>
        </pc:spChg>
        <pc:spChg chg="mod">
          <ac:chgData name="Hur Jung" userId="763133add284fb2e" providerId="LiveId" clId="{63265192-7B44-45D3-A1BC-CD20A66879BE}" dt="2020-06-28T01:30:42.972" v="10678"/>
          <ac:spMkLst>
            <pc:docMk/>
            <pc:sldMk cId="4114592728" sldId="2656"/>
            <ac:spMk id="36" creationId="{7FE18B6E-2959-48AE-95CB-75FBDD92D456}"/>
          </ac:spMkLst>
        </pc:spChg>
        <pc:spChg chg="mod">
          <ac:chgData name="Hur Jung" userId="763133add284fb2e" providerId="LiveId" clId="{63265192-7B44-45D3-A1BC-CD20A66879BE}" dt="2020-06-28T01:30:42.972" v="10678"/>
          <ac:spMkLst>
            <pc:docMk/>
            <pc:sldMk cId="4114592728" sldId="2656"/>
            <ac:spMk id="48" creationId="{77B029EF-ECBB-452C-8541-548866A7289D}"/>
          </ac:spMkLst>
        </pc:spChg>
        <pc:spChg chg="mod">
          <ac:chgData name="Hur Jung" userId="763133add284fb2e" providerId="LiveId" clId="{63265192-7B44-45D3-A1BC-CD20A66879BE}" dt="2020-06-28T01:30:42.972" v="10678"/>
          <ac:spMkLst>
            <pc:docMk/>
            <pc:sldMk cId="4114592728" sldId="2656"/>
            <ac:spMk id="49" creationId="{454254EC-67E0-46C2-A21E-2FFAC0F5693A}"/>
          </ac:spMkLst>
        </pc:spChg>
        <pc:spChg chg="mod">
          <ac:chgData name="Hur Jung" userId="763133add284fb2e" providerId="LiveId" clId="{63265192-7B44-45D3-A1BC-CD20A66879BE}" dt="2020-06-28T01:30:42.972" v="10678"/>
          <ac:spMkLst>
            <pc:docMk/>
            <pc:sldMk cId="4114592728" sldId="2656"/>
            <ac:spMk id="51" creationId="{74484A43-EB99-4148-971D-B1F016D3BDC7}"/>
          </ac:spMkLst>
        </pc:spChg>
        <pc:spChg chg="mod">
          <ac:chgData name="Hur Jung" userId="763133add284fb2e" providerId="LiveId" clId="{63265192-7B44-45D3-A1BC-CD20A66879BE}" dt="2020-06-28T01:30:42.972" v="10678"/>
          <ac:spMkLst>
            <pc:docMk/>
            <pc:sldMk cId="4114592728" sldId="2656"/>
            <ac:spMk id="55" creationId="{5463C7D3-6D8F-4838-A6FB-FA5F028BC335}"/>
          </ac:spMkLst>
        </pc:spChg>
        <pc:spChg chg="mod">
          <ac:chgData name="Hur Jung" userId="763133add284fb2e" providerId="LiveId" clId="{63265192-7B44-45D3-A1BC-CD20A66879BE}" dt="2020-06-28T01:30:42.972" v="10678"/>
          <ac:spMkLst>
            <pc:docMk/>
            <pc:sldMk cId="4114592728" sldId="2656"/>
            <ac:spMk id="57" creationId="{ADEDB7D4-BED5-4880-A79D-98AF57B20ADD}"/>
          </ac:spMkLst>
        </pc:spChg>
        <pc:spChg chg="mod">
          <ac:chgData name="Hur Jung" userId="763133add284fb2e" providerId="LiveId" clId="{63265192-7B44-45D3-A1BC-CD20A66879BE}" dt="2020-06-28T01:30:42.972" v="10678"/>
          <ac:spMkLst>
            <pc:docMk/>
            <pc:sldMk cId="4114592728" sldId="2656"/>
            <ac:spMk id="58" creationId="{D4CC3706-006D-4141-A1BB-FF8B737DC93C}"/>
          </ac:spMkLst>
        </pc:spChg>
        <pc:spChg chg="mod">
          <ac:chgData name="Hur Jung" userId="763133add284fb2e" providerId="LiveId" clId="{63265192-7B44-45D3-A1BC-CD20A66879BE}" dt="2020-06-28T01:30:42.972" v="10678"/>
          <ac:spMkLst>
            <pc:docMk/>
            <pc:sldMk cId="4114592728" sldId="2656"/>
            <ac:spMk id="60" creationId="{7A3E1FB7-4C5F-456B-B7D5-7CA9B0FA1A2F}"/>
          </ac:spMkLst>
        </pc:spChg>
        <pc:spChg chg="mod">
          <ac:chgData name="Hur Jung" userId="763133add284fb2e" providerId="LiveId" clId="{63265192-7B44-45D3-A1BC-CD20A66879BE}" dt="2020-06-28T01:30:42.972" v="10678"/>
          <ac:spMkLst>
            <pc:docMk/>
            <pc:sldMk cId="4114592728" sldId="2656"/>
            <ac:spMk id="61" creationId="{4CE4EBF0-FA28-4E55-BE4B-FD170D104512}"/>
          </ac:spMkLst>
        </pc:spChg>
        <pc:spChg chg="mod">
          <ac:chgData name="Hur Jung" userId="763133add284fb2e" providerId="LiveId" clId="{63265192-7B44-45D3-A1BC-CD20A66879BE}" dt="2020-06-28T01:30:42.972" v="10678"/>
          <ac:spMkLst>
            <pc:docMk/>
            <pc:sldMk cId="4114592728" sldId="2656"/>
            <ac:spMk id="66" creationId="{0E115DBB-6903-4666-BB40-CDC87DF4F36F}"/>
          </ac:spMkLst>
        </pc:spChg>
        <pc:spChg chg="mod">
          <ac:chgData name="Hur Jung" userId="763133add284fb2e" providerId="LiveId" clId="{63265192-7B44-45D3-A1BC-CD20A66879BE}" dt="2020-06-28T01:30:42.972" v="10678"/>
          <ac:spMkLst>
            <pc:docMk/>
            <pc:sldMk cId="4114592728" sldId="2656"/>
            <ac:spMk id="69" creationId="{380AE1AB-8913-4CFF-AD09-261403338536}"/>
          </ac:spMkLst>
        </pc:spChg>
        <pc:spChg chg="mod">
          <ac:chgData name="Hur Jung" userId="763133add284fb2e" providerId="LiveId" clId="{63265192-7B44-45D3-A1BC-CD20A66879BE}" dt="2020-06-28T01:30:42.972" v="10678"/>
          <ac:spMkLst>
            <pc:docMk/>
            <pc:sldMk cId="4114592728" sldId="2656"/>
            <ac:spMk id="70" creationId="{A200D61D-4A1D-4161-A61E-A0523BCB1D3A}"/>
          </ac:spMkLst>
        </pc:spChg>
        <pc:spChg chg="mod">
          <ac:chgData name="Hur Jung" userId="763133add284fb2e" providerId="LiveId" clId="{63265192-7B44-45D3-A1BC-CD20A66879BE}" dt="2020-06-28T01:30:42.972" v="10678"/>
          <ac:spMkLst>
            <pc:docMk/>
            <pc:sldMk cId="4114592728" sldId="2656"/>
            <ac:spMk id="99" creationId="{EE4FC648-63F6-4F8D-926A-9F6A094E3668}"/>
          </ac:spMkLst>
        </pc:spChg>
        <pc:spChg chg="mod">
          <ac:chgData name="Hur Jung" userId="763133add284fb2e" providerId="LiveId" clId="{63265192-7B44-45D3-A1BC-CD20A66879BE}" dt="2020-06-28T01:30:42.972" v="10678"/>
          <ac:spMkLst>
            <pc:docMk/>
            <pc:sldMk cId="4114592728" sldId="2656"/>
            <ac:spMk id="100" creationId="{80667FE3-D6C6-455E-A2EA-CECBC1C20F4F}"/>
          </ac:spMkLst>
        </pc:spChg>
        <pc:spChg chg="mod">
          <ac:chgData name="Hur Jung" userId="763133add284fb2e" providerId="LiveId" clId="{63265192-7B44-45D3-A1BC-CD20A66879BE}" dt="2020-06-28T01:30:42.972" v="10678"/>
          <ac:spMkLst>
            <pc:docMk/>
            <pc:sldMk cId="4114592728" sldId="2656"/>
            <ac:spMk id="102" creationId="{BC499A87-E059-4A64-A048-BF0F9B6AAC4B}"/>
          </ac:spMkLst>
        </pc:spChg>
        <pc:spChg chg="mod">
          <ac:chgData name="Hur Jung" userId="763133add284fb2e" providerId="LiveId" clId="{63265192-7B44-45D3-A1BC-CD20A66879BE}" dt="2020-06-28T01:30:42.972" v="10678"/>
          <ac:spMkLst>
            <pc:docMk/>
            <pc:sldMk cId="4114592728" sldId="2656"/>
            <ac:spMk id="122" creationId="{9C06E94D-9967-4EE9-B273-2FFCCC664254}"/>
          </ac:spMkLst>
        </pc:spChg>
        <pc:spChg chg="mod">
          <ac:chgData name="Hur Jung" userId="763133add284fb2e" providerId="LiveId" clId="{63265192-7B44-45D3-A1BC-CD20A66879BE}" dt="2020-06-28T01:30:42.972" v="10678"/>
          <ac:spMkLst>
            <pc:docMk/>
            <pc:sldMk cId="4114592728" sldId="2656"/>
            <ac:spMk id="123" creationId="{0E6C46E8-022B-4EAE-B109-00A0D3799872}"/>
          </ac:spMkLst>
        </pc:spChg>
        <pc:spChg chg="mod">
          <ac:chgData name="Hur Jung" userId="763133add284fb2e" providerId="LiveId" clId="{63265192-7B44-45D3-A1BC-CD20A66879BE}" dt="2020-06-28T01:30:42.972" v="10678"/>
          <ac:spMkLst>
            <pc:docMk/>
            <pc:sldMk cId="4114592728" sldId="2656"/>
            <ac:spMk id="124" creationId="{E32A250A-AD9D-4C6E-BC76-9EC030A47F2E}"/>
          </ac:spMkLst>
        </pc:spChg>
        <pc:spChg chg="mod">
          <ac:chgData name="Hur Jung" userId="763133add284fb2e" providerId="LiveId" clId="{63265192-7B44-45D3-A1BC-CD20A66879BE}" dt="2020-06-28T01:30:42.972" v="10678"/>
          <ac:spMkLst>
            <pc:docMk/>
            <pc:sldMk cId="4114592728" sldId="2656"/>
            <ac:spMk id="126" creationId="{B72E34C6-0758-4CF2-BC28-5315C7ECFBC1}"/>
          </ac:spMkLst>
        </pc:spChg>
        <pc:spChg chg="mod">
          <ac:chgData name="Hur Jung" userId="763133add284fb2e" providerId="LiveId" clId="{63265192-7B44-45D3-A1BC-CD20A66879BE}" dt="2020-06-28T01:30:42.972" v="10678"/>
          <ac:spMkLst>
            <pc:docMk/>
            <pc:sldMk cId="4114592728" sldId="2656"/>
            <ac:spMk id="132" creationId="{32F3083B-77B7-4268-AE09-F6FFEA195494}"/>
          </ac:spMkLst>
        </pc:spChg>
        <pc:spChg chg="mod">
          <ac:chgData name="Hur Jung" userId="763133add284fb2e" providerId="LiveId" clId="{63265192-7B44-45D3-A1BC-CD20A66879BE}" dt="2020-06-28T01:30:42.972" v="10678"/>
          <ac:spMkLst>
            <pc:docMk/>
            <pc:sldMk cId="4114592728" sldId="2656"/>
            <ac:spMk id="139" creationId="{12449798-2C3D-41A0-9453-1AC993233F15}"/>
          </ac:spMkLst>
        </pc:spChg>
        <pc:spChg chg="mod">
          <ac:chgData name="Hur Jung" userId="763133add284fb2e" providerId="LiveId" clId="{63265192-7B44-45D3-A1BC-CD20A66879BE}" dt="2020-06-28T01:30:42.972" v="10678"/>
          <ac:spMkLst>
            <pc:docMk/>
            <pc:sldMk cId="4114592728" sldId="2656"/>
            <ac:spMk id="142" creationId="{ABFBB5E3-845E-4B8A-8D98-665F33AF1BAA}"/>
          </ac:spMkLst>
        </pc:spChg>
        <pc:spChg chg="mod">
          <ac:chgData name="Hur Jung" userId="763133add284fb2e" providerId="LiveId" clId="{63265192-7B44-45D3-A1BC-CD20A66879BE}" dt="2020-06-28T01:30:42.972" v="10678"/>
          <ac:spMkLst>
            <pc:docMk/>
            <pc:sldMk cId="4114592728" sldId="2656"/>
            <ac:spMk id="143" creationId="{7B2BC046-C58B-4FB6-8451-C45B9B47D115}"/>
          </ac:spMkLst>
        </pc:spChg>
        <pc:spChg chg="mod">
          <ac:chgData name="Hur Jung" userId="763133add284fb2e" providerId="LiveId" clId="{63265192-7B44-45D3-A1BC-CD20A66879BE}" dt="2020-06-28T01:30:42.972" v="10678"/>
          <ac:spMkLst>
            <pc:docMk/>
            <pc:sldMk cId="4114592728" sldId="2656"/>
            <ac:spMk id="144" creationId="{03356442-8C67-41D3-BF4C-6DC55D69FBE1}"/>
          </ac:spMkLst>
        </pc:spChg>
        <pc:spChg chg="mod">
          <ac:chgData name="Hur Jung" userId="763133add284fb2e" providerId="LiveId" clId="{63265192-7B44-45D3-A1BC-CD20A66879BE}" dt="2020-06-28T01:30:42.972" v="10678"/>
          <ac:spMkLst>
            <pc:docMk/>
            <pc:sldMk cId="4114592728" sldId="2656"/>
            <ac:spMk id="147" creationId="{23566ED5-9B34-4EC3-82E6-5060C0529D20}"/>
          </ac:spMkLst>
        </pc:spChg>
        <pc:grpChg chg="mod">
          <ac:chgData name="Hur Jung" userId="763133add284fb2e" providerId="LiveId" clId="{63265192-7B44-45D3-A1BC-CD20A66879BE}" dt="2020-06-28T01:30:42.972" v="10678"/>
          <ac:grpSpMkLst>
            <pc:docMk/>
            <pc:sldMk cId="4114592728" sldId="2656"/>
            <ac:grpSpMk id="6" creationId="{B70C00EB-926C-4001-87C1-F977B1E3DCC8}"/>
          </ac:grpSpMkLst>
        </pc:grpChg>
        <pc:graphicFrameChg chg="mod modGraphic">
          <ac:chgData name="Hur Jung" userId="763133add284fb2e" providerId="LiveId" clId="{63265192-7B44-45D3-A1BC-CD20A66879BE}" dt="2020-06-14T08:13:24.571" v="2077"/>
          <ac:graphicFrameMkLst>
            <pc:docMk/>
            <pc:sldMk cId="4114592728" sldId="2656"/>
            <ac:graphicFrameMk id="19" creationId="{F1532D9E-AA87-4129-90E1-4A213750A9C7}"/>
          </ac:graphicFrameMkLst>
        </pc:graphicFrameChg>
        <pc:cxnChg chg="mod">
          <ac:chgData name="Hur Jung" userId="763133add284fb2e" providerId="LiveId" clId="{63265192-7B44-45D3-A1BC-CD20A66879BE}" dt="2020-06-28T01:30:42.972" v="10678"/>
          <ac:cxnSpMkLst>
            <pc:docMk/>
            <pc:sldMk cId="4114592728" sldId="2656"/>
            <ac:cxnSpMk id="28" creationId="{8A972F5F-C6A8-4F84-BE68-A1DA0F76CD93}"/>
          </ac:cxnSpMkLst>
        </pc:cxnChg>
        <pc:cxnChg chg="mod">
          <ac:chgData name="Hur Jung" userId="763133add284fb2e" providerId="LiveId" clId="{63265192-7B44-45D3-A1BC-CD20A66879BE}" dt="2020-06-28T01:30:42.972" v="10678"/>
          <ac:cxnSpMkLst>
            <pc:docMk/>
            <pc:sldMk cId="4114592728" sldId="2656"/>
            <ac:cxnSpMk id="35" creationId="{9536CCB7-D3BE-4839-B13D-B5653BCE67F7}"/>
          </ac:cxnSpMkLst>
        </pc:cxnChg>
        <pc:cxnChg chg="mod">
          <ac:chgData name="Hur Jung" userId="763133add284fb2e" providerId="LiveId" clId="{63265192-7B44-45D3-A1BC-CD20A66879BE}" dt="2020-06-28T01:30:42.972" v="10678"/>
          <ac:cxnSpMkLst>
            <pc:docMk/>
            <pc:sldMk cId="4114592728" sldId="2656"/>
            <ac:cxnSpMk id="50" creationId="{E4FEDB6E-C1E2-47DD-8BA4-1B693C29F4C7}"/>
          </ac:cxnSpMkLst>
        </pc:cxnChg>
        <pc:cxnChg chg="mod">
          <ac:chgData name="Hur Jung" userId="763133add284fb2e" providerId="LiveId" clId="{63265192-7B44-45D3-A1BC-CD20A66879BE}" dt="2020-06-28T01:30:42.972" v="10678"/>
          <ac:cxnSpMkLst>
            <pc:docMk/>
            <pc:sldMk cId="4114592728" sldId="2656"/>
            <ac:cxnSpMk id="63" creationId="{8E0D25C8-515F-4780-A21F-FB997860D421}"/>
          </ac:cxnSpMkLst>
        </pc:cxnChg>
        <pc:cxnChg chg="mod">
          <ac:chgData name="Hur Jung" userId="763133add284fb2e" providerId="LiveId" clId="{63265192-7B44-45D3-A1BC-CD20A66879BE}" dt="2020-06-28T01:30:42.972" v="10678"/>
          <ac:cxnSpMkLst>
            <pc:docMk/>
            <pc:sldMk cId="4114592728" sldId="2656"/>
            <ac:cxnSpMk id="65" creationId="{A2502A04-0063-49C6-9651-D1C3E2BDC81D}"/>
          </ac:cxnSpMkLst>
        </pc:cxnChg>
        <pc:cxnChg chg="mod">
          <ac:chgData name="Hur Jung" userId="763133add284fb2e" providerId="LiveId" clId="{63265192-7B44-45D3-A1BC-CD20A66879BE}" dt="2020-06-28T01:30:42.972" v="10678"/>
          <ac:cxnSpMkLst>
            <pc:docMk/>
            <pc:sldMk cId="4114592728" sldId="2656"/>
            <ac:cxnSpMk id="84" creationId="{B9E84A6B-0FE6-4EEE-A3A7-1CCDBA9566D9}"/>
          </ac:cxnSpMkLst>
        </pc:cxnChg>
        <pc:cxnChg chg="mod">
          <ac:chgData name="Hur Jung" userId="763133add284fb2e" providerId="LiveId" clId="{63265192-7B44-45D3-A1BC-CD20A66879BE}" dt="2020-06-28T01:30:42.972" v="10678"/>
          <ac:cxnSpMkLst>
            <pc:docMk/>
            <pc:sldMk cId="4114592728" sldId="2656"/>
            <ac:cxnSpMk id="87" creationId="{EC1A177E-E4F7-4E88-8482-0A925CA0CE18}"/>
          </ac:cxnSpMkLst>
        </pc:cxnChg>
        <pc:cxnChg chg="mod">
          <ac:chgData name="Hur Jung" userId="763133add284fb2e" providerId="LiveId" clId="{63265192-7B44-45D3-A1BC-CD20A66879BE}" dt="2020-06-28T01:30:42.972" v="10678"/>
          <ac:cxnSpMkLst>
            <pc:docMk/>
            <pc:sldMk cId="4114592728" sldId="2656"/>
            <ac:cxnSpMk id="94" creationId="{B57A3F1B-DDBE-4FA4-85BF-1BF7954D1D93}"/>
          </ac:cxnSpMkLst>
        </pc:cxnChg>
        <pc:cxnChg chg="mod">
          <ac:chgData name="Hur Jung" userId="763133add284fb2e" providerId="LiveId" clId="{63265192-7B44-45D3-A1BC-CD20A66879BE}" dt="2020-06-28T01:30:42.972" v="10678"/>
          <ac:cxnSpMkLst>
            <pc:docMk/>
            <pc:sldMk cId="4114592728" sldId="2656"/>
            <ac:cxnSpMk id="107" creationId="{D22ECF0D-F535-48E0-A8BE-1A6B78AFB059}"/>
          </ac:cxnSpMkLst>
        </pc:cxnChg>
        <pc:cxnChg chg="mod">
          <ac:chgData name="Hur Jung" userId="763133add284fb2e" providerId="LiveId" clId="{63265192-7B44-45D3-A1BC-CD20A66879BE}" dt="2020-06-28T01:30:42.972" v="10678"/>
          <ac:cxnSpMkLst>
            <pc:docMk/>
            <pc:sldMk cId="4114592728" sldId="2656"/>
            <ac:cxnSpMk id="119" creationId="{B00F89A5-D2C3-4828-949D-24E08518EC43}"/>
          </ac:cxnSpMkLst>
        </pc:cxnChg>
        <pc:cxnChg chg="mod">
          <ac:chgData name="Hur Jung" userId="763133add284fb2e" providerId="LiveId" clId="{63265192-7B44-45D3-A1BC-CD20A66879BE}" dt="2020-06-28T01:30:42.972" v="10678"/>
          <ac:cxnSpMkLst>
            <pc:docMk/>
            <pc:sldMk cId="4114592728" sldId="2656"/>
            <ac:cxnSpMk id="125" creationId="{4D69A0D9-A887-4636-B29F-443A2F87D94D}"/>
          </ac:cxnSpMkLst>
        </pc:cxnChg>
        <pc:cxnChg chg="mod">
          <ac:chgData name="Hur Jung" userId="763133add284fb2e" providerId="LiveId" clId="{63265192-7B44-45D3-A1BC-CD20A66879BE}" dt="2020-06-28T01:30:42.972" v="10678"/>
          <ac:cxnSpMkLst>
            <pc:docMk/>
            <pc:sldMk cId="4114592728" sldId="2656"/>
            <ac:cxnSpMk id="128" creationId="{9B63B667-8ABE-476A-BF23-51E5E68C525E}"/>
          </ac:cxnSpMkLst>
        </pc:cxnChg>
        <pc:cxnChg chg="mod">
          <ac:chgData name="Hur Jung" userId="763133add284fb2e" providerId="LiveId" clId="{63265192-7B44-45D3-A1BC-CD20A66879BE}" dt="2020-06-28T01:30:42.972" v="10678"/>
          <ac:cxnSpMkLst>
            <pc:docMk/>
            <pc:sldMk cId="4114592728" sldId="2656"/>
            <ac:cxnSpMk id="133" creationId="{48826E1E-47A4-414B-ACD4-801303AC0C5E}"/>
          </ac:cxnSpMkLst>
        </pc:cxnChg>
        <pc:cxnChg chg="mod">
          <ac:chgData name="Hur Jung" userId="763133add284fb2e" providerId="LiveId" clId="{63265192-7B44-45D3-A1BC-CD20A66879BE}" dt="2020-06-28T01:30:42.972" v="10678"/>
          <ac:cxnSpMkLst>
            <pc:docMk/>
            <pc:sldMk cId="4114592728" sldId="2656"/>
            <ac:cxnSpMk id="140" creationId="{3111688F-53AB-4A48-BDB4-B6C741546271}"/>
          </ac:cxnSpMkLst>
        </pc:cxnChg>
        <pc:cxnChg chg="mod">
          <ac:chgData name="Hur Jung" userId="763133add284fb2e" providerId="LiveId" clId="{63265192-7B44-45D3-A1BC-CD20A66879BE}" dt="2020-06-28T01:30:42.972" v="10678"/>
          <ac:cxnSpMkLst>
            <pc:docMk/>
            <pc:sldMk cId="4114592728" sldId="2656"/>
            <ac:cxnSpMk id="141" creationId="{FCB5F981-9838-468A-8FED-F2A3A7857767}"/>
          </ac:cxnSpMkLst>
        </pc:cxnChg>
      </pc:sldChg>
      <pc:sldChg chg="addSp delSp modSp mod">
        <pc:chgData name="Hur Jung" userId="763133add284fb2e" providerId="LiveId" clId="{63265192-7B44-45D3-A1BC-CD20A66879BE}" dt="2020-06-27T07:24:27.223" v="8233" actId="572"/>
        <pc:sldMkLst>
          <pc:docMk/>
          <pc:sldMk cId="4157065494" sldId="2660"/>
        </pc:sldMkLst>
        <pc:spChg chg="mod">
          <ac:chgData name="Hur Jung" userId="763133add284fb2e" providerId="LiveId" clId="{63265192-7B44-45D3-A1BC-CD20A66879BE}" dt="2020-06-15T12:13:46.507" v="5146" actId="6549"/>
          <ac:spMkLst>
            <pc:docMk/>
            <pc:sldMk cId="4157065494" sldId="2660"/>
            <ac:spMk id="2" creationId="{7BD81DA4-00B3-4972-8588-E928EC125314}"/>
          </ac:spMkLst>
        </pc:spChg>
        <pc:spChg chg="del">
          <ac:chgData name="Hur Jung" userId="763133add284fb2e" providerId="LiveId" clId="{63265192-7B44-45D3-A1BC-CD20A66879BE}" dt="2020-06-13T00:51:43.679" v="103" actId="478"/>
          <ac:spMkLst>
            <pc:docMk/>
            <pc:sldMk cId="4157065494" sldId="2660"/>
            <ac:spMk id="6" creationId="{77FAE865-EFB4-4DA2-9972-2227A4A17A53}"/>
          </ac:spMkLst>
        </pc:spChg>
        <pc:spChg chg="add">
          <ac:chgData name="Hur Jung" userId="763133add284fb2e" providerId="LiveId" clId="{63265192-7B44-45D3-A1BC-CD20A66879BE}" dt="2020-06-27T07:24:04.627" v="8230" actId="11529"/>
          <ac:spMkLst>
            <pc:docMk/>
            <pc:sldMk cId="4157065494" sldId="2660"/>
            <ac:spMk id="7" creationId="{0FF86F0B-EE63-42FA-8C75-EEB01A22F65C}"/>
          </ac:spMkLst>
        </pc:spChg>
        <pc:spChg chg="add del">
          <ac:chgData name="Hur Jung" userId="763133add284fb2e" providerId="LiveId" clId="{63265192-7B44-45D3-A1BC-CD20A66879BE}" dt="2020-06-13T00:51:51.027" v="106" actId="478"/>
          <ac:spMkLst>
            <pc:docMk/>
            <pc:sldMk cId="4157065494" sldId="2660"/>
            <ac:spMk id="7" creationId="{87A92849-6E47-42C1-B93F-5DCBD44AFF19}"/>
          </ac:spMkLst>
        </pc:spChg>
        <pc:spChg chg="del">
          <ac:chgData name="Hur Jung" userId="763133add284fb2e" providerId="LiveId" clId="{63265192-7B44-45D3-A1BC-CD20A66879BE}" dt="2020-06-27T07:11:16.838" v="8061" actId="478"/>
          <ac:spMkLst>
            <pc:docMk/>
            <pc:sldMk cId="4157065494" sldId="2660"/>
            <ac:spMk id="64" creationId="{005269BA-D403-4562-BEB9-826EFD805B69}"/>
          </ac:spMkLst>
        </pc:spChg>
        <pc:spChg chg="mod">
          <ac:chgData name="Hur Jung" userId="763133add284fb2e" providerId="LiveId" clId="{63265192-7B44-45D3-A1BC-CD20A66879BE}" dt="2020-06-13T00:54:43.369" v="168" actId="20577"/>
          <ac:spMkLst>
            <pc:docMk/>
            <pc:sldMk cId="4157065494" sldId="2660"/>
            <ac:spMk id="66" creationId="{BA1D00BB-C4D4-40E9-B5C2-DF9416659B8D}"/>
          </ac:spMkLst>
        </pc:spChg>
        <pc:spChg chg="del">
          <ac:chgData name="Hur Jung" userId="763133add284fb2e" providerId="LiveId" clId="{63265192-7B44-45D3-A1BC-CD20A66879BE}" dt="2020-06-13T00:48:59.863" v="83" actId="478"/>
          <ac:spMkLst>
            <pc:docMk/>
            <pc:sldMk cId="4157065494" sldId="2660"/>
            <ac:spMk id="69" creationId="{7040AE21-570B-499E-9F4F-A4A5204D16E8}"/>
          </ac:spMkLst>
        </pc:spChg>
        <pc:spChg chg="del">
          <ac:chgData name="Hur Jung" userId="763133add284fb2e" providerId="LiveId" clId="{63265192-7B44-45D3-A1BC-CD20A66879BE}" dt="2020-06-13T00:52:51.846" v="130" actId="478"/>
          <ac:spMkLst>
            <pc:docMk/>
            <pc:sldMk cId="4157065494" sldId="2660"/>
            <ac:spMk id="70" creationId="{874A5274-F8CD-4ACC-BCB8-14880A4FC240}"/>
          </ac:spMkLst>
        </pc:spChg>
        <pc:spChg chg="mod">
          <ac:chgData name="Hur Jung" userId="763133add284fb2e" providerId="LiveId" clId="{63265192-7B44-45D3-A1BC-CD20A66879BE}" dt="2020-06-27T07:20:38.097" v="8205" actId="20577"/>
          <ac:spMkLst>
            <pc:docMk/>
            <pc:sldMk cId="4157065494" sldId="2660"/>
            <ac:spMk id="72" creationId="{B0E9E28E-6B8F-4404-B413-159594CD0732}"/>
          </ac:spMkLst>
        </pc:spChg>
        <pc:spChg chg="del">
          <ac:chgData name="Hur Jung" userId="763133add284fb2e" providerId="LiveId" clId="{63265192-7B44-45D3-A1BC-CD20A66879BE}" dt="2020-06-13T00:52:39.538" v="129" actId="478"/>
          <ac:spMkLst>
            <pc:docMk/>
            <pc:sldMk cId="4157065494" sldId="2660"/>
            <ac:spMk id="82" creationId="{6596BC8B-432B-47F1-ADCB-9D4934E52952}"/>
          </ac:spMkLst>
        </pc:spChg>
        <pc:spChg chg="add del mod">
          <ac:chgData name="Hur Jung" userId="763133add284fb2e" providerId="LiveId" clId="{63265192-7B44-45D3-A1BC-CD20A66879BE}" dt="2020-06-27T07:11:05.924" v="8059" actId="478"/>
          <ac:spMkLst>
            <pc:docMk/>
            <pc:sldMk cId="4157065494" sldId="2660"/>
            <ac:spMk id="83" creationId="{B2FF29A5-60CC-45F3-8A03-AD055B86BF7C}"/>
          </ac:spMkLst>
        </pc:spChg>
        <pc:spChg chg="del mod">
          <ac:chgData name="Hur Jung" userId="763133add284fb2e" providerId="LiveId" clId="{63265192-7B44-45D3-A1BC-CD20A66879BE}" dt="2020-06-13T00:51:20.099" v="102" actId="478"/>
          <ac:spMkLst>
            <pc:docMk/>
            <pc:sldMk cId="4157065494" sldId="2660"/>
            <ac:spMk id="84" creationId="{3CC86FC3-2D08-4060-85AC-DED7FCD1E270}"/>
          </ac:spMkLst>
        </pc:spChg>
        <pc:spChg chg="mod topLvl">
          <ac:chgData name="Hur Jung" userId="763133add284fb2e" providerId="LiveId" clId="{63265192-7B44-45D3-A1BC-CD20A66879BE}" dt="2020-06-13T00:55:39.299" v="205" actId="478"/>
          <ac:spMkLst>
            <pc:docMk/>
            <pc:sldMk cId="4157065494" sldId="2660"/>
            <ac:spMk id="87" creationId="{FA0AC138-2F2D-47C4-98B0-6A35BACECBFF}"/>
          </ac:spMkLst>
        </pc:spChg>
        <pc:spChg chg="add mod">
          <ac:chgData name="Hur Jung" userId="763133add284fb2e" providerId="LiveId" clId="{63265192-7B44-45D3-A1BC-CD20A66879BE}" dt="2020-06-13T00:54:53.629" v="171" actId="20577"/>
          <ac:spMkLst>
            <pc:docMk/>
            <pc:sldMk cId="4157065494" sldId="2660"/>
            <ac:spMk id="89" creationId="{6B03012D-4DB3-4BB6-83DD-83A4AD070395}"/>
          </ac:spMkLst>
        </pc:spChg>
        <pc:spChg chg="mod">
          <ac:chgData name="Hur Jung" userId="763133add284fb2e" providerId="LiveId" clId="{63265192-7B44-45D3-A1BC-CD20A66879BE}" dt="2020-06-15T12:15:49.539" v="5166" actId="1038"/>
          <ac:spMkLst>
            <pc:docMk/>
            <pc:sldMk cId="4157065494" sldId="2660"/>
            <ac:spMk id="116" creationId="{832D7CD4-EC43-4843-AEB8-AE0B11F01CBB}"/>
          </ac:spMkLst>
        </pc:spChg>
        <pc:spChg chg="mod">
          <ac:chgData name="Hur Jung" userId="763133add284fb2e" providerId="LiveId" clId="{63265192-7B44-45D3-A1BC-CD20A66879BE}" dt="2020-06-15T12:15:49.539" v="5166" actId="1038"/>
          <ac:spMkLst>
            <pc:docMk/>
            <pc:sldMk cId="4157065494" sldId="2660"/>
            <ac:spMk id="119" creationId="{D650E4A2-AECC-4282-9394-69A986C70010}"/>
          </ac:spMkLst>
        </pc:spChg>
        <pc:spChg chg="mod">
          <ac:chgData name="Hur Jung" userId="763133add284fb2e" providerId="LiveId" clId="{63265192-7B44-45D3-A1BC-CD20A66879BE}" dt="2020-06-13T00:54:39.311" v="167" actId="20577"/>
          <ac:spMkLst>
            <pc:docMk/>
            <pc:sldMk cId="4157065494" sldId="2660"/>
            <ac:spMk id="128" creationId="{1AEC39B9-4918-46F7-8FAB-AB8439E81A1D}"/>
          </ac:spMkLst>
        </pc:spChg>
        <pc:spChg chg="mod">
          <ac:chgData name="Hur Jung" userId="763133add284fb2e" providerId="LiveId" clId="{63265192-7B44-45D3-A1BC-CD20A66879BE}" dt="2020-06-15T12:13:41.922" v="5145" actId="6549"/>
          <ac:spMkLst>
            <pc:docMk/>
            <pc:sldMk cId="4157065494" sldId="2660"/>
            <ac:spMk id="133" creationId="{F580D7F5-E0E0-47BA-AF05-9E6E9E4C37E3}"/>
          </ac:spMkLst>
        </pc:spChg>
        <pc:grpChg chg="add del mod">
          <ac:chgData name="Hur Jung" userId="763133add284fb2e" providerId="LiveId" clId="{63265192-7B44-45D3-A1BC-CD20A66879BE}" dt="2020-06-13T00:55:39.299" v="205" actId="478"/>
          <ac:grpSpMkLst>
            <pc:docMk/>
            <pc:sldMk cId="4157065494" sldId="2660"/>
            <ac:grpSpMk id="86" creationId="{115D0677-697E-4B6A-9A16-F0DD34AF34FD}"/>
          </ac:grpSpMkLst>
        </pc:grpChg>
        <pc:graphicFrameChg chg="add del mod modGraphic">
          <ac:chgData name="Hur Jung" userId="763133add284fb2e" providerId="LiveId" clId="{63265192-7B44-45D3-A1BC-CD20A66879BE}" dt="2020-06-27T07:19:30.998" v="8166" actId="478"/>
          <ac:graphicFrameMkLst>
            <pc:docMk/>
            <pc:sldMk cId="4157065494" sldId="2660"/>
            <ac:graphicFrameMk id="6" creationId="{07AC585F-1068-4A69-A92E-4A339CCCC2C6}"/>
          </ac:graphicFrameMkLst>
        </pc:graphicFrameChg>
        <pc:graphicFrameChg chg="mod modGraphic">
          <ac:chgData name="Hur Jung" userId="763133add284fb2e" providerId="LiveId" clId="{63265192-7B44-45D3-A1BC-CD20A66879BE}" dt="2020-06-27T07:24:27.223" v="8233" actId="572"/>
          <ac:graphicFrameMkLst>
            <pc:docMk/>
            <pc:sldMk cId="4157065494" sldId="2660"/>
            <ac:graphicFrameMk id="94" creationId="{799B7A52-6507-4CCF-95BD-6D9CB4F3DF0C}"/>
          </ac:graphicFrameMkLst>
        </pc:graphicFrameChg>
        <pc:picChg chg="del mod topLvl">
          <ac:chgData name="Hur Jung" userId="763133add284fb2e" providerId="LiveId" clId="{63265192-7B44-45D3-A1BC-CD20A66879BE}" dt="2020-06-13T00:55:39.299" v="205" actId="478"/>
          <ac:picMkLst>
            <pc:docMk/>
            <pc:sldMk cId="4157065494" sldId="2660"/>
            <ac:picMk id="88" creationId="{965EFD8C-CF13-47C5-B616-2B434F24C1AE}"/>
          </ac:picMkLst>
        </pc:picChg>
        <pc:cxnChg chg="add del mod">
          <ac:chgData name="Hur Jung" userId="763133add284fb2e" providerId="LiveId" clId="{63265192-7B44-45D3-A1BC-CD20A66879BE}" dt="2020-06-27T07:11:03.271" v="8057" actId="478"/>
          <ac:cxnSpMkLst>
            <pc:docMk/>
            <pc:sldMk cId="4157065494" sldId="2660"/>
            <ac:cxnSpMk id="10" creationId="{9BB641FE-AEC7-44D2-A784-5721292D1770}"/>
          </ac:cxnSpMkLst>
        </pc:cxnChg>
        <pc:cxnChg chg="add del mod">
          <ac:chgData name="Hur Jung" userId="763133add284fb2e" providerId="LiveId" clId="{63265192-7B44-45D3-A1BC-CD20A66879BE}" dt="2020-06-27T07:11:04.687" v="8058" actId="478"/>
          <ac:cxnSpMkLst>
            <pc:docMk/>
            <pc:sldMk cId="4157065494" sldId="2660"/>
            <ac:cxnSpMk id="85" creationId="{74D2D55D-08C7-4F8E-9447-6F5F7F75ED70}"/>
          </ac:cxnSpMkLst>
        </pc:cxnChg>
      </pc:sldChg>
      <pc:sldChg chg="addSp delSp modSp mod">
        <pc:chgData name="Hur Jung" userId="763133add284fb2e" providerId="LiveId" clId="{63265192-7B44-45D3-A1BC-CD20A66879BE}" dt="2020-06-27T07:23:34.811" v="8229" actId="20577"/>
        <pc:sldMkLst>
          <pc:docMk/>
          <pc:sldMk cId="1612572870" sldId="2661"/>
        </pc:sldMkLst>
        <pc:spChg chg="mod">
          <ac:chgData name="Hur Jung" userId="763133add284fb2e" providerId="LiveId" clId="{63265192-7B44-45D3-A1BC-CD20A66879BE}" dt="2020-06-27T07:23:34.811" v="8229" actId="20577"/>
          <ac:spMkLst>
            <pc:docMk/>
            <pc:sldMk cId="1612572870" sldId="2661"/>
            <ac:spMk id="2" creationId="{7BD81DA4-00B3-4972-8588-E928EC125314}"/>
          </ac:spMkLst>
        </pc:spChg>
        <pc:spChg chg="del">
          <ac:chgData name="Hur Jung" userId="763133add284fb2e" providerId="LiveId" clId="{63265192-7B44-45D3-A1BC-CD20A66879BE}" dt="2020-06-13T00:57:37.293" v="216" actId="478"/>
          <ac:spMkLst>
            <pc:docMk/>
            <pc:sldMk cId="1612572870" sldId="2661"/>
            <ac:spMk id="56" creationId="{2D7BD04A-1631-4FCF-80F3-03FB23A121B6}"/>
          </ac:spMkLst>
        </pc:spChg>
        <pc:spChg chg="mod">
          <ac:chgData name="Hur Jung" userId="763133add284fb2e" providerId="LiveId" clId="{63265192-7B44-45D3-A1BC-CD20A66879BE}" dt="2020-06-23T11:44:20.687" v="6701" actId="14100"/>
          <ac:spMkLst>
            <pc:docMk/>
            <pc:sldMk cId="1612572870" sldId="2661"/>
            <ac:spMk id="58" creationId="{5B78AE1D-2546-4429-97D0-A5264B2746A8}"/>
          </ac:spMkLst>
        </pc:spChg>
        <pc:spChg chg="mod">
          <ac:chgData name="Hur Jung" userId="763133add284fb2e" providerId="LiveId" clId="{63265192-7B44-45D3-A1BC-CD20A66879BE}" dt="2020-06-23T11:42:56.556" v="6677" actId="1036"/>
          <ac:spMkLst>
            <pc:docMk/>
            <pc:sldMk cId="1612572870" sldId="2661"/>
            <ac:spMk id="61" creationId="{63D29E90-62DF-4A68-83B9-4775D93E1135}"/>
          </ac:spMkLst>
        </pc:spChg>
        <pc:spChg chg="mod">
          <ac:chgData name="Hur Jung" userId="763133add284fb2e" providerId="LiveId" clId="{63265192-7B44-45D3-A1BC-CD20A66879BE}" dt="2020-06-23T11:42:56.556" v="6677" actId="1036"/>
          <ac:spMkLst>
            <pc:docMk/>
            <pc:sldMk cId="1612572870" sldId="2661"/>
            <ac:spMk id="63" creationId="{C9844B8C-5786-4845-998C-295ED63BEDD8}"/>
          </ac:spMkLst>
        </pc:spChg>
        <pc:spChg chg="add mod">
          <ac:chgData name="Hur Jung" userId="763133add284fb2e" providerId="LiveId" clId="{63265192-7B44-45D3-A1BC-CD20A66879BE}" dt="2020-06-23T11:44:06.364" v="6700" actId="1076"/>
          <ac:spMkLst>
            <pc:docMk/>
            <pc:sldMk cId="1612572870" sldId="2661"/>
            <ac:spMk id="64" creationId="{06A5C235-D52A-457C-869E-8728FA160E19}"/>
          </ac:spMkLst>
        </pc:spChg>
        <pc:spChg chg="mod topLvl">
          <ac:chgData name="Hur Jung" userId="763133add284fb2e" providerId="LiveId" clId="{63265192-7B44-45D3-A1BC-CD20A66879BE}" dt="2020-06-23T11:44:06.364" v="6700" actId="1076"/>
          <ac:spMkLst>
            <pc:docMk/>
            <pc:sldMk cId="1612572870" sldId="2661"/>
            <ac:spMk id="66" creationId="{49033DC9-628B-44F0-BE4D-51BEBDDD7469}"/>
          </ac:spMkLst>
        </pc:spChg>
        <pc:spChg chg="mod">
          <ac:chgData name="Hur Jung" userId="763133add284fb2e" providerId="LiveId" clId="{63265192-7B44-45D3-A1BC-CD20A66879BE}" dt="2020-06-23T11:42:56.556" v="6677" actId="1036"/>
          <ac:spMkLst>
            <pc:docMk/>
            <pc:sldMk cId="1612572870" sldId="2661"/>
            <ac:spMk id="67" creationId="{2167908E-A862-4069-A0CC-3740B9A5A1EA}"/>
          </ac:spMkLst>
        </pc:spChg>
        <pc:spChg chg="mod">
          <ac:chgData name="Hur Jung" userId="763133add284fb2e" providerId="LiveId" clId="{63265192-7B44-45D3-A1BC-CD20A66879BE}" dt="2020-06-23T11:42:56.556" v="6677" actId="1036"/>
          <ac:spMkLst>
            <pc:docMk/>
            <pc:sldMk cId="1612572870" sldId="2661"/>
            <ac:spMk id="68" creationId="{4F927FB3-9EA6-483E-923B-D8412A441B6B}"/>
          </ac:spMkLst>
        </pc:spChg>
        <pc:spChg chg="mod">
          <ac:chgData name="Hur Jung" userId="763133add284fb2e" providerId="LiveId" clId="{63265192-7B44-45D3-A1BC-CD20A66879BE}" dt="2020-06-27T07:23:24.245" v="8219" actId="20577"/>
          <ac:spMkLst>
            <pc:docMk/>
            <pc:sldMk cId="1612572870" sldId="2661"/>
            <ac:spMk id="70" creationId="{31B906A0-3027-49C1-A420-50FB6D70464F}"/>
          </ac:spMkLst>
        </pc:spChg>
        <pc:spChg chg="add mod">
          <ac:chgData name="Hur Jung" userId="763133add284fb2e" providerId="LiveId" clId="{63265192-7B44-45D3-A1BC-CD20A66879BE}" dt="2020-06-23T11:44:35.331" v="6704" actId="20577"/>
          <ac:spMkLst>
            <pc:docMk/>
            <pc:sldMk cId="1612572870" sldId="2661"/>
            <ac:spMk id="78" creationId="{7E27C472-8B74-4B6A-9325-3C987D48ABC3}"/>
          </ac:spMkLst>
        </pc:spChg>
        <pc:spChg chg="mod">
          <ac:chgData name="Hur Jung" userId="763133add284fb2e" providerId="LiveId" clId="{63265192-7B44-45D3-A1BC-CD20A66879BE}" dt="2020-06-23T11:42:56.556" v="6677" actId="1036"/>
          <ac:spMkLst>
            <pc:docMk/>
            <pc:sldMk cId="1612572870" sldId="2661"/>
            <ac:spMk id="97" creationId="{C60DDC4E-BF95-4D3B-9DA9-52080AAE1CC3}"/>
          </ac:spMkLst>
        </pc:spChg>
        <pc:spChg chg="mod">
          <ac:chgData name="Hur Jung" userId="763133add284fb2e" providerId="LiveId" clId="{63265192-7B44-45D3-A1BC-CD20A66879BE}" dt="2020-06-23T11:42:56.556" v="6677" actId="1036"/>
          <ac:spMkLst>
            <pc:docMk/>
            <pc:sldMk cId="1612572870" sldId="2661"/>
            <ac:spMk id="98" creationId="{43B89017-263B-41BF-8C2E-AD023F6A4D19}"/>
          </ac:spMkLst>
        </pc:spChg>
        <pc:spChg chg="mod">
          <ac:chgData name="Hur Jung" userId="763133add284fb2e" providerId="LiveId" clId="{63265192-7B44-45D3-A1BC-CD20A66879BE}" dt="2020-06-23T11:42:56.556" v="6677" actId="1036"/>
          <ac:spMkLst>
            <pc:docMk/>
            <pc:sldMk cId="1612572870" sldId="2661"/>
            <ac:spMk id="99" creationId="{EC97623F-E793-4771-AF2C-2800F3793118}"/>
          </ac:spMkLst>
        </pc:spChg>
        <pc:spChg chg="mod">
          <ac:chgData name="Hur Jung" userId="763133add284fb2e" providerId="LiveId" clId="{63265192-7B44-45D3-A1BC-CD20A66879BE}" dt="2020-06-23T11:42:56.556" v="6677" actId="1036"/>
          <ac:spMkLst>
            <pc:docMk/>
            <pc:sldMk cId="1612572870" sldId="2661"/>
            <ac:spMk id="100" creationId="{84F0A9AC-EB49-4EA5-99D2-EFEA39A1104E}"/>
          </ac:spMkLst>
        </pc:spChg>
        <pc:spChg chg="mod">
          <ac:chgData name="Hur Jung" userId="763133add284fb2e" providerId="LiveId" clId="{63265192-7B44-45D3-A1BC-CD20A66879BE}" dt="2020-06-23T11:42:56.556" v="6677" actId="1036"/>
          <ac:spMkLst>
            <pc:docMk/>
            <pc:sldMk cId="1612572870" sldId="2661"/>
            <ac:spMk id="101" creationId="{7CB328B5-66DC-47C6-B959-0D3B43EE4E1D}"/>
          </ac:spMkLst>
        </pc:spChg>
        <pc:spChg chg="mod">
          <ac:chgData name="Hur Jung" userId="763133add284fb2e" providerId="LiveId" clId="{63265192-7B44-45D3-A1BC-CD20A66879BE}" dt="2020-06-23T11:42:56.556" v="6677" actId="1036"/>
          <ac:spMkLst>
            <pc:docMk/>
            <pc:sldMk cId="1612572870" sldId="2661"/>
            <ac:spMk id="105" creationId="{FB0ECA33-5447-4D6A-BADF-E4C155162178}"/>
          </ac:spMkLst>
        </pc:spChg>
        <pc:spChg chg="mod">
          <ac:chgData name="Hur Jung" userId="763133add284fb2e" providerId="LiveId" clId="{63265192-7B44-45D3-A1BC-CD20A66879BE}" dt="2020-06-23T11:42:56.556" v="6677" actId="1036"/>
          <ac:spMkLst>
            <pc:docMk/>
            <pc:sldMk cId="1612572870" sldId="2661"/>
            <ac:spMk id="113" creationId="{4AD76D79-5310-4A61-B0BD-4724B28E7D71}"/>
          </ac:spMkLst>
        </pc:spChg>
        <pc:spChg chg="mod">
          <ac:chgData name="Hur Jung" userId="763133add284fb2e" providerId="LiveId" clId="{63265192-7B44-45D3-A1BC-CD20A66879BE}" dt="2020-06-23T11:42:56.556" v="6677" actId="1036"/>
          <ac:spMkLst>
            <pc:docMk/>
            <pc:sldMk cId="1612572870" sldId="2661"/>
            <ac:spMk id="127" creationId="{312E3C91-B82C-4879-91BE-71EA0E252B86}"/>
          </ac:spMkLst>
        </pc:spChg>
        <pc:spChg chg="mod">
          <ac:chgData name="Hur Jung" userId="763133add284fb2e" providerId="LiveId" clId="{63265192-7B44-45D3-A1BC-CD20A66879BE}" dt="2020-06-23T11:42:56.556" v="6677" actId="1036"/>
          <ac:spMkLst>
            <pc:docMk/>
            <pc:sldMk cId="1612572870" sldId="2661"/>
            <ac:spMk id="128" creationId="{F237F3C9-21FD-4121-9062-E039C918A735}"/>
          </ac:spMkLst>
        </pc:spChg>
        <pc:grpChg chg="add del mod">
          <ac:chgData name="Hur Jung" userId="763133add284fb2e" providerId="LiveId" clId="{63265192-7B44-45D3-A1BC-CD20A66879BE}" dt="2020-06-23T11:43:44.561" v="6697" actId="478"/>
          <ac:grpSpMkLst>
            <pc:docMk/>
            <pc:sldMk cId="1612572870" sldId="2661"/>
            <ac:grpSpMk id="65" creationId="{3945CE68-2970-4C88-89E1-C57958A3110C}"/>
          </ac:grpSpMkLst>
        </pc:grpChg>
        <pc:grpChg chg="mod">
          <ac:chgData name="Hur Jung" userId="763133add284fb2e" providerId="LiveId" clId="{63265192-7B44-45D3-A1BC-CD20A66879BE}" dt="2020-06-23T11:42:56.556" v="6677" actId="1036"/>
          <ac:grpSpMkLst>
            <pc:docMk/>
            <pc:sldMk cId="1612572870" sldId="2661"/>
            <ac:grpSpMk id="69" creationId="{2D5989B8-8699-4960-8FF2-D90A42C5A1F6}"/>
          </ac:grpSpMkLst>
        </pc:grpChg>
        <pc:grpChg chg="mod">
          <ac:chgData name="Hur Jung" userId="763133add284fb2e" providerId="LiveId" clId="{63265192-7B44-45D3-A1BC-CD20A66879BE}" dt="2020-06-23T11:42:56.556" v="6677" actId="1036"/>
          <ac:grpSpMkLst>
            <pc:docMk/>
            <pc:sldMk cId="1612572870" sldId="2661"/>
            <ac:grpSpMk id="91" creationId="{5F3115F5-D021-4F8C-9AB6-0D9D9D6E4BD1}"/>
          </ac:grpSpMkLst>
        </pc:grpChg>
        <pc:grpChg chg="mod">
          <ac:chgData name="Hur Jung" userId="763133add284fb2e" providerId="LiveId" clId="{63265192-7B44-45D3-A1BC-CD20A66879BE}" dt="2020-06-23T11:42:56.556" v="6677" actId="1036"/>
          <ac:grpSpMkLst>
            <pc:docMk/>
            <pc:sldMk cId="1612572870" sldId="2661"/>
            <ac:grpSpMk id="94" creationId="{393F7191-494F-41D2-822B-91BD0CE1DC1C}"/>
          </ac:grpSpMkLst>
        </pc:grpChg>
        <pc:grpChg chg="mod">
          <ac:chgData name="Hur Jung" userId="763133add284fb2e" providerId="LiveId" clId="{63265192-7B44-45D3-A1BC-CD20A66879BE}" dt="2020-06-23T11:42:56.556" v="6677" actId="1036"/>
          <ac:grpSpMkLst>
            <pc:docMk/>
            <pc:sldMk cId="1612572870" sldId="2661"/>
            <ac:grpSpMk id="102" creationId="{42B956AE-4AC2-49C7-A67D-FADC9876D38A}"/>
          </ac:grpSpMkLst>
        </pc:grpChg>
        <pc:grpChg chg="mod">
          <ac:chgData name="Hur Jung" userId="763133add284fb2e" providerId="LiveId" clId="{63265192-7B44-45D3-A1BC-CD20A66879BE}" dt="2020-06-23T11:42:56.556" v="6677" actId="1036"/>
          <ac:grpSpMkLst>
            <pc:docMk/>
            <pc:sldMk cId="1612572870" sldId="2661"/>
            <ac:grpSpMk id="110" creationId="{AFFB9F26-CF09-4905-A40F-6C87D9AFC3F0}"/>
          </ac:grpSpMkLst>
        </pc:grpChg>
        <pc:grpChg chg="mod">
          <ac:chgData name="Hur Jung" userId="763133add284fb2e" providerId="LiveId" clId="{63265192-7B44-45D3-A1BC-CD20A66879BE}" dt="2020-06-23T11:42:56.556" v="6677" actId="1036"/>
          <ac:grpSpMkLst>
            <pc:docMk/>
            <pc:sldMk cId="1612572870" sldId="2661"/>
            <ac:grpSpMk id="114" creationId="{CC3668B4-4BB5-4A0B-9B03-A45F1163B592}"/>
          </ac:grpSpMkLst>
        </pc:grpChg>
        <pc:picChg chg="del mod topLvl">
          <ac:chgData name="Hur Jung" userId="763133add284fb2e" providerId="LiveId" clId="{63265192-7B44-45D3-A1BC-CD20A66879BE}" dt="2020-06-23T11:43:44.561" v="6697" actId="478"/>
          <ac:picMkLst>
            <pc:docMk/>
            <pc:sldMk cId="1612572870" sldId="2661"/>
            <ac:picMk id="73" creationId="{DDDC22EC-E712-4CB7-910B-48839203B20C}"/>
          </ac:picMkLst>
        </pc:picChg>
      </pc:sldChg>
      <pc:sldChg chg="addSp delSp modSp mod modCm">
        <pc:chgData name="Hur Jung" userId="763133add284fb2e" providerId="LiveId" clId="{63265192-7B44-45D3-A1BC-CD20A66879BE}" dt="2020-06-27T01:43:08.685" v="7520" actId="20577"/>
        <pc:sldMkLst>
          <pc:docMk/>
          <pc:sldMk cId="1252547121" sldId="2662"/>
        </pc:sldMkLst>
        <pc:spChg chg="mod">
          <ac:chgData name="Hur Jung" userId="763133add284fb2e" providerId="LiveId" clId="{63265192-7B44-45D3-A1BC-CD20A66879BE}" dt="2020-06-27T01:43:08.685" v="7520" actId="20577"/>
          <ac:spMkLst>
            <pc:docMk/>
            <pc:sldMk cId="1252547121" sldId="2662"/>
            <ac:spMk id="2" creationId="{7BD81DA4-00B3-4972-8588-E928EC125314}"/>
          </ac:spMkLst>
        </pc:spChg>
        <pc:spChg chg="mod">
          <ac:chgData name="Hur Jung" userId="763133add284fb2e" providerId="LiveId" clId="{63265192-7B44-45D3-A1BC-CD20A66879BE}" dt="2020-06-15T07:46:33.737" v="3043" actId="14100"/>
          <ac:spMkLst>
            <pc:docMk/>
            <pc:sldMk cId="1252547121" sldId="2662"/>
            <ac:spMk id="46" creationId="{B1D551EF-8AE5-4CCD-AA4F-8EC7209D7D9E}"/>
          </ac:spMkLst>
        </pc:spChg>
        <pc:spChg chg="mod">
          <ac:chgData name="Hur Jung" userId="763133add284fb2e" providerId="LiveId" clId="{63265192-7B44-45D3-A1BC-CD20A66879BE}" dt="2020-06-15T06:24:14.156" v="2895" actId="1035"/>
          <ac:spMkLst>
            <pc:docMk/>
            <pc:sldMk cId="1252547121" sldId="2662"/>
            <ac:spMk id="62" creationId="{A92643FE-8190-4C37-9634-9DC4F2847B04}"/>
          </ac:spMkLst>
        </pc:spChg>
        <pc:spChg chg="mod">
          <ac:chgData name="Hur Jung" userId="763133add284fb2e" providerId="LiveId" clId="{63265192-7B44-45D3-A1BC-CD20A66879BE}" dt="2020-06-15T06:24:14.156" v="2895" actId="1035"/>
          <ac:spMkLst>
            <pc:docMk/>
            <pc:sldMk cId="1252547121" sldId="2662"/>
            <ac:spMk id="63" creationId="{9837AAF9-59C5-4080-8B66-F22AAF604FEE}"/>
          </ac:spMkLst>
        </pc:spChg>
        <pc:spChg chg="mod">
          <ac:chgData name="Hur Jung" userId="763133add284fb2e" providerId="LiveId" clId="{63265192-7B44-45D3-A1BC-CD20A66879BE}" dt="2020-06-22T05:19:47.652" v="6061" actId="1036"/>
          <ac:spMkLst>
            <pc:docMk/>
            <pc:sldMk cId="1252547121" sldId="2662"/>
            <ac:spMk id="65" creationId="{69068563-3F5B-4C1B-BD27-6834AF3CA675}"/>
          </ac:spMkLst>
        </pc:spChg>
        <pc:spChg chg="mod">
          <ac:chgData name="Hur Jung" userId="763133add284fb2e" providerId="LiveId" clId="{63265192-7B44-45D3-A1BC-CD20A66879BE}" dt="2020-06-22T05:20:01.543" v="6062" actId="14100"/>
          <ac:spMkLst>
            <pc:docMk/>
            <pc:sldMk cId="1252547121" sldId="2662"/>
            <ac:spMk id="66" creationId="{90B5B9A6-5BA9-4236-BEF7-28A29B036FCD}"/>
          </ac:spMkLst>
        </pc:spChg>
        <pc:spChg chg="mod">
          <ac:chgData name="Hur Jung" userId="763133add284fb2e" providerId="LiveId" clId="{63265192-7B44-45D3-A1BC-CD20A66879BE}" dt="2020-06-15T06:24:14.156" v="2895" actId="1035"/>
          <ac:spMkLst>
            <pc:docMk/>
            <pc:sldMk cId="1252547121" sldId="2662"/>
            <ac:spMk id="67" creationId="{1F9EFFA3-2AB4-4847-9BE4-9CB38487A882}"/>
          </ac:spMkLst>
        </pc:spChg>
        <pc:spChg chg="mod">
          <ac:chgData name="Hur Jung" userId="763133add284fb2e" providerId="LiveId" clId="{63265192-7B44-45D3-A1BC-CD20A66879BE}" dt="2020-06-15T06:32:22.544" v="3018" actId="1076"/>
          <ac:spMkLst>
            <pc:docMk/>
            <pc:sldMk cId="1252547121" sldId="2662"/>
            <ac:spMk id="68" creationId="{D2C96685-0E5B-467B-BB51-ACA3E98FEE7F}"/>
          </ac:spMkLst>
        </pc:spChg>
        <pc:spChg chg="mod">
          <ac:chgData name="Hur Jung" userId="763133add284fb2e" providerId="LiveId" clId="{63265192-7B44-45D3-A1BC-CD20A66879BE}" dt="2020-06-15T06:24:14.156" v="2895" actId="1035"/>
          <ac:spMkLst>
            <pc:docMk/>
            <pc:sldMk cId="1252547121" sldId="2662"/>
            <ac:spMk id="69" creationId="{C3E66A5A-6A1C-4384-89F8-5C6DA64EDAEB}"/>
          </ac:spMkLst>
        </pc:spChg>
        <pc:spChg chg="mod">
          <ac:chgData name="Hur Jung" userId="763133add284fb2e" providerId="LiveId" clId="{63265192-7B44-45D3-A1BC-CD20A66879BE}" dt="2020-06-15T06:29:25.822" v="2945" actId="255"/>
          <ac:spMkLst>
            <pc:docMk/>
            <pc:sldMk cId="1252547121" sldId="2662"/>
            <ac:spMk id="72" creationId="{AECC78EF-D818-4F35-89AC-6A34EB7DE4C4}"/>
          </ac:spMkLst>
        </pc:spChg>
        <pc:spChg chg="mod">
          <ac:chgData name="Hur Jung" userId="763133add284fb2e" providerId="LiveId" clId="{63265192-7B44-45D3-A1BC-CD20A66879BE}" dt="2020-06-15T06:24:14.156" v="2895" actId="1035"/>
          <ac:spMkLst>
            <pc:docMk/>
            <pc:sldMk cId="1252547121" sldId="2662"/>
            <ac:spMk id="98" creationId="{5A49455B-F97F-417C-B7E9-E66D87E5A7CC}"/>
          </ac:spMkLst>
        </pc:spChg>
        <pc:spChg chg="mod">
          <ac:chgData name="Hur Jung" userId="763133add284fb2e" providerId="LiveId" clId="{63265192-7B44-45D3-A1BC-CD20A66879BE}" dt="2020-06-15T06:24:14.156" v="2895" actId="1035"/>
          <ac:spMkLst>
            <pc:docMk/>
            <pc:sldMk cId="1252547121" sldId="2662"/>
            <ac:spMk id="99" creationId="{70A4929F-5C88-4CA3-BFB4-DAC99CC57A84}"/>
          </ac:spMkLst>
        </pc:spChg>
        <pc:spChg chg="mod">
          <ac:chgData name="Hur Jung" userId="763133add284fb2e" providerId="LiveId" clId="{63265192-7B44-45D3-A1BC-CD20A66879BE}" dt="2020-06-15T06:24:14.156" v="2895" actId="1035"/>
          <ac:spMkLst>
            <pc:docMk/>
            <pc:sldMk cId="1252547121" sldId="2662"/>
            <ac:spMk id="103" creationId="{5F9DDA0D-FE3F-4914-88B3-7055F79E7A1C}"/>
          </ac:spMkLst>
        </pc:spChg>
        <pc:spChg chg="add mod">
          <ac:chgData name="Hur Jung" userId="763133add284fb2e" providerId="LiveId" clId="{63265192-7B44-45D3-A1BC-CD20A66879BE}" dt="2020-06-15T06:31:15.923" v="2975" actId="1036"/>
          <ac:spMkLst>
            <pc:docMk/>
            <pc:sldMk cId="1252547121" sldId="2662"/>
            <ac:spMk id="105" creationId="{E5FD8E1E-C0FF-4EB4-9E32-8F8148F8F92F}"/>
          </ac:spMkLst>
        </pc:spChg>
        <pc:spChg chg="del mod">
          <ac:chgData name="Hur Jung" userId="763133add284fb2e" providerId="LiveId" clId="{63265192-7B44-45D3-A1BC-CD20A66879BE}" dt="2020-06-15T06:30:10.555" v="2950" actId="478"/>
          <ac:spMkLst>
            <pc:docMk/>
            <pc:sldMk cId="1252547121" sldId="2662"/>
            <ac:spMk id="107" creationId="{A1B37A5F-8157-4FC2-9682-20065C56B1AF}"/>
          </ac:spMkLst>
        </pc:spChg>
        <pc:spChg chg="del mod">
          <ac:chgData name="Hur Jung" userId="763133add284fb2e" providerId="LiveId" clId="{63265192-7B44-45D3-A1BC-CD20A66879BE}" dt="2020-06-15T06:30:08.753" v="2949" actId="478"/>
          <ac:spMkLst>
            <pc:docMk/>
            <pc:sldMk cId="1252547121" sldId="2662"/>
            <ac:spMk id="108" creationId="{ECC9F293-E5BA-40A2-8485-1893BAB5C794}"/>
          </ac:spMkLst>
        </pc:spChg>
        <pc:spChg chg="add mod">
          <ac:chgData name="Hur Jung" userId="763133add284fb2e" providerId="LiveId" clId="{63265192-7B44-45D3-A1BC-CD20A66879BE}" dt="2020-06-15T06:31:15.923" v="2975" actId="1036"/>
          <ac:spMkLst>
            <pc:docMk/>
            <pc:sldMk cId="1252547121" sldId="2662"/>
            <ac:spMk id="109" creationId="{3A72FD13-1F17-411C-A1E4-36B0B0228988}"/>
          </ac:spMkLst>
        </pc:spChg>
        <pc:spChg chg="mod">
          <ac:chgData name="Hur Jung" userId="763133add284fb2e" providerId="LiveId" clId="{63265192-7B44-45D3-A1BC-CD20A66879BE}" dt="2020-06-15T07:49:10.711" v="3065" actId="1076"/>
          <ac:spMkLst>
            <pc:docMk/>
            <pc:sldMk cId="1252547121" sldId="2662"/>
            <ac:spMk id="110" creationId="{406468BB-F8F3-4FEF-9E89-79421CA8203E}"/>
          </ac:spMkLst>
        </pc:spChg>
        <pc:spChg chg="del mod">
          <ac:chgData name="Hur Jung" userId="763133add284fb2e" providerId="LiveId" clId="{63265192-7B44-45D3-A1BC-CD20A66879BE}" dt="2020-06-15T06:30:16.292" v="2952" actId="478"/>
          <ac:spMkLst>
            <pc:docMk/>
            <pc:sldMk cId="1252547121" sldId="2662"/>
            <ac:spMk id="112" creationId="{FD6CE0BF-B0C7-452B-B709-C02A7E4C100F}"/>
          </ac:spMkLst>
        </pc:spChg>
        <pc:spChg chg="add mod">
          <ac:chgData name="Hur Jung" userId="763133add284fb2e" providerId="LiveId" clId="{63265192-7B44-45D3-A1BC-CD20A66879BE}" dt="2020-06-15T06:32:52.238" v="3042" actId="1038"/>
          <ac:spMkLst>
            <pc:docMk/>
            <pc:sldMk cId="1252547121" sldId="2662"/>
            <ac:spMk id="113" creationId="{838C80CB-6AFB-4A9A-90EF-1825F7FB5A76}"/>
          </ac:spMkLst>
        </pc:spChg>
        <pc:spChg chg="mod">
          <ac:chgData name="Hur Jung" userId="763133add284fb2e" providerId="LiveId" clId="{63265192-7B44-45D3-A1BC-CD20A66879BE}" dt="2020-06-15T06:21:58.542" v="2838"/>
          <ac:spMkLst>
            <pc:docMk/>
            <pc:sldMk cId="1252547121" sldId="2662"/>
            <ac:spMk id="115" creationId="{66B49D04-7563-44FE-BB23-B97AAC4468D1}"/>
          </ac:spMkLst>
        </pc:spChg>
        <pc:spChg chg="mod">
          <ac:chgData name="Hur Jung" userId="763133add284fb2e" providerId="LiveId" clId="{63265192-7B44-45D3-A1BC-CD20A66879BE}" dt="2020-06-15T06:21:58.542" v="2838"/>
          <ac:spMkLst>
            <pc:docMk/>
            <pc:sldMk cId="1252547121" sldId="2662"/>
            <ac:spMk id="116" creationId="{97052458-BB8D-4DCC-92E0-420941B8F066}"/>
          </ac:spMkLst>
        </pc:spChg>
        <pc:spChg chg="add mod">
          <ac:chgData name="Hur Jung" userId="763133add284fb2e" providerId="LiveId" clId="{63265192-7B44-45D3-A1BC-CD20A66879BE}" dt="2020-06-15T06:31:15.923" v="2975" actId="1036"/>
          <ac:spMkLst>
            <pc:docMk/>
            <pc:sldMk cId="1252547121" sldId="2662"/>
            <ac:spMk id="117" creationId="{10992268-C431-4120-961D-6F074E1B9F60}"/>
          </ac:spMkLst>
        </pc:spChg>
        <pc:spChg chg="add del mod">
          <ac:chgData name="Hur Jung" userId="763133add284fb2e" providerId="LiveId" clId="{63265192-7B44-45D3-A1BC-CD20A66879BE}" dt="2020-06-15T06:30:41.492" v="2960" actId="478"/>
          <ac:spMkLst>
            <pc:docMk/>
            <pc:sldMk cId="1252547121" sldId="2662"/>
            <ac:spMk id="118" creationId="{A92A015B-6F64-454B-B71E-5FDBC974B7E6}"/>
          </ac:spMkLst>
        </pc:spChg>
        <pc:spChg chg="add mod">
          <ac:chgData name="Hur Jung" userId="763133add284fb2e" providerId="LiveId" clId="{63265192-7B44-45D3-A1BC-CD20A66879BE}" dt="2020-06-15T06:31:15.923" v="2975" actId="1036"/>
          <ac:spMkLst>
            <pc:docMk/>
            <pc:sldMk cId="1252547121" sldId="2662"/>
            <ac:spMk id="119" creationId="{D36E91CA-22F2-4AD7-AB05-E4A6ED8A8F9F}"/>
          </ac:spMkLst>
        </pc:spChg>
        <pc:spChg chg="add mod">
          <ac:chgData name="Hur Jung" userId="763133add284fb2e" providerId="LiveId" clId="{63265192-7B44-45D3-A1BC-CD20A66879BE}" dt="2020-06-15T06:31:15.923" v="2975" actId="1036"/>
          <ac:spMkLst>
            <pc:docMk/>
            <pc:sldMk cId="1252547121" sldId="2662"/>
            <ac:spMk id="120" creationId="{AD28C4B2-0CEE-49B2-94DC-D0580467A454}"/>
          </ac:spMkLst>
        </pc:spChg>
        <pc:spChg chg="mod">
          <ac:chgData name="Hur Jung" userId="763133add284fb2e" providerId="LiveId" clId="{63265192-7B44-45D3-A1BC-CD20A66879BE}" dt="2020-06-15T06:24:56.641" v="2924" actId="1035"/>
          <ac:spMkLst>
            <pc:docMk/>
            <pc:sldMk cId="1252547121" sldId="2662"/>
            <ac:spMk id="122" creationId="{94FA7093-F12C-43F4-A306-CF05F2833B75}"/>
          </ac:spMkLst>
        </pc:spChg>
        <pc:spChg chg="mod">
          <ac:chgData name="Hur Jung" userId="763133add284fb2e" providerId="LiveId" clId="{63265192-7B44-45D3-A1BC-CD20A66879BE}" dt="2020-06-15T06:21:58.542" v="2838"/>
          <ac:spMkLst>
            <pc:docMk/>
            <pc:sldMk cId="1252547121" sldId="2662"/>
            <ac:spMk id="124" creationId="{777140FE-5FFA-4418-B801-88E787FBD122}"/>
          </ac:spMkLst>
        </pc:spChg>
        <pc:spChg chg="mod">
          <ac:chgData name="Hur Jung" userId="763133add284fb2e" providerId="LiveId" clId="{63265192-7B44-45D3-A1BC-CD20A66879BE}" dt="2020-06-27T01:42:11.167" v="7482"/>
          <ac:spMkLst>
            <pc:docMk/>
            <pc:sldMk cId="1252547121" sldId="2662"/>
            <ac:spMk id="126" creationId="{FCFD65BA-95AE-48B8-A495-768C8B4BED62}"/>
          </ac:spMkLst>
        </pc:spChg>
        <pc:spChg chg="mod">
          <ac:chgData name="Hur Jung" userId="763133add284fb2e" providerId="LiveId" clId="{63265192-7B44-45D3-A1BC-CD20A66879BE}" dt="2020-06-15T06:24:14.156" v="2895" actId="1035"/>
          <ac:spMkLst>
            <pc:docMk/>
            <pc:sldMk cId="1252547121" sldId="2662"/>
            <ac:spMk id="127" creationId="{FD7BE9C0-F128-43B6-9EA8-34507095A4AC}"/>
          </ac:spMkLst>
        </pc:spChg>
        <pc:spChg chg="mod">
          <ac:chgData name="Hur Jung" userId="763133add284fb2e" providerId="LiveId" clId="{63265192-7B44-45D3-A1BC-CD20A66879BE}" dt="2020-06-15T06:24:14.156" v="2895" actId="1035"/>
          <ac:spMkLst>
            <pc:docMk/>
            <pc:sldMk cId="1252547121" sldId="2662"/>
            <ac:spMk id="128" creationId="{BB6E04FE-0196-4F6B-97B5-C8B5A6076D78}"/>
          </ac:spMkLst>
        </pc:spChg>
        <pc:spChg chg="mod">
          <ac:chgData name="Hur Jung" userId="763133add284fb2e" providerId="LiveId" clId="{63265192-7B44-45D3-A1BC-CD20A66879BE}" dt="2020-06-22T05:19:47.652" v="6061" actId="1036"/>
          <ac:spMkLst>
            <pc:docMk/>
            <pc:sldMk cId="1252547121" sldId="2662"/>
            <ac:spMk id="130" creationId="{BB5CCE94-E351-496F-BED9-D50B59D9B234}"/>
          </ac:spMkLst>
        </pc:spChg>
        <pc:spChg chg="add mod">
          <ac:chgData name="Hur Jung" userId="763133add284fb2e" providerId="LiveId" clId="{63265192-7B44-45D3-A1BC-CD20A66879BE}" dt="2020-06-15T06:31:24.727" v="2981"/>
          <ac:spMkLst>
            <pc:docMk/>
            <pc:sldMk cId="1252547121" sldId="2662"/>
            <ac:spMk id="131" creationId="{B203FB14-058E-483A-B205-9A961792972D}"/>
          </ac:spMkLst>
        </pc:spChg>
        <pc:spChg chg="mod">
          <ac:chgData name="Hur Jung" userId="763133add284fb2e" providerId="LiveId" clId="{63265192-7B44-45D3-A1BC-CD20A66879BE}" dt="2020-06-15T06:24:14.156" v="2895" actId="1035"/>
          <ac:spMkLst>
            <pc:docMk/>
            <pc:sldMk cId="1252547121" sldId="2662"/>
            <ac:spMk id="132" creationId="{1445DDF7-94A8-4D8B-9C67-46C36D122D92}"/>
          </ac:spMkLst>
        </pc:spChg>
        <pc:spChg chg="mod">
          <ac:chgData name="Hur Jung" userId="763133add284fb2e" providerId="LiveId" clId="{63265192-7B44-45D3-A1BC-CD20A66879BE}" dt="2020-06-15T06:24:14.156" v="2895" actId="1035"/>
          <ac:spMkLst>
            <pc:docMk/>
            <pc:sldMk cId="1252547121" sldId="2662"/>
            <ac:spMk id="133" creationId="{0C4614D9-E1C4-42BF-B9FD-F7F6533CEC45}"/>
          </ac:spMkLst>
        </pc:spChg>
        <pc:spChg chg="del mod">
          <ac:chgData name="Hur Jung" userId="763133add284fb2e" providerId="LiveId" clId="{63265192-7B44-45D3-A1BC-CD20A66879BE}" dt="2020-06-27T01:41:12.983" v="7413" actId="21"/>
          <ac:spMkLst>
            <pc:docMk/>
            <pc:sldMk cId="1252547121" sldId="2662"/>
            <ac:spMk id="134" creationId="{2F2D4D24-71A9-46B5-B0BF-7B8D9E116DF0}"/>
          </ac:spMkLst>
        </pc:spChg>
        <pc:spChg chg="del mod">
          <ac:chgData name="Hur Jung" userId="763133add284fb2e" providerId="LiveId" clId="{63265192-7B44-45D3-A1BC-CD20A66879BE}" dt="2020-06-15T06:23:32.162" v="2869" actId="21"/>
          <ac:spMkLst>
            <pc:docMk/>
            <pc:sldMk cId="1252547121" sldId="2662"/>
            <ac:spMk id="142" creationId="{5F7BD134-A214-4926-8508-86E0485E26FB}"/>
          </ac:spMkLst>
        </pc:spChg>
        <pc:spChg chg="mod">
          <ac:chgData name="Hur Jung" userId="763133add284fb2e" providerId="LiveId" clId="{63265192-7B44-45D3-A1BC-CD20A66879BE}" dt="2020-06-15T06:24:14.156" v="2895" actId="1035"/>
          <ac:spMkLst>
            <pc:docMk/>
            <pc:sldMk cId="1252547121" sldId="2662"/>
            <ac:spMk id="155" creationId="{E105F1C3-E86B-4C3E-A1CB-1C024CE65AC3}"/>
          </ac:spMkLst>
        </pc:spChg>
        <pc:spChg chg="add mod">
          <ac:chgData name="Hur Jung" userId="763133add284fb2e" providerId="LiveId" clId="{63265192-7B44-45D3-A1BC-CD20A66879BE}" dt="2020-06-15T06:22:49.139" v="2852" actId="20577"/>
          <ac:spMkLst>
            <pc:docMk/>
            <pc:sldMk cId="1252547121" sldId="2662"/>
            <ac:spMk id="156" creationId="{22BE9BF8-5A43-4130-B2E8-2278BEA1710C}"/>
          </ac:spMkLst>
        </pc:spChg>
        <pc:spChg chg="add mod">
          <ac:chgData name="Hur Jung" userId="763133add284fb2e" providerId="LiveId" clId="{63265192-7B44-45D3-A1BC-CD20A66879BE}" dt="2020-06-15T06:23:32.657" v="2870"/>
          <ac:spMkLst>
            <pc:docMk/>
            <pc:sldMk cId="1252547121" sldId="2662"/>
            <ac:spMk id="157" creationId="{6AFB05A6-57C5-436E-9382-08B6C85A6581}"/>
          </ac:spMkLst>
        </pc:spChg>
        <pc:spChg chg="mod">
          <ac:chgData name="Hur Jung" userId="763133add284fb2e" providerId="LiveId" clId="{63265192-7B44-45D3-A1BC-CD20A66879BE}" dt="2020-06-15T06:23:57.346" v="2887" actId="14100"/>
          <ac:spMkLst>
            <pc:docMk/>
            <pc:sldMk cId="1252547121" sldId="2662"/>
            <ac:spMk id="161" creationId="{52DE037E-646E-43E5-9152-91BBC02E205F}"/>
          </ac:spMkLst>
        </pc:spChg>
        <pc:spChg chg="mod">
          <ac:chgData name="Hur Jung" userId="763133add284fb2e" providerId="LiveId" clId="{63265192-7B44-45D3-A1BC-CD20A66879BE}" dt="2020-06-15T06:24:14.156" v="2895" actId="1035"/>
          <ac:spMkLst>
            <pc:docMk/>
            <pc:sldMk cId="1252547121" sldId="2662"/>
            <ac:spMk id="164" creationId="{82A75545-B49F-436B-8F06-11BC7EA0EF2B}"/>
          </ac:spMkLst>
        </pc:spChg>
        <pc:spChg chg="mod">
          <ac:chgData name="Hur Jung" userId="763133add284fb2e" providerId="LiveId" clId="{63265192-7B44-45D3-A1BC-CD20A66879BE}" dt="2020-06-15T06:24:14.156" v="2895" actId="1035"/>
          <ac:spMkLst>
            <pc:docMk/>
            <pc:sldMk cId="1252547121" sldId="2662"/>
            <ac:spMk id="168" creationId="{C58F0756-6DB0-438B-BBBD-EA10266D6BC7}"/>
          </ac:spMkLst>
        </pc:spChg>
        <pc:spChg chg="add mod">
          <ac:chgData name="Hur Jung" userId="763133add284fb2e" providerId="LiveId" clId="{63265192-7B44-45D3-A1BC-CD20A66879BE}" dt="2020-06-15T06:31:15.923" v="2975" actId="1036"/>
          <ac:spMkLst>
            <pc:docMk/>
            <pc:sldMk cId="1252547121" sldId="2662"/>
            <ac:spMk id="169" creationId="{AF30E9A4-13DD-4992-B44F-9A0554E9779C}"/>
          </ac:spMkLst>
        </pc:spChg>
        <pc:spChg chg="add mod">
          <ac:chgData name="Hur Jung" userId="763133add284fb2e" providerId="LiveId" clId="{63265192-7B44-45D3-A1BC-CD20A66879BE}" dt="2020-06-15T06:31:34.033" v="2986"/>
          <ac:spMkLst>
            <pc:docMk/>
            <pc:sldMk cId="1252547121" sldId="2662"/>
            <ac:spMk id="170" creationId="{E9674352-582B-41D9-808A-B73E387DEAE8}"/>
          </ac:spMkLst>
        </pc:spChg>
        <pc:spChg chg="mod">
          <ac:chgData name="Hur Jung" userId="763133add284fb2e" providerId="LiveId" clId="{63265192-7B44-45D3-A1BC-CD20A66879BE}" dt="2020-06-22T05:20:17.848" v="6063"/>
          <ac:spMkLst>
            <pc:docMk/>
            <pc:sldMk cId="1252547121" sldId="2662"/>
            <ac:spMk id="171" creationId="{6A370150-5296-4FB1-97E2-EB5A4990A1D4}"/>
          </ac:spMkLst>
        </pc:spChg>
        <pc:spChg chg="add mod">
          <ac:chgData name="Hur Jung" userId="763133add284fb2e" providerId="LiveId" clId="{63265192-7B44-45D3-A1BC-CD20A66879BE}" dt="2020-06-22T05:20:52.911" v="6070"/>
          <ac:spMkLst>
            <pc:docMk/>
            <pc:sldMk cId="1252547121" sldId="2662"/>
            <ac:spMk id="173" creationId="{4CCF0140-2978-4430-A903-E4ECAD38384C}"/>
          </ac:spMkLst>
        </pc:spChg>
        <pc:spChg chg="mod">
          <ac:chgData name="Hur Jung" userId="763133add284fb2e" providerId="LiveId" clId="{63265192-7B44-45D3-A1BC-CD20A66879BE}" dt="2020-06-22T05:21:08.034" v="6077"/>
          <ac:spMkLst>
            <pc:docMk/>
            <pc:sldMk cId="1252547121" sldId="2662"/>
            <ac:spMk id="176" creationId="{3EE8523F-81EA-411D-B221-07A3ECE2984D}"/>
          </ac:spMkLst>
        </pc:spChg>
        <pc:spChg chg="add mod">
          <ac:chgData name="Hur Jung" userId="763133add284fb2e" providerId="LiveId" clId="{63265192-7B44-45D3-A1BC-CD20A66879BE}" dt="2020-06-22T05:20:57.866" v="6071" actId="20577"/>
          <ac:spMkLst>
            <pc:docMk/>
            <pc:sldMk cId="1252547121" sldId="2662"/>
            <ac:spMk id="177" creationId="{64C3A0E4-C389-4CBA-B2DF-5722B6B80BFA}"/>
          </ac:spMkLst>
        </pc:spChg>
        <pc:spChg chg="add mod">
          <ac:chgData name="Hur Jung" userId="763133add284fb2e" providerId="LiveId" clId="{63265192-7B44-45D3-A1BC-CD20A66879BE}" dt="2020-06-22T05:21:19.344" v="6085" actId="1037"/>
          <ac:spMkLst>
            <pc:docMk/>
            <pc:sldMk cId="1252547121" sldId="2662"/>
            <ac:spMk id="178" creationId="{F44087B5-7CE8-485F-988D-85A0C364107C}"/>
          </ac:spMkLst>
        </pc:spChg>
        <pc:spChg chg="mod">
          <ac:chgData name="Hur Jung" userId="763133add284fb2e" providerId="LiveId" clId="{63265192-7B44-45D3-A1BC-CD20A66879BE}" dt="2020-06-27T01:41:07.732" v="7412" actId="20577"/>
          <ac:spMkLst>
            <pc:docMk/>
            <pc:sldMk cId="1252547121" sldId="2662"/>
            <ac:spMk id="180" creationId="{BF81A5CC-2AED-42DC-B32E-D9EC5FBB7BCD}"/>
          </ac:spMkLst>
        </pc:spChg>
        <pc:spChg chg="add mod">
          <ac:chgData name="Hur Jung" userId="763133add284fb2e" providerId="LiveId" clId="{63265192-7B44-45D3-A1BC-CD20A66879BE}" dt="2020-06-27T01:41:15.696" v="7418" actId="1038"/>
          <ac:spMkLst>
            <pc:docMk/>
            <pc:sldMk cId="1252547121" sldId="2662"/>
            <ac:spMk id="182" creationId="{C3533D1A-BEC5-4622-B2E6-68BD55C21C1A}"/>
          </ac:spMkLst>
        </pc:spChg>
        <pc:grpChg chg="mod">
          <ac:chgData name="Hur Jung" userId="763133add284fb2e" providerId="LiveId" clId="{63265192-7B44-45D3-A1BC-CD20A66879BE}" dt="2020-06-15T06:24:14.156" v="2895" actId="1035"/>
          <ac:grpSpMkLst>
            <pc:docMk/>
            <pc:sldMk cId="1252547121" sldId="2662"/>
            <ac:grpSpMk id="70" creationId="{310F95D9-2EF0-47C5-927A-C21747694442}"/>
          </ac:grpSpMkLst>
        </pc:grpChg>
        <pc:grpChg chg="mod">
          <ac:chgData name="Hur Jung" userId="763133add284fb2e" providerId="LiveId" clId="{63265192-7B44-45D3-A1BC-CD20A66879BE}" dt="2020-06-15T06:24:14.156" v="2895" actId="1035"/>
          <ac:grpSpMkLst>
            <pc:docMk/>
            <pc:sldMk cId="1252547121" sldId="2662"/>
            <ac:grpSpMk id="100" creationId="{1F601348-E789-4243-AAB9-11EC695532AC}"/>
          </ac:grpSpMkLst>
        </pc:grpChg>
        <pc:grpChg chg="add mod">
          <ac:chgData name="Hur Jung" userId="763133add284fb2e" providerId="LiveId" clId="{63265192-7B44-45D3-A1BC-CD20A66879BE}" dt="2020-06-15T06:32:40.424" v="3039" actId="1037"/>
          <ac:grpSpMkLst>
            <pc:docMk/>
            <pc:sldMk cId="1252547121" sldId="2662"/>
            <ac:grpSpMk id="114" creationId="{1FE9C23F-9D89-41BC-8B8F-16E128BB4976}"/>
          </ac:grpSpMkLst>
        </pc:grpChg>
        <pc:grpChg chg="add mod">
          <ac:chgData name="Hur Jung" userId="763133add284fb2e" providerId="LiveId" clId="{63265192-7B44-45D3-A1BC-CD20A66879BE}" dt="2020-06-15T06:31:15.923" v="2975" actId="1036"/>
          <ac:grpSpMkLst>
            <pc:docMk/>
            <pc:sldMk cId="1252547121" sldId="2662"/>
            <ac:grpSpMk id="121" creationId="{35C8DE86-B194-47C0-A579-6DACC158B44E}"/>
          </ac:grpSpMkLst>
        </pc:grpChg>
        <pc:grpChg chg="add mod">
          <ac:chgData name="Hur Jung" userId="763133add284fb2e" providerId="LiveId" clId="{63265192-7B44-45D3-A1BC-CD20A66879BE}" dt="2020-06-22T05:20:25.742" v="6064" actId="1076"/>
          <ac:grpSpMkLst>
            <pc:docMk/>
            <pc:sldMk cId="1252547121" sldId="2662"/>
            <ac:grpSpMk id="142" creationId="{1988E625-5BFF-4529-9219-470A23F63B0D}"/>
          </ac:grpSpMkLst>
        </pc:grpChg>
        <pc:grpChg chg="mod">
          <ac:chgData name="Hur Jung" userId="763133add284fb2e" providerId="LiveId" clId="{63265192-7B44-45D3-A1BC-CD20A66879BE}" dt="2020-06-15T06:24:14.156" v="2895" actId="1035"/>
          <ac:grpSpMkLst>
            <pc:docMk/>
            <pc:sldMk cId="1252547121" sldId="2662"/>
            <ac:grpSpMk id="152" creationId="{0D692985-40EA-456E-8E87-12F4B706E7FB}"/>
          </ac:grpSpMkLst>
        </pc:grpChg>
        <pc:grpChg chg="mod">
          <ac:chgData name="Hur Jung" userId="763133add284fb2e" providerId="LiveId" clId="{63265192-7B44-45D3-A1BC-CD20A66879BE}" dt="2020-06-15T06:24:14.156" v="2895" actId="1035"/>
          <ac:grpSpMkLst>
            <pc:docMk/>
            <pc:sldMk cId="1252547121" sldId="2662"/>
            <ac:grpSpMk id="165" creationId="{31826051-30F6-4B8C-9C88-663A70B51278}"/>
          </ac:grpSpMkLst>
        </pc:grpChg>
        <pc:grpChg chg="add mod">
          <ac:chgData name="Hur Jung" userId="763133add284fb2e" providerId="LiveId" clId="{63265192-7B44-45D3-A1BC-CD20A66879BE}" dt="2020-06-22T05:21:15.659" v="6079" actId="14100"/>
          <ac:grpSpMkLst>
            <pc:docMk/>
            <pc:sldMk cId="1252547121" sldId="2662"/>
            <ac:grpSpMk id="174" creationId="{D39F6179-6751-4BB6-8D2B-D16EEF4E6A20}"/>
          </ac:grpSpMkLst>
        </pc:grpChg>
        <pc:grpChg chg="add mod">
          <ac:chgData name="Hur Jung" userId="763133add284fb2e" providerId="LiveId" clId="{63265192-7B44-45D3-A1BC-CD20A66879BE}" dt="2020-06-27T01:40:59.406" v="7409" actId="1076"/>
          <ac:grpSpMkLst>
            <pc:docMk/>
            <pc:sldMk cId="1252547121" sldId="2662"/>
            <ac:grpSpMk id="179" creationId="{AAC7D6C4-8FCF-4BA5-B536-3DFDAB2767D7}"/>
          </ac:grpSpMkLst>
        </pc:grpChg>
        <pc:graphicFrameChg chg="mod modGraphic">
          <ac:chgData name="Hur Jung" userId="763133add284fb2e" providerId="LiveId" clId="{63265192-7B44-45D3-A1BC-CD20A66879BE}" dt="2020-06-15T06:28:39.405" v="2943" actId="6549"/>
          <ac:graphicFrameMkLst>
            <pc:docMk/>
            <pc:sldMk cId="1252547121" sldId="2662"/>
            <ac:graphicFrameMk id="140" creationId="{4D4BEF14-4230-4520-989B-005621EDD1A9}"/>
          </ac:graphicFrameMkLst>
        </pc:graphicFrameChg>
        <pc:picChg chg="mod">
          <ac:chgData name="Hur Jung" userId="763133add284fb2e" providerId="LiveId" clId="{63265192-7B44-45D3-A1BC-CD20A66879BE}" dt="2020-06-15T06:24:14.156" v="2895" actId="1035"/>
          <ac:picMkLst>
            <pc:docMk/>
            <pc:sldMk cId="1252547121" sldId="2662"/>
            <ac:picMk id="64" creationId="{EE1B6652-A574-463D-BBD4-D918F7B3D3EA}"/>
          </ac:picMkLst>
        </pc:picChg>
        <pc:picChg chg="add mod">
          <ac:chgData name="Hur Jung" userId="763133add284fb2e" providerId="LiveId" clId="{63265192-7B44-45D3-A1BC-CD20A66879BE}" dt="2020-06-15T06:31:15.923" v="2975" actId="1036"/>
          <ac:picMkLst>
            <pc:docMk/>
            <pc:sldMk cId="1252547121" sldId="2662"/>
            <ac:picMk id="106" creationId="{B9D88CF5-CCAC-4D18-A6B5-34807087132F}"/>
          </ac:picMkLst>
        </pc:picChg>
        <pc:picChg chg="add del mod">
          <ac:chgData name="Hur Jung" userId="763133add284fb2e" providerId="LiveId" clId="{63265192-7B44-45D3-A1BC-CD20A66879BE}" dt="2020-06-15T06:21:27.167" v="2837" actId="478"/>
          <ac:picMkLst>
            <pc:docMk/>
            <pc:sldMk cId="1252547121" sldId="2662"/>
            <ac:picMk id="111" creationId="{0C825EA9-C663-4959-98EF-379C310ABC6A}"/>
          </ac:picMkLst>
        </pc:picChg>
        <pc:picChg chg="mod">
          <ac:chgData name="Hur Jung" userId="763133add284fb2e" providerId="LiveId" clId="{63265192-7B44-45D3-A1BC-CD20A66879BE}" dt="2020-06-15T06:21:58.542" v="2838"/>
          <ac:picMkLst>
            <pc:docMk/>
            <pc:sldMk cId="1252547121" sldId="2662"/>
            <ac:picMk id="125" creationId="{612DF6B5-65BF-4671-B830-DF753DE01F2A}"/>
          </ac:picMkLst>
        </pc:picChg>
        <pc:picChg chg="mod">
          <ac:chgData name="Hur Jung" userId="763133add284fb2e" providerId="LiveId" clId="{63265192-7B44-45D3-A1BC-CD20A66879BE}" dt="2020-06-15T06:24:14.156" v="2895" actId="1035"/>
          <ac:picMkLst>
            <pc:docMk/>
            <pc:sldMk cId="1252547121" sldId="2662"/>
            <ac:picMk id="136" creationId="{348479ED-8CB5-4A0E-B60A-AB1EDE99269A}"/>
          </ac:picMkLst>
        </pc:picChg>
        <pc:picChg chg="mod">
          <ac:chgData name="Hur Jung" userId="763133add284fb2e" providerId="LiveId" clId="{63265192-7B44-45D3-A1BC-CD20A66879BE}" dt="2020-06-15T06:23:12.689" v="2861" actId="1035"/>
          <ac:picMkLst>
            <pc:docMk/>
            <pc:sldMk cId="1252547121" sldId="2662"/>
            <ac:picMk id="147" creationId="{F2E318B2-E7BB-4393-BFA4-50D5CA2B1227}"/>
          </ac:picMkLst>
        </pc:picChg>
        <pc:picChg chg="mod">
          <ac:chgData name="Hur Jung" userId="763133add284fb2e" providerId="LiveId" clId="{63265192-7B44-45D3-A1BC-CD20A66879BE}" dt="2020-06-15T06:23:52.581" v="2886" actId="1036"/>
          <ac:picMkLst>
            <pc:docMk/>
            <pc:sldMk cId="1252547121" sldId="2662"/>
            <ac:picMk id="162" creationId="{5BBB0576-76D0-447C-BBE3-1FE126039AF3}"/>
          </ac:picMkLst>
        </pc:picChg>
        <pc:picChg chg="mod">
          <ac:chgData name="Hur Jung" userId="763133add284fb2e" providerId="LiveId" clId="{63265192-7B44-45D3-A1BC-CD20A66879BE}" dt="2020-06-22T05:20:17.848" v="6063"/>
          <ac:picMkLst>
            <pc:docMk/>
            <pc:sldMk cId="1252547121" sldId="2662"/>
            <ac:picMk id="172" creationId="{23F79980-C444-4FEF-BB65-B7B0B156A52E}"/>
          </ac:picMkLst>
        </pc:picChg>
        <pc:picChg chg="mod">
          <ac:chgData name="Hur Jung" userId="763133add284fb2e" providerId="LiveId" clId="{63265192-7B44-45D3-A1BC-CD20A66879BE}" dt="2020-06-22T05:20:17.848" v="6063"/>
          <ac:picMkLst>
            <pc:docMk/>
            <pc:sldMk cId="1252547121" sldId="2662"/>
            <ac:picMk id="175" creationId="{8C57E938-96A6-4AB7-B8F5-4DCA47A13499}"/>
          </ac:picMkLst>
        </pc:picChg>
        <pc:picChg chg="mod">
          <ac:chgData name="Hur Jung" userId="763133add284fb2e" providerId="LiveId" clId="{63265192-7B44-45D3-A1BC-CD20A66879BE}" dt="2020-06-27T01:40:55.027" v="7408"/>
          <ac:picMkLst>
            <pc:docMk/>
            <pc:sldMk cId="1252547121" sldId="2662"/>
            <ac:picMk id="181" creationId="{0DC6832F-11BE-48A1-9316-1B3486F2C78F}"/>
          </ac:picMkLst>
        </pc:picChg>
      </pc:sldChg>
      <pc:sldChg chg="addSp delSp modSp mod">
        <pc:chgData name="Hur Jung" userId="763133add284fb2e" providerId="LiveId" clId="{63265192-7B44-45D3-A1BC-CD20A66879BE}" dt="2020-06-27T23:41:19.819" v="9642" actId="478"/>
        <pc:sldMkLst>
          <pc:docMk/>
          <pc:sldMk cId="2761035935" sldId="2664"/>
        </pc:sldMkLst>
        <pc:spChg chg="mod">
          <ac:chgData name="Hur Jung" userId="763133add284fb2e" providerId="LiveId" clId="{63265192-7B44-45D3-A1BC-CD20A66879BE}" dt="2020-06-13T09:49:00.609" v="797" actId="20577"/>
          <ac:spMkLst>
            <pc:docMk/>
            <pc:sldMk cId="2761035935" sldId="2664"/>
            <ac:spMk id="2" creationId="{7BD81DA4-00B3-4972-8588-E928EC125314}"/>
          </ac:spMkLst>
        </pc:spChg>
        <pc:spChg chg="add del mod">
          <ac:chgData name="Hur Jung" userId="763133add284fb2e" providerId="LiveId" clId="{63265192-7B44-45D3-A1BC-CD20A66879BE}" dt="2020-06-27T06:26:58.731" v="7709" actId="478"/>
          <ac:spMkLst>
            <pc:docMk/>
            <pc:sldMk cId="2761035935" sldId="2664"/>
            <ac:spMk id="9" creationId="{7C5ECC85-9E02-4136-BE08-D7BA7F591F7E}"/>
          </ac:spMkLst>
        </pc:spChg>
        <pc:spChg chg="add mod">
          <ac:chgData name="Hur Jung" userId="763133add284fb2e" providerId="LiveId" clId="{63265192-7B44-45D3-A1BC-CD20A66879BE}" dt="2020-06-27T06:27:44.185" v="7756" actId="164"/>
          <ac:spMkLst>
            <pc:docMk/>
            <pc:sldMk cId="2761035935" sldId="2664"/>
            <ac:spMk id="10" creationId="{385EC008-BE81-4FE3-95C6-3035E0EE93B0}"/>
          </ac:spMkLst>
        </pc:spChg>
        <pc:spChg chg="mod">
          <ac:chgData name="Hur Jung" userId="763133add284fb2e" providerId="LiveId" clId="{63265192-7B44-45D3-A1BC-CD20A66879BE}" dt="2020-06-13T09:48:05.121" v="760" actId="20577"/>
          <ac:spMkLst>
            <pc:docMk/>
            <pc:sldMk cId="2761035935" sldId="2664"/>
            <ac:spMk id="57" creationId="{D8DFF47E-8529-464D-9FDD-DC1CDAC77092}"/>
          </ac:spMkLst>
        </pc:spChg>
        <pc:spChg chg="add mod">
          <ac:chgData name="Hur Jung" userId="763133add284fb2e" providerId="LiveId" clId="{63265192-7B44-45D3-A1BC-CD20A66879BE}" dt="2020-06-13T09:46:46.853" v="757"/>
          <ac:spMkLst>
            <pc:docMk/>
            <pc:sldMk cId="2761035935" sldId="2664"/>
            <ac:spMk id="59" creationId="{971CF7A9-4E4A-4B49-BAE0-6240C9CF9BC1}"/>
          </ac:spMkLst>
        </pc:spChg>
        <pc:spChg chg="add mod">
          <ac:chgData name="Hur Jung" userId="763133add284fb2e" providerId="LiveId" clId="{63265192-7B44-45D3-A1BC-CD20A66879BE}" dt="2020-06-13T09:45:53.406" v="746" actId="1037"/>
          <ac:spMkLst>
            <pc:docMk/>
            <pc:sldMk cId="2761035935" sldId="2664"/>
            <ac:spMk id="60" creationId="{4A6F1B5E-E206-4EEC-8266-1B9285714E4D}"/>
          </ac:spMkLst>
        </pc:spChg>
        <pc:spChg chg="mod">
          <ac:chgData name="Hur Jung" userId="763133add284fb2e" providerId="LiveId" clId="{63265192-7B44-45D3-A1BC-CD20A66879BE}" dt="2020-06-13T09:45:45.539" v="742"/>
          <ac:spMkLst>
            <pc:docMk/>
            <pc:sldMk cId="2761035935" sldId="2664"/>
            <ac:spMk id="62" creationId="{7612C22E-A69B-45F6-B3CD-3004FCF79388}"/>
          </ac:spMkLst>
        </pc:spChg>
        <pc:spChg chg="add mod">
          <ac:chgData name="Hur Jung" userId="763133add284fb2e" providerId="LiveId" clId="{63265192-7B44-45D3-A1BC-CD20A66879BE}" dt="2020-06-27T06:27:44.185" v="7756" actId="164"/>
          <ac:spMkLst>
            <pc:docMk/>
            <pc:sldMk cId="2761035935" sldId="2664"/>
            <ac:spMk id="64" creationId="{57D66CE3-DBBD-4C11-8C9A-9587598194AD}"/>
          </ac:spMkLst>
        </pc:spChg>
        <pc:spChg chg="mod">
          <ac:chgData name="Hur Jung" userId="763133add284fb2e" providerId="LiveId" clId="{63265192-7B44-45D3-A1BC-CD20A66879BE}" dt="2020-06-13T09:48:23.764" v="761" actId="14100"/>
          <ac:spMkLst>
            <pc:docMk/>
            <pc:sldMk cId="2761035935" sldId="2664"/>
            <ac:spMk id="109" creationId="{E5308935-DB2C-4598-9D7F-80A301EDFCB8}"/>
          </ac:spMkLst>
        </pc:spChg>
        <pc:spChg chg="ord">
          <ac:chgData name="Hur Jung" userId="763133add284fb2e" providerId="LiveId" clId="{63265192-7B44-45D3-A1BC-CD20A66879BE}" dt="2020-06-13T09:44:33.097" v="739" actId="166"/>
          <ac:spMkLst>
            <pc:docMk/>
            <pc:sldMk cId="2761035935" sldId="2664"/>
            <ac:spMk id="120" creationId="{E61981B8-AB12-4B31-870E-199E9E871E7C}"/>
          </ac:spMkLst>
        </pc:spChg>
        <pc:spChg chg="mod">
          <ac:chgData name="Hur Jung" userId="763133add284fb2e" providerId="LiveId" clId="{63265192-7B44-45D3-A1BC-CD20A66879BE}" dt="2020-06-13T09:44:58.293" v="740" actId="120"/>
          <ac:spMkLst>
            <pc:docMk/>
            <pc:sldMk cId="2761035935" sldId="2664"/>
            <ac:spMk id="124" creationId="{392CFFF6-E519-4DD0-99A3-6E13CCCF1AE8}"/>
          </ac:spMkLst>
        </pc:spChg>
        <pc:grpChg chg="add del mod">
          <ac:chgData name="Hur Jung" userId="763133add284fb2e" providerId="LiveId" clId="{63265192-7B44-45D3-A1BC-CD20A66879BE}" dt="2020-06-27T23:41:19.819" v="9642" actId="478"/>
          <ac:grpSpMkLst>
            <pc:docMk/>
            <pc:sldMk cId="2761035935" sldId="2664"/>
            <ac:grpSpMk id="13" creationId="{8341B9A6-2D7C-44EE-A360-E573B9309658}"/>
          </ac:grpSpMkLst>
        </pc:grpChg>
        <pc:grpChg chg="add mod">
          <ac:chgData name="Hur Jung" userId="763133add284fb2e" providerId="LiveId" clId="{63265192-7B44-45D3-A1BC-CD20A66879BE}" dt="2020-06-13T09:45:53.406" v="746" actId="1037"/>
          <ac:grpSpMkLst>
            <pc:docMk/>
            <pc:sldMk cId="2761035935" sldId="2664"/>
            <ac:grpSpMk id="56" creationId="{34ADF78E-E637-4C37-9731-4F33256F9B74}"/>
          </ac:grpSpMkLst>
        </pc:grpChg>
        <pc:grpChg chg="add mod">
          <ac:chgData name="Hur Jung" userId="763133add284fb2e" providerId="LiveId" clId="{63265192-7B44-45D3-A1BC-CD20A66879BE}" dt="2020-06-13T09:45:53.406" v="746" actId="1037"/>
          <ac:grpSpMkLst>
            <pc:docMk/>
            <pc:sldMk cId="2761035935" sldId="2664"/>
            <ac:grpSpMk id="61" creationId="{2C802494-DC56-421B-BC58-5690010A9103}"/>
          </ac:grpSpMkLst>
        </pc:grpChg>
        <pc:graphicFrameChg chg="add del mod">
          <ac:chgData name="Hur Jung" userId="763133add284fb2e" providerId="LiveId" clId="{63265192-7B44-45D3-A1BC-CD20A66879BE}" dt="2020-06-27T06:21:15.250" v="7524"/>
          <ac:graphicFrameMkLst>
            <pc:docMk/>
            <pc:sldMk cId="2761035935" sldId="2664"/>
            <ac:graphicFrameMk id="5" creationId="{ACC7E458-F464-462A-A8C8-892154992179}"/>
          </ac:graphicFrameMkLst>
        </pc:graphicFrameChg>
        <pc:graphicFrameChg chg="mod modGraphic">
          <ac:chgData name="Hur Jung" userId="763133add284fb2e" providerId="LiveId" clId="{63265192-7B44-45D3-A1BC-CD20A66879BE}" dt="2020-06-27T23:41:02.210" v="9639" actId="20577"/>
          <ac:graphicFrameMkLst>
            <pc:docMk/>
            <pc:sldMk cId="2761035935" sldId="2664"/>
            <ac:graphicFrameMk id="111" creationId="{1BBBFA5D-AB20-4801-9ED9-464E18D8D474}"/>
          </ac:graphicFrameMkLst>
        </pc:graphicFrameChg>
        <pc:picChg chg="mod">
          <ac:chgData name="Hur Jung" userId="763133add284fb2e" providerId="LiveId" clId="{63265192-7B44-45D3-A1BC-CD20A66879BE}" dt="2020-06-13T09:45:45.539" v="742"/>
          <ac:picMkLst>
            <pc:docMk/>
            <pc:sldMk cId="2761035935" sldId="2664"/>
            <ac:picMk id="58" creationId="{A75AD3FA-A0D9-4E02-9000-BC767EC21AD1}"/>
          </ac:picMkLst>
        </pc:picChg>
        <pc:picChg chg="mod">
          <ac:chgData name="Hur Jung" userId="763133add284fb2e" providerId="LiveId" clId="{63265192-7B44-45D3-A1BC-CD20A66879BE}" dt="2020-06-13T09:45:45.539" v="742"/>
          <ac:picMkLst>
            <pc:docMk/>
            <pc:sldMk cId="2761035935" sldId="2664"/>
            <ac:picMk id="63" creationId="{84F373C2-1B33-40CC-B9A4-3B8286C2C697}"/>
          </ac:picMkLst>
        </pc:picChg>
      </pc:sldChg>
      <pc:sldChg chg="addSp delSp modSp mod">
        <pc:chgData name="Hur Jung" userId="763133add284fb2e" providerId="LiveId" clId="{63265192-7B44-45D3-A1BC-CD20A66879BE}" dt="2020-06-15T07:50:22.353" v="3069" actId="14100"/>
        <pc:sldMkLst>
          <pc:docMk/>
          <pc:sldMk cId="1370514951" sldId="2665"/>
        </pc:sldMkLst>
        <pc:spChg chg="add del mod">
          <ac:chgData name="Hur Jung" userId="763133add284fb2e" providerId="LiveId" clId="{63265192-7B44-45D3-A1BC-CD20A66879BE}" dt="2020-06-15T07:50:22.353" v="3069" actId="14100"/>
          <ac:spMkLst>
            <pc:docMk/>
            <pc:sldMk cId="1370514951" sldId="2665"/>
            <ac:spMk id="13" creationId="{F5E13BE0-8B3C-4A6F-803B-969008375562}"/>
          </ac:spMkLst>
        </pc:spChg>
      </pc:sldChg>
      <pc:sldChg chg="modSp mod">
        <pc:chgData name="Hur Jung" userId="763133add284fb2e" providerId="LiveId" clId="{63265192-7B44-45D3-A1BC-CD20A66879BE}" dt="2020-06-15T07:50:31.332" v="3070" actId="1076"/>
        <pc:sldMkLst>
          <pc:docMk/>
          <pc:sldMk cId="904740178" sldId="2666"/>
        </pc:sldMkLst>
        <pc:spChg chg="mod">
          <ac:chgData name="Hur Jung" userId="763133add284fb2e" providerId="LiveId" clId="{63265192-7B44-45D3-A1BC-CD20A66879BE}" dt="2020-06-15T07:50:31.332" v="3070" actId="1076"/>
          <ac:spMkLst>
            <pc:docMk/>
            <pc:sldMk cId="904740178" sldId="2666"/>
            <ac:spMk id="13" creationId="{4A2BA0DA-10E7-4F7D-895E-D0008601C60C}"/>
          </ac:spMkLst>
        </pc:spChg>
      </pc:sldChg>
      <pc:sldChg chg="addSp delSp modSp mod">
        <pc:chgData name="Hur Jung" userId="763133add284fb2e" providerId="LiveId" clId="{63265192-7B44-45D3-A1BC-CD20A66879BE}" dt="2020-06-27T23:44:32.765" v="9690" actId="1038"/>
        <pc:sldMkLst>
          <pc:docMk/>
          <pc:sldMk cId="2845875645" sldId="2668"/>
        </pc:sldMkLst>
        <pc:spChg chg="mod">
          <ac:chgData name="Hur Jung" userId="763133add284fb2e" providerId="LiveId" clId="{63265192-7B44-45D3-A1BC-CD20A66879BE}" dt="2020-06-27T08:22:42.199" v="9138" actId="20577"/>
          <ac:spMkLst>
            <pc:docMk/>
            <pc:sldMk cId="2845875645" sldId="2668"/>
            <ac:spMk id="2" creationId="{7BD81DA4-00B3-4972-8588-E928EC125314}"/>
          </ac:spMkLst>
        </pc:spChg>
        <pc:spChg chg="add del mod">
          <ac:chgData name="Hur Jung" userId="763133add284fb2e" providerId="LiveId" clId="{63265192-7B44-45D3-A1BC-CD20A66879BE}" dt="2020-06-27T08:16:18.392" v="9021" actId="478"/>
          <ac:spMkLst>
            <pc:docMk/>
            <pc:sldMk cId="2845875645" sldId="2668"/>
            <ac:spMk id="5" creationId="{76CC3D6A-F19D-46BD-901C-11D9BC828048}"/>
          </ac:spMkLst>
        </pc:spChg>
        <pc:spChg chg="del">
          <ac:chgData name="Hur Jung" userId="763133add284fb2e" providerId="LiveId" clId="{63265192-7B44-45D3-A1BC-CD20A66879BE}" dt="2020-06-27T08:14:36.940" v="9007" actId="21"/>
          <ac:spMkLst>
            <pc:docMk/>
            <pc:sldMk cId="2845875645" sldId="2668"/>
            <ac:spMk id="36" creationId="{8307E58D-0052-4FD5-B538-8C4FE196C4EE}"/>
          </ac:spMkLst>
        </pc:spChg>
        <pc:spChg chg="mod">
          <ac:chgData name="Hur Jung" userId="763133add284fb2e" providerId="LiveId" clId="{63265192-7B44-45D3-A1BC-CD20A66879BE}" dt="2020-06-27T23:44:18.465" v="9669" actId="20577"/>
          <ac:spMkLst>
            <pc:docMk/>
            <pc:sldMk cId="2845875645" sldId="2668"/>
            <ac:spMk id="54" creationId="{AC99F8EB-AF9C-4D97-BD65-18897D5D6D75}"/>
          </ac:spMkLst>
        </pc:spChg>
        <pc:spChg chg="mod">
          <ac:chgData name="Hur Jung" userId="763133add284fb2e" providerId="LiveId" clId="{63265192-7B44-45D3-A1BC-CD20A66879BE}" dt="2020-06-27T23:44:28.509" v="9688" actId="1037"/>
          <ac:spMkLst>
            <pc:docMk/>
            <pc:sldMk cId="2845875645" sldId="2668"/>
            <ac:spMk id="56" creationId="{F6321662-A887-42A6-AA13-8CB2D06A3537}"/>
          </ac:spMkLst>
        </pc:spChg>
        <pc:spChg chg="mod">
          <ac:chgData name="Hur Jung" userId="763133add284fb2e" providerId="LiveId" clId="{63265192-7B44-45D3-A1BC-CD20A66879BE}" dt="2020-06-27T08:21:11.548" v="9107"/>
          <ac:spMkLst>
            <pc:docMk/>
            <pc:sldMk cId="2845875645" sldId="2668"/>
            <ac:spMk id="66" creationId="{7B3D1C44-5FFD-4E16-9280-3ACA083BA162}"/>
          </ac:spMkLst>
        </pc:spChg>
        <pc:spChg chg="mod">
          <ac:chgData name="Hur Jung" userId="763133add284fb2e" providerId="LiveId" clId="{63265192-7B44-45D3-A1BC-CD20A66879BE}" dt="2020-06-27T08:21:08.352" v="9104"/>
          <ac:spMkLst>
            <pc:docMk/>
            <pc:sldMk cId="2845875645" sldId="2668"/>
            <ac:spMk id="70" creationId="{74F2F22D-5712-4441-A1BA-3939E2CAC9B3}"/>
          </ac:spMkLst>
        </pc:spChg>
        <pc:spChg chg="del">
          <ac:chgData name="Hur Jung" userId="763133add284fb2e" providerId="LiveId" clId="{63265192-7B44-45D3-A1BC-CD20A66879BE}" dt="2020-06-27T08:20:50.500" v="9058" actId="478"/>
          <ac:spMkLst>
            <pc:docMk/>
            <pc:sldMk cId="2845875645" sldId="2668"/>
            <ac:spMk id="77" creationId="{835A7512-9940-4635-824E-C21E8DA85EEB}"/>
          </ac:spMkLst>
        </pc:spChg>
        <pc:spChg chg="add mod">
          <ac:chgData name="Hur Jung" userId="763133add284fb2e" providerId="LiveId" clId="{63265192-7B44-45D3-A1BC-CD20A66879BE}" dt="2020-06-27T08:14:37.370" v="9008"/>
          <ac:spMkLst>
            <pc:docMk/>
            <pc:sldMk cId="2845875645" sldId="2668"/>
            <ac:spMk id="81" creationId="{1F492072-A5BA-4EB7-A561-8D79E5620E5C}"/>
          </ac:spMkLst>
        </pc:spChg>
        <pc:spChg chg="add del mod">
          <ac:chgData name="Hur Jung" userId="763133add284fb2e" providerId="LiveId" clId="{63265192-7B44-45D3-A1BC-CD20A66879BE}" dt="2020-06-27T08:15:03.871" v="9010"/>
          <ac:spMkLst>
            <pc:docMk/>
            <pc:sldMk cId="2845875645" sldId="2668"/>
            <ac:spMk id="82" creationId="{7953988A-AC13-440B-BDCE-658108EF07F6}"/>
          </ac:spMkLst>
        </pc:spChg>
        <pc:grpChg chg="mod">
          <ac:chgData name="Hur Jung" userId="763133add284fb2e" providerId="LiveId" clId="{63265192-7B44-45D3-A1BC-CD20A66879BE}" dt="2020-06-27T08:21:00.982" v="9101" actId="1038"/>
          <ac:grpSpMkLst>
            <pc:docMk/>
            <pc:sldMk cId="2845875645" sldId="2668"/>
            <ac:grpSpMk id="67" creationId="{522C84B8-80FA-4FD1-83EF-DBEFE0E9898F}"/>
          </ac:grpSpMkLst>
        </pc:grpChg>
        <pc:grpChg chg="mod">
          <ac:chgData name="Hur Jung" userId="763133add284fb2e" providerId="LiveId" clId="{63265192-7B44-45D3-A1BC-CD20A66879BE}" dt="2020-06-27T08:21:00.982" v="9101" actId="1038"/>
          <ac:grpSpMkLst>
            <pc:docMk/>
            <pc:sldMk cId="2845875645" sldId="2668"/>
            <ac:grpSpMk id="72" creationId="{86426078-E0D9-4081-86B4-5F9996111F2B}"/>
          </ac:grpSpMkLst>
        </pc:grpChg>
        <pc:grpChg chg="del">
          <ac:chgData name="Hur Jung" userId="763133add284fb2e" providerId="LiveId" clId="{63265192-7B44-45D3-A1BC-CD20A66879BE}" dt="2020-06-27T08:20:50.500" v="9058" actId="478"/>
          <ac:grpSpMkLst>
            <pc:docMk/>
            <pc:sldMk cId="2845875645" sldId="2668"/>
            <ac:grpSpMk id="78" creationId="{6D47C402-B6EE-479A-9401-BA0BE25AB836}"/>
          </ac:grpSpMkLst>
        </pc:grpChg>
        <pc:graphicFrameChg chg="mod modGraphic">
          <ac:chgData name="Hur Jung" userId="763133add284fb2e" providerId="LiveId" clId="{63265192-7B44-45D3-A1BC-CD20A66879BE}" dt="2020-06-27T08:22:34.166" v="9137" actId="20577"/>
          <ac:graphicFrameMkLst>
            <pc:docMk/>
            <pc:sldMk cId="2845875645" sldId="2668"/>
            <ac:graphicFrameMk id="30" creationId="{7940A54B-7DA3-44CD-8736-C56612BC9BB7}"/>
          </ac:graphicFrameMkLst>
        </pc:graphicFrameChg>
        <pc:graphicFrameChg chg="add del mod modGraphic">
          <ac:chgData name="Hur Jung" userId="763133add284fb2e" providerId="LiveId" clId="{63265192-7B44-45D3-A1BC-CD20A66879BE}" dt="2020-06-27T08:14:19.668" v="9006" actId="478"/>
          <ac:graphicFrameMkLst>
            <pc:docMk/>
            <pc:sldMk cId="2845875645" sldId="2668"/>
            <ac:graphicFrameMk id="53" creationId="{78AD6EE3-43E2-4DB2-A209-AF92C6E27DCE}"/>
          </ac:graphicFrameMkLst>
        </pc:graphicFrameChg>
        <pc:picChg chg="mod">
          <ac:chgData name="Hur Jung" userId="763133add284fb2e" providerId="LiveId" clId="{63265192-7B44-45D3-A1BC-CD20A66879BE}" dt="2020-06-27T08:22:53.958" v="9152" actId="1036"/>
          <ac:picMkLst>
            <pc:docMk/>
            <pc:sldMk cId="2845875645" sldId="2668"/>
            <ac:picMk id="52" creationId="{EE6E03F4-0C95-4295-BE03-EE81384437E1}"/>
          </ac:picMkLst>
        </pc:picChg>
        <pc:picChg chg="add del mod">
          <ac:chgData name="Hur Jung" userId="763133add284fb2e" providerId="LiveId" clId="{63265192-7B44-45D3-A1BC-CD20A66879BE}" dt="2020-06-27T23:44:21.105" v="9670" actId="478"/>
          <ac:picMkLst>
            <pc:docMk/>
            <pc:sldMk cId="2845875645" sldId="2668"/>
            <ac:picMk id="55" creationId="{9E2E9144-CB99-43CF-999B-7D937E1E80EE}"/>
          </ac:picMkLst>
        </pc:picChg>
        <pc:picChg chg="mod">
          <ac:chgData name="Hur Jung" userId="763133add284fb2e" providerId="LiveId" clId="{63265192-7B44-45D3-A1BC-CD20A66879BE}" dt="2020-06-27T23:44:32.765" v="9690" actId="1038"/>
          <ac:picMkLst>
            <pc:docMk/>
            <pc:sldMk cId="2845875645" sldId="2668"/>
            <ac:picMk id="95" creationId="{6C1DBEDB-61BE-4321-8D7D-AB351DC845C2}"/>
          </ac:picMkLst>
        </pc:picChg>
      </pc:sldChg>
      <pc:sldChg chg="addSp delSp modSp mod">
        <pc:chgData name="Hur Jung" userId="763133add284fb2e" providerId="LiveId" clId="{63265192-7B44-45D3-A1BC-CD20A66879BE}" dt="2020-06-27T23:54:19.288" v="9919" actId="13926"/>
        <pc:sldMkLst>
          <pc:docMk/>
          <pc:sldMk cId="506765869" sldId="2669"/>
        </pc:sldMkLst>
        <pc:spChg chg="mod">
          <ac:chgData name="Hur Jung" userId="763133add284fb2e" providerId="LiveId" clId="{63265192-7B44-45D3-A1BC-CD20A66879BE}" dt="2020-06-27T23:54:19.288" v="9919" actId="13926"/>
          <ac:spMkLst>
            <pc:docMk/>
            <pc:sldMk cId="506765869" sldId="2669"/>
            <ac:spMk id="2" creationId="{7BD81DA4-00B3-4972-8588-E928EC125314}"/>
          </ac:spMkLst>
        </pc:spChg>
        <pc:spChg chg="mod">
          <ac:chgData name="Hur Jung" userId="763133add284fb2e" providerId="LiveId" clId="{63265192-7B44-45D3-A1BC-CD20A66879BE}" dt="2020-06-27T23:50:05.928" v="9760" actId="164"/>
          <ac:spMkLst>
            <pc:docMk/>
            <pc:sldMk cId="506765869" sldId="2669"/>
            <ac:spMk id="73" creationId="{E9DBBADB-2DD2-4485-941A-AB736643FD40}"/>
          </ac:spMkLst>
        </pc:spChg>
        <pc:spChg chg="add mod">
          <ac:chgData name="Hur Jung" userId="763133add284fb2e" providerId="LiveId" clId="{63265192-7B44-45D3-A1BC-CD20A66879BE}" dt="2020-06-27T07:01:03.452" v="7992" actId="1076"/>
          <ac:spMkLst>
            <pc:docMk/>
            <pc:sldMk cId="506765869" sldId="2669"/>
            <ac:spMk id="75" creationId="{899BAB50-5B83-4D69-8997-B1022E934535}"/>
          </ac:spMkLst>
        </pc:spChg>
        <pc:spChg chg="mod">
          <ac:chgData name="Hur Jung" userId="763133add284fb2e" providerId="LiveId" clId="{63265192-7B44-45D3-A1BC-CD20A66879BE}" dt="2020-06-27T23:50:18.600" v="9761" actId="164"/>
          <ac:spMkLst>
            <pc:docMk/>
            <pc:sldMk cId="506765869" sldId="2669"/>
            <ac:spMk id="76" creationId="{B53EFB88-93CA-4928-B402-AE0EB5416AC8}"/>
          </ac:spMkLst>
        </pc:spChg>
        <pc:spChg chg="mod">
          <ac:chgData name="Hur Jung" userId="763133add284fb2e" providerId="LiveId" clId="{63265192-7B44-45D3-A1BC-CD20A66879BE}" dt="2020-06-27T23:49:51.514" v="9757" actId="14100"/>
          <ac:spMkLst>
            <pc:docMk/>
            <pc:sldMk cId="506765869" sldId="2669"/>
            <ac:spMk id="77" creationId="{79527B27-4A7A-45F2-A29D-10210FC224B7}"/>
          </ac:spMkLst>
        </pc:spChg>
        <pc:spChg chg="mod">
          <ac:chgData name="Hur Jung" userId="763133add284fb2e" providerId="LiveId" clId="{63265192-7B44-45D3-A1BC-CD20A66879BE}" dt="2020-06-27T23:50:05.928" v="9760" actId="164"/>
          <ac:spMkLst>
            <pc:docMk/>
            <pc:sldMk cId="506765869" sldId="2669"/>
            <ac:spMk id="78" creationId="{59EF081B-B3C9-46D7-8C02-CBBF1171C648}"/>
          </ac:spMkLst>
        </pc:spChg>
        <pc:spChg chg="mod">
          <ac:chgData name="Hur Jung" userId="763133add284fb2e" providerId="LiveId" clId="{63265192-7B44-45D3-A1BC-CD20A66879BE}" dt="2020-06-27T23:50:18.600" v="9761" actId="164"/>
          <ac:spMkLst>
            <pc:docMk/>
            <pc:sldMk cId="506765869" sldId="2669"/>
            <ac:spMk id="79" creationId="{E5E9C7BD-14D3-47A2-8F11-88DFFE8712EA}"/>
          </ac:spMkLst>
        </pc:spChg>
        <pc:spChg chg="mod">
          <ac:chgData name="Hur Jung" userId="763133add284fb2e" providerId="LiveId" clId="{63265192-7B44-45D3-A1BC-CD20A66879BE}" dt="2020-06-27T23:49:55.673" v="9759" actId="1038"/>
          <ac:spMkLst>
            <pc:docMk/>
            <pc:sldMk cId="506765869" sldId="2669"/>
            <ac:spMk id="80" creationId="{B3B817A8-A14B-4D08-B3D4-36F9844B710E}"/>
          </ac:spMkLst>
        </pc:spChg>
        <pc:spChg chg="add del mod">
          <ac:chgData name="Hur Jung" userId="763133add284fb2e" providerId="LiveId" clId="{63265192-7B44-45D3-A1BC-CD20A66879BE}" dt="2020-06-27T23:51:37.057" v="9918" actId="478"/>
          <ac:spMkLst>
            <pc:docMk/>
            <pc:sldMk cId="506765869" sldId="2669"/>
            <ac:spMk id="97" creationId="{2A2483B4-69EB-491C-93EF-2C1FC667E5BF}"/>
          </ac:spMkLst>
        </pc:spChg>
        <pc:spChg chg="mod">
          <ac:chgData name="Hur Jung" userId="763133add284fb2e" providerId="LiveId" clId="{63265192-7B44-45D3-A1BC-CD20A66879BE}" dt="2020-06-27T23:49:26.968" v="9751" actId="14100"/>
          <ac:spMkLst>
            <pc:docMk/>
            <pc:sldMk cId="506765869" sldId="2669"/>
            <ac:spMk id="119" creationId="{4AF6EAFB-3558-452D-8314-3CA8022F0BD6}"/>
          </ac:spMkLst>
        </pc:spChg>
        <pc:grpChg chg="add mod">
          <ac:chgData name="Hur Jung" userId="763133add284fb2e" providerId="LiveId" clId="{63265192-7B44-45D3-A1BC-CD20A66879BE}" dt="2020-06-27T23:50:52.554" v="9870" actId="1037"/>
          <ac:grpSpMkLst>
            <pc:docMk/>
            <pc:sldMk cId="506765869" sldId="2669"/>
            <ac:grpSpMk id="7" creationId="{D758C89E-3320-4FB6-9553-206A3C39B6F4}"/>
          </ac:grpSpMkLst>
        </pc:grpChg>
        <pc:grpChg chg="add mod">
          <ac:chgData name="Hur Jung" userId="763133add284fb2e" providerId="LiveId" clId="{63265192-7B44-45D3-A1BC-CD20A66879BE}" dt="2020-06-27T23:51:02.342" v="9916" actId="1038"/>
          <ac:grpSpMkLst>
            <pc:docMk/>
            <pc:sldMk cId="506765869" sldId="2669"/>
            <ac:grpSpMk id="10" creationId="{BA814635-9C8F-4B74-B241-E7E4CF70BE53}"/>
          </ac:grpSpMkLst>
        </pc:grpChg>
        <pc:graphicFrameChg chg="add mod modGraphic">
          <ac:chgData name="Hur Jung" userId="763133add284fb2e" providerId="LiveId" clId="{63265192-7B44-45D3-A1BC-CD20A66879BE}" dt="2020-06-27T07:02:05.249" v="8038"/>
          <ac:graphicFrameMkLst>
            <pc:docMk/>
            <pc:sldMk cId="506765869" sldId="2669"/>
            <ac:graphicFrameMk id="74" creationId="{06DFCF28-76FA-47D5-B880-020F239AC77C}"/>
          </ac:graphicFrameMkLst>
        </pc:graphicFrameChg>
        <pc:graphicFrameChg chg="add del mod">
          <ac:chgData name="Hur Jung" userId="763133add284fb2e" providerId="LiveId" clId="{63265192-7B44-45D3-A1BC-CD20A66879BE}" dt="2020-06-15T08:42:53.693" v="3251" actId="478"/>
          <ac:graphicFrameMkLst>
            <pc:docMk/>
            <pc:sldMk cId="506765869" sldId="2669"/>
            <ac:graphicFrameMk id="74" creationId="{A00FFCCB-48C0-46EF-9A2B-AC4E116727C3}"/>
          </ac:graphicFrameMkLst>
        </pc:graphicFrameChg>
        <pc:graphicFrameChg chg="mod modGraphic">
          <ac:chgData name="Hur Jung" userId="763133add284fb2e" providerId="LiveId" clId="{63265192-7B44-45D3-A1BC-CD20A66879BE}" dt="2020-06-15T08:43:17.602" v="3263"/>
          <ac:graphicFrameMkLst>
            <pc:docMk/>
            <pc:sldMk cId="506765869" sldId="2669"/>
            <ac:graphicFrameMk id="83" creationId="{0D640A64-0A3A-4189-A3C1-2BB4712A3499}"/>
          </ac:graphicFrameMkLst>
        </pc:graphicFrameChg>
        <pc:graphicFrameChg chg="add del mod modGraphic">
          <ac:chgData name="Hur Jung" userId="763133add284fb2e" providerId="LiveId" clId="{63265192-7B44-45D3-A1BC-CD20A66879BE}" dt="2020-06-27T23:51:32.197" v="9917" actId="478"/>
          <ac:graphicFrameMkLst>
            <pc:docMk/>
            <pc:sldMk cId="506765869" sldId="2669"/>
            <ac:graphicFrameMk id="88" creationId="{04092986-63F6-448C-8176-C5688B6391CE}"/>
          </ac:graphicFrameMkLst>
        </pc:graphicFrameChg>
        <pc:graphicFrameChg chg="mod modGraphic">
          <ac:chgData name="Hur Jung" userId="763133add284fb2e" providerId="LiveId" clId="{63265192-7B44-45D3-A1BC-CD20A66879BE}" dt="2020-06-15T08:45:23.136" v="3273" actId="20577"/>
          <ac:graphicFrameMkLst>
            <pc:docMk/>
            <pc:sldMk cId="506765869" sldId="2669"/>
            <ac:graphicFrameMk id="89" creationId="{4769D187-6F45-4505-8CAC-56D75DD1EBF4}"/>
          </ac:graphicFrameMkLst>
        </pc:graphicFrameChg>
      </pc:sldChg>
      <pc:sldChg chg="addSp delSp modSp mod">
        <pc:chgData name="Hur Jung" userId="763133add284fb2e" providerId="LiveId" clId="{63265192-7B44-45D3-A1BC-CD20A66879BE}" dt="2020-06-27T23:59:58.416" v="9940" actId="14100"/>
        <pc:sldMkLst>
          <pc:docMk/>
          <pc:sldMk cId="3726310665" sldId="2670"/>
        </pc:sldMkLst>
        <pc:spChg chg="mod">
          <ac:chgData name="Hur Jung" userId="763133add284fb2e" providerId="LiveId" clId="{63265192-7B44-45D3-A1BC-CD20A66879BE}" dt="2020-06-27T23:59:58.416" v="9940" actId="14100"/>
          <ac:spMkLst>
            <pc:docMk/>
            <pc:sldMk cId="3726310665" sldId="2670"/>
            <ac:spMk id="45" creationId="{25453F01-B351-42FF-8B1E-B10207D0B091}"/>
          </ac:spMkLst>
        </pc:spChg>
        <pc:spChg chg="mod">
          <ac:chgData name="Hur Jung" userId="763133add284fb2e" providerId="LiveId" clId="{63265192-7B44-45D3-A1BC-CD20A66879BE}" dt="2020-06-15T09:05:54.047" v="3404" actId="20577"/>
          <ac:spMkLst>
            <pc:docMk/>
            <pc:sldMk cId="3726310665" sldId="2670"/>
            <ac:spMk id="56" creationId="{8B9E0643-28D6-4FDC-9A9A-02C6FD83AD24}"/>
          </ac:spMkLst>
        </pc:spChg>
        <pc:graphicFrameChg chg="mod modGraphic">
          <ac:chgData name="Hur Jung" userId="763133add284fb2e" providerId="LiveId" clId="{63265192-7B44-45D3-A1BC-CD20A66879BE}" dt="2020-06-27T23:58:06.827" v="9939" actId="13926"/>
          <ac:graphicFrameMkLst>
            <pc:docMk/>
            <pc:sldMk cId="3726310665" sldId="2670"/>
            <ac:graphicFrameMk id="39" creationId="{B7A5E19C-DAAC-447F-B710-0E5372FAC4F7}"/>
          </ac:graphicFrameMkLst>
        </pc:graphicFrameChg>
        <pc:picChg chg="add mod">
          <ac:chgData name="Hur Jung" userId="763133add284fb2e" providerId="LiveId" clId="{63265192-7B44-45D3-A1BC-CD20A66879BE}" dt="2020-06-15T09:03:17.952" v="3381" actId="1076"/>
          <ac:picMkLst>
            <pc:docMk/>
            <pc:sldMk cId="3726310665" sldId="2670"/>
            <ac:picMk id="6" creationId="{7F67B215-F5F0-4CC1-823E-064AA5026542}"/>
          </ac:picMkLst>
        </pc:picChg>
        <pc:picChg chg="add del mod">
          <ac:chgData name="Hur Jung" userId="763133add284fb2e" providerId="LiveId" clId="{63265192-7B44-45D3-A1BC-CD20A66879BE}" dt="2020-06-15T09:02:35.676" v="3370" actId="21"/>
          <ac:picMkLst>
            <pc:docMk/>
            <pc:sldMk cId="3726310665" sldId="2670"/>
            <ac:picMk id="6146" creationId="{1E45920D-799D-426F-8999-AD9074A0780E}"/>
          </ac:picMkLst>
        </pc:picChg>
      </pc:sldChg>
      <pc:sldChg chg="addSp modSp mod ord">
        <pc:chgData name="Hur Jung" userId="763133add284fb2e" providerId="LiveId" clId="{63265192-7B44-45D3-A1BC-CD20A66879BE}" dt="2020-06-28T00:29:31.204" v="10109"/>
        <pc:sldMkLst>
          <pc:docMk/>
          <pc:sldMk cId="3520234341" sldId="2671"/>
        </pc:sldMkLst>
        <pc:spChg chg="mod">
          <ac:chgData name="Hur Jung" userId="763133add284fb2e" providerId="LiveId" clId="{63265192-7B44-45D3-A1BC-CD20A66879BE}" dt="2020-06-15T09:39:22.730" v="3642"/>
          <ac:spMkLst>
            <pc:docMk/>
            <pc:sldMk cId="3520234341" sldId="2671"/>
            <ac:spMk id="50" creationId="{86EC0C8E-A9E8-4B9C-81D5-C3A5082CAFFF}"/>
          </ac:spMkLst>
        </pc:spChg>
        <pc:grpChg chg="add mod">
          <ac:chgData name="Hur Jung" userId="763133add284fb2e" providerId="LiveId" clId="{63265192-7B44-45D3-A1BC-CD20A66879BE}" dt="2020-06-15T09:39:22.730" v="3642"/>
          <ac:grpSpMkLst>
            <pc:docMk/>
            <pc:sldMk cId="3520234341" sldId="2671"/>
            <ac:grpSpMk id="48" creationId="{0F70D8BC-5F66-4620-BB84-732820B65D3D}"/>
          </ac:grpSpMkLst>
        </pc:grpChg>
        <pc:graphicFrameChg chg="mod modGraphic">
          <ac:chgData name="Hur Jung" userId="763133add284fb2e" providerId="LiveId" clId="{63265192-7B44-45D3-A1BC-CD20A66879BE}" dt="2020-06-28T00:29:31.204" v="10109"/>
          <ac:graphicFrameMkLst>
            <pc:docMk/>
            <pc:sldMk cId="3520234341" sldId="2671"/>
            <ac:graphicFrameMk id="86" creationId="{EB83541F-9245-4A4B-B196-85F657DED936}"/>
          </ac:graphicFrameMkLst>
        </pc:graphicFrameChg>
        <pc:picChg chg="mod">
          <ac:chgData name="Hur Jung" userId="763133add284fb2e" providerId="LiveId" clId="{63265192-7B44-45D3-A1BC-CD20A66879BE}" dt="2020-06-15T09:39:22.730" v="3642"/>
          <ac:picMkLst>
            <pc:docMk/>
            <pc:sldMk cId="3520234341" sldId="2671"/>
            <ac:picMk id="49" creationId="{ED2D3186-D652-4860-8DB3-DD51B4A27D5F}"/>
          </ac:picMkLst>
        </pc:picChg>
      </pc:sldChg>
      <pc:sldChg chg="modSp mod">
        <pc:chgData name="Hur Jung" userId="763133add284fb2e" providerId="LiveId" clId="{63265192-7B44-45D3-A1BC-CD20A66879BE}" dt="2020-06-28T00:29:31.204" v="10109"/>
        <pc:sldMkLst>
          <pc:docMk/>
          <pc:sldMk cId="3598771727" sldId="2672"/>
        </pc:sldMkLst>
        <pc:spChg chg="mod">
          <ac:chgData name="Hur Jung" userId="763133add284fb2e" providerId="LiveId" clId="{63265192-7B44-45D3-A1BC-CD20A66879BE}" dt="2020-06-15T11:29:42.226" v="4331" actId="20577"/>
          <ac:spMkLst>
            <pc:docMk/>
            <pc:sldMk cId="3598771727" sldId="2672"/>
            <ac:spMk id="2" creationId="{7BD81DA4-00B3-4972-8588-E928EC125314}"/>
          </ac:spMkLst>
        </pc:spChg>
        <pc:graphicFrameChg chg="mod modGraphic">
          <ac:chgData name="Hur Jung" userId="763133add284fb2e" providerId="LiveId" clId="{63265192-7B44-45D3-A1BC-CD20A66879BE}" dt="2020-06-28T00:29:31.204" v="10109"/>
          <ac:graphicFrameMkLst>
            <pc:docMk/>
            <pc:sldMk cId="3598771727" sldId="2672"/>
            <ac:graphicFrameMk id="49" creationId="{6917ECDA-73D2-4CD7-A474-3B01EB8F88EC}"/>
          </ac:graphicFrameMkLst>
        </pc:graphicFrameChg>
        <pc:graphicFrameChg chg="mod modGraphic">
          <ac:chgData name="Hur Jung" userId="763133add284fb2e" providerId="LiveId" clId="{63265192-7B44-45D3-A1BC-CD20A66879BE}" dt="2020-06-28T00:29:31.204" v="10109"/>
          <ac:graphicFrameMkLst>
            <pc:docMk/>
            <pc:sldMk cId="3598771727" sldId="2672"/>
            <ac:graphicFrameMk id="50" creationId="{4FC01C28-D3B2-419C-A3E5-3CEC2C87D226}"/>
          </ac:graphicFrameMkLst>
        </pc:graphicFrameChg>
      </pc:sldChg>
      <pc:sldChg chg="modSp mod">
        <pc:chgData name="Hur Jung" userId="763133add284fb2e" providerId="LiveId" clId="{63265192-7B44-45D3-A1BC-CD20A66879BE}" dt="2020-06-28T00:29:31.204" v="10109"/>
        <pc:sldMkLst>
          <pc:docMk/>
          <pc:sldMk cId="2510382693" sldId="2673"/>
        </pc:sldMkLst>
        <pc:graphicFrameChg chg="mod modGraphic">
          <ac:chgData name="Hur Jung" userId="763133add284fb2e" providerId="LiveId" clId="{63265192-7B44-45D3-A1BC-CD20A66879BE}" dt="2020-06-28T00:29:31.204" v="10109"/>
          <ac:graphicFrameMkLst>
            <pc:docMk/>
            <pc:sldMk cId="2510382693" sldId="2673"/>
            <ac:graphicFrameMk id="48" creationId="{2F91D06E-D09B-4994-9C20-660E13101348}"/>
          </ac:graphicFrameMkLst>
        </pc:graphicFrameChg>
      </pc:sldChg>
      <pc:sldChg chg="modSp mod">
        <pc:chgData name="Hur Jung" userId="763133add284fb2e" providerId="LiveId" clId="{63265192-7B44-45D3-A1BC-CD20A66879BE}" dt="2020-06-15T06:14:55.951" v="2799"/>
        <pc:sldMkLst>
          <pc:docMk/>
          <pc:sldMk cId="1893836064" sldId="2674"/>
        </pc:sldMkLst>
        <pc:spChg chg="mod">
          <ac:chgData name="Hur Jung" userId="763133add284fb2e" providerId="LiveId" clId="{63265192-7B44-45D3-A1BC-CD20A66879BE}" dt="2020-06-15T06:14:55.951" v="2799"/>
          <ac:spMkLst>
            <pc:docMk/>
            <pc:sldMk cId="1893836064" sldId="2674"/>
            <ac:spMk id="56" creationId="{5339B8D5-D929-4B68-A69F-F44F3108E9F9}"/>
          </ac:spMkLst>
        </pc:spChg>
      </pc:sldChg>
      <pc:sldChg chg="addSp delSp modSp mod">
        <pc:chgData name="Hur Jung" userId="763133add284fb2e" providerId="LiveId" clId="{63265192-7B44-45D3-A1BC-CD20A66879BE}" dt="2020-06-28T00:29:31.204" v="10109"/>
        <pc:sldMkLst>
          <pc:docMk/>
          <pc:sldMk cId="2849870801" sldId="2675"/>
        </pc:sldMkLst>
        <pc:spChg chg="add mod">
          <ac:chgData name="Hur Jung" userId="763133add284fb2e" providerId="LiveId" clId="{63265192-7B44-45D3-A1BC-CD20A66879BE}" dt="2020-06-24T00:35:27.999" v="7146"/>
          <ac:spMkLst>
            <pc:docMk/>
            <pc:sldMk cId="2849870801" sldId="2675"/>
            <ac:spMk id="58" creationId="{0C2FAC91-4E06-444A-8AFF-2EBE91938D70}"/>
          </ac:spMkLst>
        </pc:spChg>
        <pc:spChg chg="add mod">
          <ac:chgData name="Hur Jung" userId="763133add284fb2e" providerId="LiveId" clId="{63265192-7B44-45D3-A1BC-CD20A66879BE}" dt="2020-06-24T00:35:27.999" v="7146"/>
          <ac:spMkLst>
            <pc:docMk/>
            <pc:sldMk cId="2849870801" sldId="2675"/>
            <ac:spMk id="59" creationId="{B18EFEE5-24C6-45F3-A16A-AFBF799C1484}"/>
          </ac:spMkLst>
        </pc:spChg>
        <pc:spChg chg="add mod">
          <ac:chgData name="Hur Jung" userId="763133add284fb2e" providerId="LiveId" clId="{63265192-7B44-45D3-A1BC-CD20A66879BE}" dt="2020-06-24T00:35:27.999" v="7146"/>
          <ac:spMkLst>
            <pc:docMk/>
            <pc:sldMk cId="2849870801" sldId="2675"/>
            <ac:spMk id="60" creationId="{B2DCE69A-481C-448A-8599-485FA7D0D305}"/>
          </ac:spMkLst>
        </pc:spChg>
        <pc:spChg chg="add mod">
          <ac:chgData name="Hur Jung" userId="763133add284fb2e" providerId="LiveId" clId="{63265192-7B44-45D3-A1BC-CD20A66879BE}" dt="2020-06-24T00:35:27.999" v="7146"/>
          <ac:spMkLst>
            <pc:docMk/>
            <pc:sldMk cId="2849870801" sldId="2675"/>
            <ac:spMk id="62" creationId="{86DEA5B7-FF15-491A-B3C7-022A5BEF6BC1}"/>
          </ac:spMkLst>
        </pc:spChg>
        <pc:spChg chg="add mod">
          <ac:chgData name="Hur Jung" userId="763133add284fb2e" providerId="LiveId" clId="{63265192-7B44-45D3-A1BC-CD20A66879BE}" dt="2020-06-24T00:35:27.999" v="7146"/>
          <ac:spMkLst>
            <pc:docMk/>
            <pc:sldMk cId="2849870801" sldId="2675"/>
            <ac:spMk id="63" creationId="{CB0E83DB-BD1C-45A4-A079-295B911E7671}"/>
          </ac:spMkLst>
        </pc:spChg>
        <pc:spChg chg="mod">
          <ac:chgData name="Hur Jung" userId="763133add284fb2e" providerId="LiveId" clId="{63265192-7B44-45D3-A1BC-CD20A66879BE}" dt="2020-06-15T11:37:55.482" v="4459" actId="1076"/>
          <ac:spMkLst>
            <pc:docMk/>
            <pc:sldMk cId="2849870801" sldId="2675"/>
            <ac:spMk id="105" creationId="{F52C6679-F3A1-467A-BFC3-A5129136DC51}"/>
          </ac:spMkLst>
        </pc:spChg>
        <pc:grpChg chg="add mod">
          <ac:chgData name="Hur Jung" userId="763133add284fb2e" providerId="LiveId" clId="{63265192-7B44-45D3-A1BC-CD20A66879BE}" dt="2020-06-24T00:36:47.467" v="7165" actId="1076"/>
          <ac:grpSpMkLst>
            <pc:docMk/>
            <pc:sldMk cId="2849870801" sldId="2675"/>
            <ac:grpSpMk id="9" creationId="{C95D417F-5AF3-4219-A9CE-525B88870C7F}"/>
          </ac:grpSpMkLst>
        </pc:grpChg>
        <pc:grpChg chg="add mod">
          <ac:chgData name="Hur Jung" userId="763133add284fb2e" providerId="LiveId" clId="{63265192-7B44-45D3-A1BC-CD20A66879BE}" dt="2020-06-24T00:35:27.999" v="7146"/>
          <ac:grpSpMkLst>
            <pc:docMk/>
            <pc:sldMk cId="2849870801" sldId="2675"/>
            <ac:grpSpMk id="53" creationId="{81D105E3-9AD2-42A2-96C1-5474FC9166EF}"/>
          </ac:grpSpMkLst>
        </pc:grpChg>
        <pc:grpChg chg="add mod">
          <ac:chgData name="Hur Jung" userId="763133add284fb2e" providerId="LiveId" clId="{63265192-7B44-45D3-A1BC-CD20A66879BE}" dt="2020-06-24T00:35:27.999" v="7146"/>
          <ac:grpSpMkLst>
            <pc:docMk/>
            <pc:sldMk cId="2849870801" sldId="2675"/>
            <ac:grpSpMk id="56" creationId="{BA6973DC-4D40-4CE5-B8EF-E73408B8FFE3}"/>
          </ac:grpSpMkLst>
        </pc:grpChg>
        <pc:graphicFrameChg chg="mod modGraphic">
          <ac:chgData name="Hur Jung" userId="763133add284fb2e" providerId="LiveId" clId="{63265192-7B44-45D3-A1BC-CD20A66879BE}" dt="2020-06-28T00:29:31.204" v="10109"/>
          <ac:graphicFrameMkLst>
            <pc:docMk/>
            <pc:sldMk cId="2849870801" sldId="2675"/>
            <ac:graphicFrameMk id="52" creationId="{5B44D835-AF89-4F52-BD4A-50E71991DA63}"/>
          </ac:graphicFrameMkLst>
        </pc:graphicFrameChg>
        <pc:picChg chg="add del mod">
          <ac:chgData name="Hur Jung" userId="763133add284fb2e" providerId="LiveId" clId="{63265192-7B44-45D3-A1BC-CD20A66879BE}" dt="2020-06-24T00:34:43.427" v="7141" actId="478"/>
          <ac:picMkLst>
            <pc:docMk/>
            <pc:sldMk cId="2849870801" sldId="2675"/>
            <ac:picMk id="6" creationId="{4DA6781F-18BB-4553-A00C-08629D95A3EE}"/>
          </ac:picMkLst>
        </pc:picChg>
        <pc:picChg chg="add del mod">
          <ac:chgData name="Hur Jung" userId="763133add284fb2e" providerId="LiveId" clId="{63265192-7B44-45D3-A1BC-CD20A66879BE}" dt="2020-06-24T00:34:44.684" v="7142" actId="478"/>
          <ac:picMkLst>
            <pc:docMk/>
            <pc:sldMk cId="2849870801" sldId="2675"/>
            <ac:picMk id="7" creationId="{FD6E6AA3-F245-4BAF-8C48-8CC6DBB5D61C}"/>
          </ac:picMkLst>
        </pc:picChg>
        <pc:picChg chg="add mod">
          <ac:chgData name="Hur Jung" userId="763133add284fb2e" providerId="LiveId" clId="{63265192-7B44-45D3-A1BC-CD20A66879BE}" dt="2020-06-24T00:35:27.999" v="7146"/>
          <ac:picMkLst>
            <pc:docMk/>
            <pc:sldMk cId="2849870801" sldId="2675"/>
            <ac:picMk id="57" creationId="{F0F8A95E-6299-4A3C-8020-680EFD8AB845}"/>
          </ac:picMkLst>
        </pc:picChg>
        <pc:picChg chg="add mod">
          <ac:chgData name="Hur Jung" userId="763133add284fb2e" providerId="LiveId" clId="{63265192-7B44-45D3-A1BC-CD20A66879BE}" dt="2020-06-24T00:35:27.999" v="7146"/>
          <ac:picMkLst>
            <pc:docMk/>
            <pc:sldMk cId="2849870801" sldId="2675"/>
            <ac:picMk id="61" creationId="{35FD76B9-7192-47B8-8698-F2916C85092F}"/>
          </ac:picMkLst>
        </pc:picChg>
        <pc:picChg chg="add mod">
          <ac:chgData name="Hur Jung" userId="763133add284fb2e" providerId="LiveId" clId="{63265192-7B44-45D3-A1BC-CD20A66879BE}" dt="2020-06-24T00:36:35.285" v="7162" actId="164"/>
          <ac:picMkLst>
            <pc:docMk/>
            <pc:sldMk cId="2849870801" sldId="2675"/>
            <ac:picMk id="64" creationId="{46A7BB1A-6D45-43A6-9421-CEF6E32FA6B4}"/>
          </ac:picMkLst>
        </pc:picChg>
        <pc:picChg chg="add mod">
          <ac:chgData name="Hur Jung" userId="763133add284fb2e" providerId="LiveId" clId="{63265192-7B44-45D3-A1BC-CD20A66879BE}" dt="2020-06-24T00:36:35.285" v="7162" actId="164"/>
          <ac:picMkLst>
            <pc:docMk/>
            <pc:sldMk cId="2849870801" sldId="2675"/>
            <ac:picMk id="65" creationId="{59A0867A-8D25-4504-A7A3-0FB6ABB9DE78}"/>
          </ac:picMkLst>
        </pc:picChg>
      </pc:sldChg>
      <pc:sldChg chg="addSp delSp modSp mod">
        <pc:chgData name="Hur Jung" userId="763133add284fb2e" providerId="LiveId" clId="{63265192-7B44-45D3-A1BC-CD20A66879BE}" dt="2020-06-27T07:36:48.553" v="8381" actId="2711"/>
        <pc:sldMkLst>
          <pc:docMk/>
          <pc:sldMk cId="97039701" sldId="2676"/>
        </pc:sldMkLst>
        <pc:spChg chg="mod">
          <ac:chgData name="Hur Jung" userId="763133add284fb2e" providerId="LiveId" clId="{63265192-7B44-45D3-A1BC-CD20A66879BE}" dt="2020-06-15T12:24:03.247" v="5451"/>
          <ac:spMkLst>
            <pc:docMk/>
            <pc:sldMk cId="97039701" sldId="2676"/>
            <ac:spMk id="2" creationId="{7BD81DA4-00B3-4972-8588-E928EC125314}"/>
          </ac:spMkLst>
        </pc:spChg>
        <pc:spChg chg="mod">
          <ac:chgData name="Hur Jung" userId="763133add284fb2e" providerId="LiveId" clId="{63265192-7B44-45D3-A1BC-CD20A66879BE}" dt="2020-06-27T07:36:08.965" v="8379" actId="20577"/>
          <ac:spMkLst>
            <pc:docMk/>
            <pc:sldMk cId="97039701" sldId="2676"/>
            <ac:spMk id="6" creationId="{AA1D0B99-D3AD-40DD-B9B2-1CBDDEE036C5}"/>
          </ac:spMkLst>
        </pc:spChg>
        <pc:spChg chg="mod">
          <ac:chgData name="Hur Jung" userId="763133add284fb2e" providerId="LiveId" clId="{63265192-7B44-45D3-A1BC-CD20A66879BE}" dt="2020-06-27T07:28:41.571" v="8312" actId="12789"/>
          <ac:spMkLst>
            <pc:docMk/>
            <pc:sldMk cId="97039701" sldId="2676"/>
            <ac:spMk id="43" creationId="{ACAEDD3A-D623-492F-B4AE-4766E05BC84F}"/>
          </ac:spMkLst>
        </pc:spChg>
        <pc:spChg chg="mod">
          <ac:chgData name="Hur Jung" userId="763133add284fb2e" providerId="LiveId" clId="{63265192-7B44-45D3-A1BC-CD20A66879BE}" dt="2020-06-15T12:22:41.169" v="5405" actId="1035"/>
          <ac:spMkLst>
            <pc:docMk/>
            <pc:sldMk cId="97039701" sldId="2676"/>
            <ac:spMk id="44" creationId="{9DDA9C0F-E465-4F83-8F53-97907F74385A}"/>
          </ac:spMkLst>
        </pc:spChg>
        <pc:spChg chg="mod">
          <ac:chgData name="Hur Jung" userId="763133add284fb2e" providerId="LiveId" clId="{63265192-7B44-45D3-A1BC-CD20A66879BE}" dt="2020-06-15T12:22:41.169" v="5405" actId="1035"/>
          <ac:spMkLst>
            <pc:docMk/>
            <pc:sldMk cId="97039701" sldId="2676"/>
            <ac:spMk id="45" creationId="{F2D7B908-F9B2-4B9A-B239-0C66C90E69E0}"/>
          </ac:spMkLst>
        </pc:spChg>
        <pc:spChg chg="mod">
          <ac:chgData name="Hur Jung" userId="763133add284fb2e" providerId="LiveId" clId="{63265192-7B44-45D3-A1BC-CD20A66879BE}" dt="2020-06-15T12:23:28.990" v="5423"/>
          <ac:spMkLst>
            <pc:docMk/>
            <pc:sldMk cId="97039701" sldId="2676"/>
            <ac:spMk id="51" creationId="{59D70896-1F5D-47A7-8978-55CDD1900F8E}"/>
          </ac:spMkLst>
        </pc:spChg>
        <pc:spChg chg="add mod">
          <ac:chgData name="Hur Jung" userId="763133add284fb2e" providerId="LiveId" clId="{63265192-7B44-45D3-A1BC-CD20A66879BE}" dt="2020-06-27T07:28:41.571" v="8312" actId="12789"/>
          <ac:spMkLst>
            <pc:docMk/>
            <pc:sldMk cId="97039701" sldId="2676"/>
            <ac:spMk id="52" creationId="{26EACF6D-8416-4740-8383-7C31453EEFFD}"/>
          </ac:spMkLst>
        </pc:spChg>
        <pc:spChg chg="del">
          <ac:chgData name="Hur Jung" userId="763133add284fb2e" providerId="LiveId" clId="{63265192-7B44-45D3-A1BC-CD20A66879BE}" dt="2020-06-15T12:23:35.166" v="5425" actId="478"/>
          <ac:spMkLst>
            <pc:docMk/>
            <pc:sldMk cId="97039701" sldId="2676"/>
            <ac:spMk id="52" creationId="{ADB59915-FC45-469D-905E-182911FA8356}"/>
          </ac:spMkLst>
        </pc:spChg>
        <pc:spChg chg="add del">
          <ac:chgData name="Hur Jung" userId="763133add284fb2e" providerId="LiveId" clId="{63265192-7B44-45D3-A1BC-CD20A66879BE}" dt="2020-06-15T12:22:44.111" v="5411" actId="478"/>
          <ac:spMkLst>
            <pc:docMk/>
            <pc:sldMk cId="97039701" sldId="2676"/>
            <ac:spMk id="55" creationId="{EC52B038-4E93-4927-AA9A-1277E5399E77}"/>
          </ac:spMkLst>
        </pc:spChg>
        <pc:spChg chg="add del">
          <ac:chgData name="Hur Jung" userId="763133add284fb2e" providerId="LiveId" clId="{63265192-7B44-45D3-A1BC-CD20A66879BE}" dt="2020-06-15T12:22:44.111" v="5411" actId="478"/>
          <ac:spMkLst>
            <pc:docMk/>
            <pc:sldMk cId="97039701" sldId="2676"/>
            <ac:spMk id="56" creationId="{D361B367-DC90-4370-ABCE-893C4E313BC5}"/>
          </ac:spMkLst>
        </pc:spChg>
        <pc:spChg chg="mod">
          <ac:chgData name="Hur Jung" userId="763133add284fb2e" providerId="LiveId" clId="{63265192-7B44-45D3-A1BC-CD20A66879BE}" dt="2020-06-27T07:28:41.571" v="8312" actId="12789"/>
          <ac:spMkLst>
            <pc:docMk/>
            <pc:sldMk cId="97039701" sldId="2676"/>
            <ac:spMk id="61" creationId="{C5FED159-1D74-4CC4-9F01-E13EE3B3271F}"/>
          </ac:spMkLst>
        </pc:spChg>
        <pc:spChg chg="add mod">
          <ac:chgData name="Hur Jung" userId="763133add284fb2e" providerId="LiveId" clId="{63265192-7B44-45D3-A1BC-CD20A66879BE}" dt="2020-06-27T07:28:41.571" v="8312" actId="12789"/>
          <ac:spMkLst>
            <pc:docMk/>
            <pc:sldMk cId="97039701" sldId="2676"/>
            <ac:spMk id="62" creationId="{26627DF3-D2EF-4790-A2F0-3F6A07794C3B}"/>
          </ac:spMkLst>
        </pc:spChg>
        <pc:spChg chg="add mod">
          <ac:chgData name="Hur Jung" userId="763133add284fb2e" providerId="LiveId" clId="{63265192-7B44-45D3-A1BC-CD20A66879BE}" dt="2020-06-27T07:28:41.571" v="8312" actId="12789"/>
          <ac:spMkLst>
            <pc:docMk/>
            <pc:sldMk cId="97039701" sldId="2676"/>
            <ac:spMk id="63" creationId="{B889D738-3998-426C-92A2-1CDD004B6EA5}"/>
          </ac:spMkLst>
        </pc:spChg>
        <pc:spChg chg="add mod">
          <ac:chgData name="Hur Jung" userId="763133add284fb2e" providerId="LiveId" clId="{63265192-7B44-45D3-A1BC-CD20A66879BE}" dt="2020-06-27T07:28:41.571" v="8312" actId="12789"/>
          <ac:spMkLst>
            <pc:docMk/>
            <pc:sldMk cId="97039701" sldId="2676"/>
            <ac:spMk id="64" creationId="{590761DA-CA5E-4D7E-BBB8-16C888C1D760}"/>
          </ac:spMkLst>
        </pc:spChg>
        <pc:spChg chg="mod">
          <ac:chgData name="Hur Jung" userId="763133add284fb2e" providerId="LiveId" clId="{63265192-7B44-45D3-A1BC-CD20A66879BE}" dt="2020-06-15T12:22:41.169" v="5405" actId="1035"/>
          <ac:spMkLst>
            <pc:docMk/>
            <pc:sldMk cId="97039701" sldId="2676"/>
            <ac:spMk id="66" creationId="{EE9133DC-A69A-42CF-B4A5-9010EBDF24BC}"/>
          </ac:spMkLst>
        </pc:spChg>
        <pc:spChg chg="mod">
          <ac:chgData name="Hur Jung" userId="763133add284fb2e" providerId="LiveId" clId="{63265192-7B44-45D3-A1BC-CD20A66879BE}" dt="2020-06-15T12:22:41.169" v="5405" actId="1035"/>
          <ac:spMkLst>
            <pc:docMk/>
            <pc:sldMk cId="97039701" sldId="2676"/>
            <ac:spMk id="67" creationId="{9A40937F-5C72-4287-8F0E-85DF3170B585}"/>
          </ac:spMkLst>
        </pc:spChg>
        <pc:spChg chg="mod">
          <ac:chgData name="Hur Jung" userId="763133add284fb2e" providerId="LiveId" clId="{63265192-7B44-45D3-A1BC-CD20A66879BE}" dt="2020-06-15T12:22:41.169" v="5405" actId="1035"/>
          <ac:spMkLst>
            <pc:docMk/>
            <pc:sldMk cId="97039701" sldId="2676"/>
            <ac:spMk id="71" creationId="{3FA02ADF-CE96-4359-839E-C03F982259D3}"/>
          </ac:spMkLst>
        </pc:spChg>
        <pc:spChg chg="mod">
          <ac:chgData name="Hur Jung" userId="763133add284fb2e" providerId="LiveId" clId="{63265192-7B44-45D3-A1BC-CD20A66879BE}" dt="2020-06-15T12:22:41.169" v="5405" actId="1035"/>
          <ac:spMkLst>
            <pc:docMk/>
            <pc:sldMk cId="97039701" sldId="2676"/>
            <ac:spMk id="76" creationId="{C5A203CE-7677-493C-8630-DF73F5754F76}"/>
          </ac:spMkLst>
        </pc:spChg>
        <pc:spChg chg="mod">
          <ac:chgData name="Hur Jung" userId="763133add284fb2e" providerId="LiveId" clId="{63265192-7B44-45D3-A1BC-CD20A66879BE}" dt="2020-06-15T12:22:41.169" v="5405" actId="1035"/>
          <ac:spMkLst>
            <pc:docMk/>
            <pc:sldMk cId="97039701" sldId="2676"/>
            <ac:spMk id="77" creationId="{13567D05-92C4-4F21-8DAF-171C2124FBD0}"/>
          </ac:spMkLst>
        </pc:spChg>
        <pc:spChg chg="mod">
          <ac:chgData name="Hur Jung" userId="763133add284fb2e" providerId="LiveId" clId="{63265192-7B44-45D3-A1BC-CD20A66879BE}" dt="2020-06-15T12:22:41.169" v="5405" actId="1035"/>
          <ac:spMkLst>
            <pc:docMk/>
            <pc:sldMk cId="97039701" sldId="2676"/>
            <ac:spMk id="88" creationId="{CDBCCE97-042B-4698-81F7-9AC82F37C15D}"/>
          </ac:spMkLst>
        </pc:spChg>
        <pc:spChg chg="mod">
          <ac:chgData name="Hur Jung" userId="763133add284fb2e" providerId="LiveId" clId="{63265192-7B44-45D3-A1BC-CD20A66879BE}" dt="2020-06-27T07:27:10.968" v="8235" actId="1076"/>
          <ac:spMkLst>
            <pc:docMk/>
            <pc:sldMk cId="97039701" sldId="2676"/>
            <ac:spMk id="90" creationId="{A4EBE543-61C7-49C7-B42C-A0A75BA3B17B}"/>
          </ac:spMkLst>
        </pc:spChg>
        <pc:spChg chg="mod">
          <ac:chgData name="Hur Jung" userId="763133add284fb2e" providerId="LiveId" clId="{63265192-7B44-45D3-A1BC-CD20A66879BE}" dt="2020-06-27T07:28:41.571" v="8312" actId="12789"/>
          <ac:spMkLst>
            <pc:docMk/>
            <pc:sldMk cId="97039701" sldId="2676"/>
            <ac:spMk id="93" creationId="{817710BC-F5EF-4EB3-8B90-50C23BF4886E}"/>
          </ac:spMkLst>
        </pc:spChg>
        <pc:spChg chg="mod">
          <ac:chgData name="Hur Jung" userId="763133add284fb2e" providerId="LiveId" clId="{63265192-7B44-45D3-A1BC-CD20A66879BE}" dt="2020-06-27T07:28:41.571" v="8312" actId="12789"/>
          <ac:spMkLst>
            <pc:docMk/>
            <pc:sldMk cId="97039701" sldId="2676"/>
            <ac:spMk id="94" creationId="{7070D44B-4F30-48CE-B16D-2C6530B5D917}"/>
          </ac:spMkLst>
        </pc:spChg>
        <pc:spChg chg="mod">
          <ac:chgData name="Hur Jung" userId="763133add284fb2e" providerId="LiveId" clId="{63265192-7B44-45D3-A1BC-CD20A66879BE}" dt="2020-06-15T12:22:43.396" v="5410" actId="1036"/>
          <ac:spMkLst>
            <pc:docMk/>
            <pc:sldMk cId="97039701" sldId="2676"/>
            <ac:spMk id="96" creationId="{F7E6AEF3-CEC3-4AFD-B8AC-454F4510A170}"/>
          </ac:spMkLst>
        </pc:spChg>
        <pc:spChg chg="mod">
          <ac:chgData name="Hur Jung" userId="763133add284fb2e" providerId="LiveId" clId="{63265192-7B44-45D3-A1BC-CD20A66879BE}" dt="2020-06-27T07:28:41.571" v="8312" actId="12789"/>
          <ac:spMkLst>
            <pc:docMk/>
            <pc:sldMk cId="97039701" sldId="2676"/>
            <ac:spMk id="98" creationId="{709B6020-247F-4111-B149-A613DB5E0A14}"/>
          </ac:spMkLst>
        </pc:spChg>
        <pc:spChg chg="mod">
          <ac:chgData name="Hur Jung" userId="763133add284fb2e" providerId="LiveId" clId="{63265192-7B44-45D3-A1BC-CD20A66879BE}" dt="2020-06-15T12:22:45.041" v="5413"/>
          <ac:spMkLst>
            <pc:docMk/>
            <pc:sldMk cId="97039701" sldId="2676"/>
            <ac:spMk id="99" creationId="{E1DF3E47-B153-42E4-ADC8-92B1C1BFF8D5}"/>
          </ac:spMkLst>
        </pc:spChg>
        <pc:spChg chg="mod ord">
          <ac:chgData name="Hur Jung" userId="763133add284fb2e" providerId="LiveId" clId="{63265192-7B44-45D3-A1BC-CD20A66879BE}" dt="2020-06-27T07:28:41.571" v="8312" actId="12789"/>
          <ac:spMkLst>
            <pc:docMk/>
            <pc:sldMk cId="97039701" sldId="2676"/>
            <ac:spMk id="100" creationId="{F87E49CB-2B80-4952-A0D9-4C874B5618E6}"/>
          </ac:spMkLst>
        </pc:spChg>
        <pc:spChg chg="del mod">
          <ac:chgData name="Hur Jung" userId="763133add284fb2e" providerId="LiveId" clId="{63265192-7B44-45D3-A1BC-CD20A66879BE}" dt="2020-06-27T07:27:34.079" v="8293" actId="21"/>
          <ac:spMkLst>
            <pc:docMk/>
            <pc:sldMk cId="97039701" sldId="2676"/>
            <ac:spMk id="101" creationId="{F6C5D90E-149B-4B4E-A099-C6242F0103DB}"/>
          </ac:spMkLst>
        </pc:spChg>
        <pc:spChg chg="mod">
          <ac:chgData name="Hur Jung" userId="763133add284fb2e" providerId="LiveId" clId="{63265192-7B44-45D3-A1BC-CD20A66879BE}" dt="2020-06-27T07:28:41.571" v="8312" actId="12789"/>
          <ac:spMkLst>
            <pc:docMk/>
            <pc:sldMk cId="97039701" sldId="2676"/>
            <ac:spMk id="103" creationId="{42142FB1-9DA4-4A20-8ACD-A49218901A9F}"/>
          </ac:spMkLst>
        </pc:spChg>
        <pc:spChg chg="mod">
          <ac:chgData name="Hur Jung" userId="763133add284fb2e" providerId="LiveId" clId="{63265192-7B44-45D3-A1BC-CD20A66879BE}" dt="2020-06-15T12:22:41.169" v="5405" actId="1035"/>
          <ac:spMkLst>
            <pc:docMk/>
            <pc:sldMk cId="97039701" sldId="2676"/>
            <ac:spMk id="107" creationId="{E27E15CC-F341-4FCF-8056-A5896DA82015}"/>
          </ac:spMkLst>
        </pc:spChg>
        <pc:spChg chg="mod">
          <ac:chgData name="Hur Jung" userId="763133add284fb2e" providerId="LiveId" clId="{63265192-7B44-45D3-A1BC-CD20A66879BE}" dt="2020-06-15T12:22:41.169" v="5405" actId="1035"/>
          <ac:spMkLst>
            <pc:docMk/>
            <pc:sldMk cId="97039701" sldId="2676"/>
            <ac:spMk id="108" creationId="{C7AAEEF8-188D-4F06-A71A-412C920EE3DB}"/>
          </ac:spMkLst>
        </pc:spChg>
        <pc:grpChg chg="add mod ord">
          <ac:chgData name="Hur Jung" userId="763133add284fb2e" providerId="LiveId" clId="{63265192-7B44-45D3-A1BC-CD20A66879BE}" dt="2020-06-27T07:28:41.571" v="8312" actId="12789"/>
          <ac:grpSpMkLst>
            <pc:docMk/>
            <pc:sldMk cId="97039701" sldId="2676"/>
            <ac:grpSpMk id="50" creationId="{B9F40035-3C6A-41E5-A9F1-37292B7D11EA}"/>
          </ac:grpSpMkLst>
        </pc:grpChg>
        <pc:grpChg chg="mod">
          <ac:chgData name="Hur Jung" userId="763133add284fb2e" providerId="LiveId" clId="{63265192-7B44-45D3-A1BC-CD20A66879BE}" dt="2020-06-27T07:28:41.571" v="8312" actId="12789"/>
          <ac:grpSpMkLst>
            <pc:docMk/>
            <pc:sldMk cId="97039701" sldId="2676"/>
            <ac:grpSpMk id="58" creationId="{560BDFFF-BFB0-4055-BC3B-A76D882DEF37}"/>
          </ac:grpSpMkLst>
        </pc:grpChg>
        <pc:grpChg chg="mod">
          <ac:chgData name="Hur Jung" userId="763133add284fb2e" providerId="LiveId" clId="{63265192-7B44-45D3-A1BC-CD20A66879BE}" dt="2020-06-15T12:22:41.169" v="5405" actId="1035"/>
          <ac:grpSpMkLst>
            <pc:docMk/>
            <pc:sldMk cId="97039701" sldId="2676"/>
            <ac:grpSpMk id="113" creationId="{3F162F45-97DF-4AA6-ACD3-D3AC47B64782}"/>
          </ac:grpSpMkLst>
        </pc:grpChg>
        <pc:graphicFrameChg chg="mod">
          <ac:chgData name="Hur Jung" userId="763133add284fb2e" providerId="LiveId" clId="{63265192-7B44-45D3-A1BC-CD20A66879BE}" dt="2020-06-15T12:22:41.169" v="5405" actId="1035"/>
          <ac:graphicFrameMkLst>
            <pc:docMk/>
            <pc:sldMk cId="97039701" sldId="2676"/>
            <ac:graphicFrameMk id="74" creationId="{8363553A-8C85-495E-BFA0-1317221CFBC7}"/>
          </ac:graphicFrameMkLst>
        </pc:graphicFrameChg>
        <pc:graphicFrameChg chg="mod modGraphic">
          <ac:chgData name="Hur Jung" userId="763133add284fb2e" providerId="LiveId" clId="{63265192-7B44-45D3-A1BC-CD20A66879BE}" dt="2020-06-27T07:36:48.553" v="8381" actId="2711"/>
          <ac:graphicFrameMkLst>
            <pc:docMk/>
            <pc:sldMk cId="97039701" sldId="2676"/>
            <ac:graphicFrameMk id="109" creationId="{8D570C7A-7C0D-4AB4-AA03-C528551FDE46}"/>
          </ac:graphicFrameMkLst>
        </pc:graphicFrameChg>
        <pc:picChg chg="add del">
          <ac:chgData name="Hur Jung" userId="763133add284fb2e" providerId="LiveId" clId="{63265192-7B44-45D3-A1BC-CD20A66879BE}" dt="2020-06-15T12:22:44.111" v="5411" actId="478"/>
          <ac:picMkLst>
            <pc:docMk/>
            <pc:sldMk cId="97039701" sldId="2676"/>
            <ac:picMk id="54" creationId="{CE91C493-AF31-43B1-80CD-AC6CA6C09F97}"/>
          </ac:picMkLst>
        </pc:picChg>
        <pc:picChg chg="mod">
          <ac:chgData name="Hur Jung" userId="763133add284fb2e" providerId="LiveId" clId="{63265192-7B44-45D3-A1BC-CD20A66879BE}" dt="2020-06-15T12:23:03.676" v="5414"/>
          <ac:picMkLst>
            <pc:docMk/>
            <pc:sldMk cId="97039701" sldId="2676"/>
            <ac:picMk id="57" creationId="{024EB204-4CE1-43D4-A756-857F5B65117C}"/>
          </ac:picMkLst>
        </pc:picChg>
        <pc:picChg chg="mod">
          <ac:chgData name="Hur Jung" userId="763133add284fb2e" providerId="LiveId" clId="{63265192-7B44-45D3-A1BC-CD20A66879BE}" dt="2020-06-15T12:22:43.396" v="5410" actId="1036"/>
          <ac:picMkLst>
            <pc:docMk/>
            <pc:sldMk cId="97039701" sldId="2676"/>
            <ac:picMk id="95" creationId="{2C800AAB-CE57-48D7-AB85-433A1A2A31AC}"/>
          </ac:picMkLst>
        </pc:picChg>
        <pc:picChg chg="mod">
          <ac:chgData name="Hur Jung" userId="763133add284fb2e" providerId="LiveId" clId="{63265192-7B44-45D3-A1BC-CD20A66879BE}" dt="2020-06-15T12:22:41.169" v="5405" actId="1035"/>
          <ac:picMkLst>
            <pc:docMk/>
            <pc:sldMk cId="97039701" sldId="2676"/>
            <ac:picMk id="97" creationId="{E51C6CEE-20F9-4ED8-A664-CC1AA1597BD7}"/>
          </ac:picMkLst>
        </pc:picChg>
      </pc:sldChg>
      <pc:sldChg chg="addSp delSp modSp mod">
        <pc:chgData name="Hur Jung" userId="763133add284fb2e" providerId="LiveId" clId="{63265192-7B44-45D3-A1BC-CD20A66879BE}" dt="2020-06-28T01:30:27.341" v="10677"/>
        <pc:sldMkLst>
          <pc:docMk/>
          <pc:sldMk cId="1107128572" sldId="2677"/>
        </pc:sldMkLst>
        <pc:spChg chg="mod">
          <ac:chgData name="Hur Jung" userId="763133add284fb2e" providerId="LiveId" clId="{63265192-7B44-45D3-A1BC-CD20A66879BE}" dt="2020-06-27T08:03:41.879" v="8909" actId="6549"/>
          <ac:spMkLst>
            <pc:docMk/>
            <pc:sldMk cId="1107128572" sldId="2677"/>
            <ac:spMk id="2" creationId="{7BD81DA4-00B3-4972-8588-E928EC125314}"/>
          </ac:spMkLst>
        </pc:spChg>
        <pc:spChg chg="mod">
          <ac:chgData name="Hur Jung" userId="763133add284fb2e" providerId="LiveId" clId="{63265192-7B44-45D3-A1BC-CD20A66879BE}" dt="2020-06-27T07:38:58.307" v="8383" actId="20577"/>
          <ac:spMkLst>
            <pc:docMk/>
            <pc:sldMk cId="1107128572" sldId="2677"/>
            <ac:spMk id="8" creationId="{6E82CFB3-5E2C-42A1-8F0B-AEA19D88CF3B}"/>
          </ac:spMkLst>
        </pc:spChg>
        <pc:spChg chg="mod">
          <ac:chgData name="Hur Jung" userId="763133add284fb2e" providerId="LiveId" clId="{63265192-7B44-45D3-A1BC-CD20A66879BE}" dt="2020-06-27T08:04:05.858" v="8923" actId="1035"/>
          <ac:spMkLst>
            <pc:docMk/>
            <pc:sldMk cId="1107128572" sldId="2677"/>
            <ac:spMk id="47" creationId="{80FD04BB-730B-40B9-847D-183FCC0470BD}"/>
          </ac:spMkLst>
        </pc:spChg>
        <pc:spChg chg="mod">
          <ac:chgData name="Hur Jung" userId="763133add284fb2e" providerId="LiveId" clId="{63265192-7B44-45D3-A1BC-CD20A66879BE}" dt="2020-06-27T08:04:05.858" v="8923" actId="1035"/>
          <ac:spMkLst>
            <pc:docMk/>
            <pc:sldMk cId="1107128572" sldId="2677"/>
            <ac:spMk id="48" creationId="{3BBF2539-0478-460E-BED3-3AFABA5FA669}"/>
          </ac:spMkLst>
        </pc:spChg>
        <pc:spChg chg="mod">
          <ac:chgData name="Hur Jung" userId="763133add284fb2e" providerId="LiveId" clId="{63265192-7B44-45D3-A1BC-CD20A66879BE}" dt="2020-06-27T08:04:05.858" v="8923" actId="1035"/>
          <ac:spMkLst>
            <pc:docMk/>
            <pc:sldMk cId="1107128572" sldId="2677"/>
            <ac:spMk id="49" creationId="{7579EA65-AEE4-4059-B44F-B99BBA53E6D4}"/>
          </ac:spMkLst>
        </pc:spChg>
        <pc:spChg chg="del mod">
          <ac:chgData name="Hur Jung" userId="763133add284fb2e" providerId="LiveId" clId="{63265192-7B44-45D3-A1BC-CD20A66879BE}" dt="2020-06-23T11:55:31.703" v="6808" actId="478"/>
          <ac:spMkLst>
            <pc:docMk/>
            <pc:sldMk cId="1107128572" sldId="2677"/>
            <ac:spMk id="50" creationId="{30A8F2BA-9E49-4042-B20B-4B35984FFD9A}"/>
          </ac:spMkLst>
        </pc:spChg>
        <pc:spChg chg="del mod">
          <ac:chgData name="Hur Jung" userId="763133add284fb2e" providerId="LiveId" clId="{63265192-7B44-45D3-A1BC-CD20A66879BE}" dt="2020-06-27T07:59:09.479" v="8779" actId="478"/>
          <ac:spMkLst>
            <pc:docMk/>
            <pc:sldMk cId="1107128572" sldId="2677"/>
            <ac:spMk id="51" creationId="{B32E4F4F-00D0-472E-A230-3C63B9386AE3}"/>
          </ac:spMkLst>
        </pc:spChg>
        <pc:spChg chg="mod">
          <ac:chgData name="Hur Jung" userId="763133add284fb2e" providerId="LiveId" clId="{63265192-7B44-45D3-A1BC-CD20A66879BE}" dt="2020-06-27T07:41:15.067" v="8422" actId="1076"/>
          <ac:spMkLst>
            <pc:docMk/>
            <pc:sldMk cId="1107128572" sldId="2677"/>
            <ac:spMk id="55" creationId="{D7C4B912-451C-44BD-B6D3-BADC5AE56708}"/>
          </ac:spMkLst>
        </pc:spChg>
        <pc:spChg chg="mod">
          <ac:chgData name="Hur Jung" userId="763133add284fb2e" providerId="LiveId" clId="{63265192-7B44-45D3-A1BC-CD20A66879BE}" dt="2020-06-27T08:04:05.858" v="8923" actId="1035"/>
          <ac:spMkLst>
            <pc:docMk/>
            <pc:sldMk cId="1107128572" sldId="2677"/>
            <ac:spMk id="56" creationId="{122417B9-85C1-4DCD-BD71-F35020659DAC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1107128572" sldId="2677"/>
            <ac:spMk id="57" creationId="{5A109095-338E-43EE-8E00-F9C8FE569FCB}"/>
          </ac:spMkLst>
        </pc:spChg>
        <pc:spChg chg="mod">
          <ac:chgData name="Hur Jung" userId="763133add284fb2e" providerId="LiveId" clId="{63265192-7B44-45D3-A1BC-CD20A66879BE}" dt="2020-06-27T08:04:05.858" v="8923" actId="1035"/>
          <ac:spMkLst>
            <pc:docMk/>
            <pc:sldMk cId="1107128572" sldId="2677"/>
            <ac:spMk id="58" creationId="{9C95CD14-038C-4BE3-941A-71060DAF6FB3}"/>
          </ac:spMkLst>
        </pc:spChg>
        <pc:spChg chg="mod">
          <ac:chgData name="Hur Jung" userId="763133add284fb2e" providerId="LiveId" clId="{63265192-7B44-45D3-A1BC-CD20A66879BE}" dt="2020-06-27T08:04:05.858" v="8923" actId="1035"/>
          <ac:spMkLst>
            <pc:docMk/>
            <pc:sldMk cId="1107128572" sldId="2677"/>
            <ac:spMk id="59" creationId="{63988D90-96FE-450C-A983-F015D17B1E9B}"/>
          </ac:spMkLst>
        </pc:spChg>
        <pc:spChg chg="del mod">
          <ac:chgData name="Hur Jung" userId="763133add284fb2e" providerId="LiveId" clId="{63265192-7B44-45D3-A1BC-CD20A66879BE}" dt="2020-06-27T07:49:31.567" v="8571" actId="478"/>
          <ac:spMkLst>
            <pc:docMk/>
            <pc:sldMk cId="1107128572" sldId="2677"/>
            <ac:spMk id="60" creationId="{7A8ECB73-3C6F-46BB-B037-2CC827E84B25}"/>
          </ac:spMkLst>
        </pc:spChg>
        <pc:spChg chg="del mod">
          <ac:chgData name="Hur Jung" userId="763133add284fb2e" providerId="LiveId" clId="{63265192-7B44-45D3-A1BC-CD20A66879BE}" dt="2020-06-27T07:59:09.479" v="8779" actId="478"/>
          <ac:spMkLst>
            <pc:docMk/>
            <pc:sldMk cId="1107128572" sldId="2677"/>
            <ac:spMk id="61" creationId="{36181D8A-304C-4F56-B575-B9F8141F972F}"/>
          </ac:spMkLst>
        </pc:spChg>
        <pc:spChg chg="mod">
          <ac:chgData name="Hur Jung" userId="763133add284fb2e" providerId="LiveId" clId="{63265192-7B44-45D3-A1BC-CD20A66879BE}" dt="2020-06-27T08:04:05.858" v="8923" actId="1035"/>
          <ac:spMkLst>
            <pc:docMk/>
            <pc:sldMk cId="1107128572" sldId="2677"/>
            <ac:spMk id="62" creationId="{54777791-5E3D-4B8E-9C66-C64DCA78E580}"/>
          </ac:spMkLst>
        </pc:spChg>
        <pc:spChg chg="mod">
          <ac:chgData name="Hur Jung" userId="763133add284fb2e" providerId="LiveId" clId="{63265192-7B44-45D3-A1BC-CD20A66879BE}" dt="2020-06-27T08:04:05.858" v="8923" actId="1035"/>
          <ac:spMkLst>
            <pc:docMk/>
            <pc:sldMk cId="1107128572" sldId="2677"/>
            <ac:spMk id="63" creationId="{4A3461A0-67A5-4ADC-B73C-EB3AA1A4436F}"/>
          </ac:spMkLst>
        </pc:spChg>
        <pc:spChg chg="del mod">
          <ac:chgData name="Hur Jung" userId="763133add284fb2e" providerId="LiveId" clId="{63265192-7B44-45D3-A1BC-CD20A66879BE}" dt="2020-06-27T07:49:31.567" v="8571" actId="478"/>
          <ac:spMkLst>
            <pc:docMk/>
            <pc:sldMk cId="1107128572" sldId="2677"/>
            <ac:spMk id="64" creationId="{791CE531-1D48-4FF5-9A62-31C1E9BE1C2A}"/>
          </ac:spMkLst>
        </pc:spChg>
        <pc:spChg chg="del mod">
          <ac:chgData name="Hur Jung" userId="763133add284fb2e" providerId="LiveId" clId="{63265192-7B44-45D3-A1BC-CD20A66879BE}" dt="2020-06-27T07:59:09.479" v="8779" actId="478"/>
          <ac:spMkLst>
            <pc:docMk/>
            <pc:sldMk cId="1107128572" sldId="2677"/>
            <ac:spMk id="71" creationId="{34219516-9A59-4B70-8DEE-B4B5A80921CE}"/>
          </ac:spMkLst>
        </pc:spChg>
        <pc:spChg chg="mod">
          <ac:chgData name="Hur Jung" userId="763133add284fb2e" providerId="LiveId" clId="{63265192-7B44-45D3-A1BC-CD20A66879BE}" dt="2020-06-27T08:04:05.858" v="8923" actId="1035"/>
          <ac:spMkLst>
            <pc:docMk/>
            <pc:sldMk cId="1107128572" sldId="2677"/>
            <ac:spMk id="72" creationId="{475C1F54-91C4-4FC1-A073-5290A6FA75F0}"/>
          </ac:spMkLst>
        </pc:spChg>
        <pc:spChg chg="mod">
          <ac:chgData name="Hur Jung" userId="763133add284fb2e" providerId="LiveId" clId="{63265192-7B44-45D3-A1BC-CD20A66879BE}" dt="2020-06-27T08:04:05.858" v="8923" actId="1035"/>
          <ac:spMkLst>
            <pc:docMk/>
            <pc:sldMk cId="1107128572" sldId="2677"/>
            <ac:spMk id="73" creationId="{4C0932AC-CB69-419E-B503-3161D7521A47}"/>
          </ac:spMkLst>
        </pc:spChg>
        <pc:spChg chg="del mod">
          <ac:chgData name="Hur Jung" userId="763133add284fb2e" providerId="LiveId" clId="{63265192-7B44-45D3-A1BC-CD20A66879BE}" dt="2020-06-27T07:59:09.479" v="8779" actId="478"/>
          <ac:spMkLst>
            <pc:docMk/>
            <pc:sldMk cId="1107128572" sldId="2677"/>
            <ac:spMk id="77" creationId="{2058B4C6-0326-4B34-A914-BCBDA6D8A9A5}"/>
          </ac:spMkLst>
        </pc:spChg>
        <pc:spChg chg="del mod">
          <ac:chgData name="Hur Jung" userId="763133add284fb2e" providerId="LiveId" clId="{63265192-7B44-45D3-A1BC-CD20A66879BE}" dt="2020-06-27T07:49:31.567" v="8571" actId="478"/>
          <ac:spMkLst>
            <pc:docMk/>
            <pc:sldMk cId="1107128572" sldId="2677"/>
            <ac:spMk id="78" creationId="{9E19DADD-1891-4438-99F1-5635A44D18A3}"/>
          </ac:spMkLst>
        </pc:spChg>
        <pc:spChg chg="del mod">
          <ac:chgData name="Hur Jung" userId="763133add284fb2e" providerId="LiveId" clId="{63265192-7B44-45D3-A1BC-CD20A66879BE}" dt="2020-06-27T07:59:09.479" v="8779" actId="478"/>
          <ac:spMkLst>
            <pc:docMk/>
            <pc:sldMk cId="1107128572" sldId="2677"/>
            <ac:spMk id="79" creationId="{BF25AF9F-B1CB-4B2B-811D-677B6F61527A}"/>
          </ac:spMkLst>
        </pc:spChg>
        <pc:spChg chg="del mod">
          <ac:chgData name="Hur Jung" userId="763133add284fb2e" providerId="LiveId" clId="{63265192-7B44-45D3-A1BC-CD20A66879BE}" dt="2020-06-23T11:55:31.703" v="6808" actId="478"/>
          <ac:spMkLst>
            <pc:docMk/>
            <pc:sldMk cId="1107128572" sldId="2677"/>
            <ac:spMk id="80" creationId="{D1E06CEC-28AC-47C8-AC35-211233D67ABE}"/>
          </ac:spMkLst>
        </pc:spChg>
        <pc:spChg chg="del mod">
          <ac:chgData name="Hur Jung" userId="763133add284fb2e" providerId="LiveId" clId="{63265192-7B44-45D3-A1BC-CD20A66879BE}" dt="2020-06-27T07:59:09.479" v="8779" actId="478"/>
          <ac:spMkLst>
            <pc:docMk/>
            <pc:sldMk cId="1107128572" sldId="2677"/>
            <ac:spMk id="81" creationId="{ACB0D377-92E9-4459-934E-803545DAA3A5}"/>
          </ac:spMkLst>
        </pc:spChg>
        <pc:spChg chg="del mod">
          <ac:chgData name="Hur Jung" userId="763133add284fb2e" providerId="LiveId" clId="{63265192-7B44-45D3-A1BC-CD20A66879BE}" dt="2020-06-27T07:59:09.479" v="8779" actId="478"/>
          <ac:spMkLst>
            <pc:docMk/>
            <pc:sldMk cId="1107128572" sldId="2677"/>
            <ac:spMk id="82" creationId="{BE3B2277-E316-4FA0-8B25-9FFD3688B002}"/>
          </ac:spMkLst>
        </pc:spChg>
        <pc:spChg chg="del mod">
          <ac:chgData name="Hur Jung" userId="763133add284fb2e" providerId="LiveId" clId="{63265192-7B44-45D3-A1BC-CD20A66879BE}" dt="2020-06-27T07:59:09.479" v="8779" actId="478"/>
          <ac:spMkLst>
            <pc:docMk/>
            <pc:sldMk cId="1107128572" sldId="2677"/>
            <ac:spMk id="83" creationId="{8FEDCE12-7F87-48E2-85B6-7A9C93FB9E15}"/>
          </ac:spMkLst>
        </pc:spChg>
        <pc:spChg chg="mod">
          <ac:chgData name="Hur Jung" userId="763133add284fb2e" providerId="LiveId" clId="{63265192-7B44-45D3-A1BC-CD20A66879BE}" dt="2020-06-27T07:40:51.016" v="8408" actId="20577"/>
          <ac:spMkLst>
            <pc:docMk/>
            <pc:sldMk cId="1107128572" sldId="2677"/>
            <ac:spMk id="86" creationId="{E87A21A7-ACEF-4967-960F-B2CDFABB97C4}"/>
          </ac:spMkLst>
        </pc:spChg>
        <pc:spChg chg="del mod">
          <ac:chgData name="Hur Jung" userId="763133add284fb2e" providerId="LiveId" clId="{63265192-7B44-45D3-A1BC-CD20A66879BE}" dt="2020-06-27T07:58:05.194" v="8725" actId="478"/>
          <ac:spMkLst>
            <pc:docMk/>
            <pc:sldMk cId="1107128572" sldId="2677"/>
            <ac:spMk id="87" creationId="{710407FD-A36A-4D71-817E-13A986DE6DFF}"/>
          </ac:spMkLst>
        </pc:spChg>
        <pc:spChg chg="del mod">
          <ac:chgData name="Hur Jung" userId="763133add284fb2e" providerId="LiveId" clId="{63265192-7B44-45D3-A1BC-CD20A66879BE}" dt="2020-06-27T07:46:39.261" v="8538" actId="21"/>
          <ac:spMkLst>
            <pc:docMk/>
            <pc:sldMk cId="1107128572" sldId="2677"/>
            <ac:spMk id="88" creationId="{0ED92C4E-1EEE-4FB8-852D-BFC29EE7DC74}"/>
          </ac:spMkLst>
        </pc:spChg>
        <pc:spChg chg="mod">
          <ac:chgData name="Hur Jung" userId="763133add284fb2e" providerId="LiveId" clId="{63265192-7B44-45D3-A1BC-CD20A66879BE}" dt="2020-06-27T07:46:28.266" v="8537" actId="14100"/>
          <ac:spMkLst>
            <pc:docMk/>
            <pc:sldMk cId="1107128572" sldId="2677"/>
            <ac:spMk id="90" creationId="{1F4AD272-EFC8-4A9E-B4B1-F5A45A40CDB8}"/>
          </ac:spMkLst>
        </pc:spChg>
        <pc:spChg chg="del mod">
          <ac:chgData name="Hur Jung" userId="763133add284fb2e" providerId="LiveId" clId="{63265192-7B44-45D3-A1BC-CD20A66879BE}" dt="2020-06-27T07:59:09.479" v="8779" actId="478"/>
          <ac:spMkLst>
            <pc:docMk/>
            <pc:sldMk cId="1107128572" sldId="2677"/>
            <ac:spMk id="92" creationId="{62F0537C-FF33-4A8C-B84A-B906C3967510}"/>
          </ac:spMkLst>
        </pc:spChg>
        <pc:spChg chg="add del mod">
          <ac:chgData name="Hur Jung" userId="763133add284fb2e" providerId="LiveId" clId="{63265192-7B44-45D3-A1BC-CD20A66879BE}" dt="2020-06-23T11:57:55.475" v="6841" actId="478"/>
          <ac:spMkLst>
            <pc:docMk/>
            <pc:sldMk cId="1107128572" sldId="2677"/>
            <ac:spMk id="93" creationId="{5A8A2504-4346-44BD-B3BA-2139E4096753}"/>
          </ac:spMkLst>
        </pc:spChg>
        <pc:spChg chg="del">
          <ac:chgData name="Hur Jung" userId="763133add284fb2e" providerId="LiveId" clId="{63265192-7B44-45D3-A1BC-CD20A66879BE}" dt="2020-06-13T01:16:50.179" v="231" actId="478"/>
          <ac:spMkLst>
            <pc:docMk/>
            <pc:sldMk cId="1107128572" sldId="2677"/>
            <ac:spMk id="93" creationId="{65836EDB-B297-46CC-9F26-EB4B0068F48C}"/>
          </ac:spMkLst>
        </pc:spChg>
        <pc:spChg chg="del mod">
          <ac:chgData name="Hur Jung" userId="763133add284fb2e" providerId="LiveId" clId="{63265192-7B44-45D3-A1BC-CD20A66879BE}" dt="2020-06-27T07:39:09.690" v="8384" actId="478"/>
          <ac:spMkLst>
            <pc:docMk/>
            <pc:sldMk cId="1107128572" sldId="2677"/>
            <ac:spMk id="94" creationId="{D2FDE73E-9DEA-4D34-8001-2CCE50F4EDA0}"/>
          </ac:spMkLst>
        </pc:spChg>
        <pc:spChg chg="mod">
          <ac:chgData name="Hur Jung" userId="763133add284fb2e" providerId="LiveId" clId="{63265192-7B44-45D3-A1BC-CD20A66879BE}" dt="2020-06-27T07:41:43.069" v="8425" actId="6549"/>
          <ac:spMkLst>
            <pc:docMk/>
            <pc:sldMk cId="1107128572" sldId="2677"/>
            <ac:spMk id="95" creationId="{1E76C0DF-31E3-4016-B07A-0C6BB1B8FF32}"/>
          </ac:spMkLst>
        </pc:spChg>
        <pc:spChg chg="add del mod">
          <ac:chgData name="Hur Jung" userId="763133add284fb2e" providerId="LiveId" clId="{63265192-7B44-45D3-A1BC-CD20A66879BE}" dt="2020-06-23T11:57:55.475" v="6841" actId="478"/>
          <ac:spMkLst>
            <pc:docMk/>
            <pc:sldMk cId="1107128572" sldId="2677"/>
            <ac:spMk id="95" creationId="{39574825-99F0-47FA-B739-3FD4E767FBE7}"/>
          </ac:spMkLst>
        </pc:spChg>
        <pc:spChg chg="add del mod">
          <ac:chgData name="Hur Jung" userId="763133add284fb2e" providerId="LiveId" clId="{63265192-7B44-45D3-A1BC-CD20A66879BE}" dt="2020-06-27T08:03:29.899" v="8902" actId="478"/>
          <ac:spMkLst>
            <pc:docMk/>
            <pc:sldMk cId="1107128572" sldId="2677"/>
            <ac:spMk id="96" creationId="{58B9D3A7-A45D-4115-9F17-36F341192387}"/>
          </ac:spMkLst>
        </pc:spChg>
        <pc:spChg chg="add del mod">
          <ac:chgData name="Hur Jung" userId="763133add284fb2e" providerId="LiveId" clId="{63265192-7B44-45D3-A1BC-CD20A66879BE}" dt="2020-06-27T07:59:09.479" v="8779" actId="478"/>
          <ac:spMkLst>
            <pc:docMk/>
            <pc:sldMk cId="1107128572" sldId="2677"/>
            <ac:spMk id="97" creationId="{562BC4E0-AD14-4751-942E-1F264D6BBC13}"/>
          </ac:spMkLst>
        </pc:spChg>
        <pc:spChg chg="mod">
          <ac:chgData name="Hur Jung" userId="763133add284fb2e" providerId="LiveId" clId="{63265192-7B44-45D3-A1BC-CD20A66879BE}" dt="2020-06-23T11:54:26.368" v="6727"/>
          <ac:spMkLst>
            <pc:docMk/>
            <pc:sldMk cId="1107128572" sldId="2677"/>
            <ac:spMk id="97" creationId="{97B343B7-AEA3-497F-8113-007561D73F56}"/>
          </ac:spMkLst>
        </pc:spChg>
        <pc:spChg chg="mod">
          <ac:chgData name="Hur Jung" userId="763133add284fb2e" providerId="LiveId" clId="{63265192-7B44-45D3-A1BC-CD20A66879BE}" dt="2020-06-27T07:47:31.995" v="8560" actId="20577"/>
          <ac:spMkLst>
            <pc:docMk/>
            <pc:sldMk cId="1107128572" sldId="2677"/>
            <ac:spMk id="99" creationId="{5361B0B8-E591-4F71-B7E7-02F70314813B}"/>
          </ac:spMkLst>
        </pc:spChg>
        <pc:spChg chg="add del mod">
          <ac:chgData name="Hur Jung" userId="763133add284fb2e" providerId="LiveId" clId="{63265192-7B44-45D3-A1BC-CD20A66879BE}" dt="2020-06-23T11:57:55.475" v="6841" actId="478"/>
          <ac:spMkLst>
            <pc:docMk/>
            <pc:sldMk cId="1107128572" sldId="2677"/>
            <ac:spMk id="99" creationId="{F24C962C-DC5C-4D51-B273-6016088FA868}"/>
          </ac:spMkLst>
        </pc:spChg>
        <pc:spChg chg="add del mod">
          <ac:chgData name="Hur Jung" userId="763133add284fb2e" providerId="LiveId" clId="{63265192-7B44-45D3-A1BC-CD20A66879BE}" dt="2020-06-23T11:57:55.475" v="6841" actId="478"/>
          <ac:spMkLst>
            <pc:docMk/>
            <pc:sldMk cId="1107128572" sldId="2677"/>
            <ac:spMk id="100" creationId="{246FB706-61D9-45D1-8698-4280B3DBE516}"/>
          </ac:spMkLst>
        </pc:spChg>
        <pc:spChg chg="add del mod">
          <ac:chgData name="Hur Jung" userId="763133add284fb2e" providerId="LiveId" clId="{63265192-7B44-45D3-A1BC-CD20A66879BE}" dt="2020-06-27T07:59:09.479" v="8779" actId="478"/>
          <ac:spMkLst>
            <pc:docMk/>
            <pc:sldMk cId="1107128572" sldId="2677"/>
            <ac:spMk id="101" creationId="{DDA4A0B0-6EC1-4DFA-B9E9-A98BB169D1CD}"/>
          </ac:spMkLst>
        </pc:spChg>
        <pc:spChg chg="add del mod">
          <ac:chgData name="Hur Jung" userId="763133add284fb2e" providerId="LiveId" clId="{63265192-7B44-45D3-A1BC-CD20A66879BE}" dt="2020-06-27T07:59:09.479" v="8779" actId="478"/>
          <ac:spMkLst>
            <pc:docMk/>
            <pc:sldMk cId="1107128572" sldId="2677"/>
            <ac:spMk id="102" creationId="{5B1616E6-7C56-45EE-8DC0-FC389BCF3E7E}"/>
          </ac:spMkLst>
        </pc:spChg>
        <pc:spChg chg="add del mod">
          <ac:chgData name="Hur Jung" userId="763133add284fb2e" providerId="LiveId" clId="{63265192-7B44-45D3-A1BC-CD20A66879BE}" dt="2020-06-27T07:59:09.479" v="8779" actId="478"/>
          <ac:spMkLst>
            <pc:docMk/>
            <pc:sldMk cId="1107128572" sldId="2677"/>
            <ac:spMk id="103" creationId="{7659CC2C-4979-420B-8275-E9228A2BC1B2}"/>
          </ac:spMkLst>
        </pc:spChg>
        <pc:spChg chg="add del mod">
          <ac:chgData name="Hur Jung" userId="763133add284fb2e" providerId="LiveId" clId="{63265192-7B44-45D3-A1BC-CD20A66879BE}" dt="2020-06-23T11:57:55.475" v="6841" actId="478"/>
          <ac:spMkLst>
            <pc:docMk/>
            <pc:sldMk cId="1107128572" sldId="2677"/>
            <ac:spMk id="103" creationId="{D324A25B-DB57-40A4-9B20-A7904ABDB8CB}"/>
          </ac:spMkLst>
        </pc:spChg>
        <pc:spChg chg="add del mod">
          <ac:chgData name="Hur Jung" userId="763133add284fb2e" providerId="LiveId" clId="{63265192-7B44-45D3-A1BC-CD20A66879BE}" dt="2020-06-27T07:59:09.479" v="8779" actId="478"/>
          <ac:spMkLst>
            <pc:docMk/>
            <pc:sldMk cId="1107128572" sldId="2677"/>
            <ac:spMk id="104" creationId="{736EFDDC-CF53-41A4-904F-5DE26740889A}"/>
          </ac:spMkLst>
        </pc:spChg>
        <pc:spChg chg="add del mod">
          <ac:chgData name="Hur Jung" userId="763133add284fb2e" providerId="LiveId" clId="{63265192-7B44-45D3-A1BC-CD20A66879BE}" dt="2020-06-27T07:51:12.868" v="8665" actId="21"/>
          <ac:spMkLst>
            <pc:docMk/>
            <pc:sldMk cId="1107128572" sldId="2677"/>
            <ac:spMk id="105" creationId="{77F9155F-DEF6-452E-9657-D6C1BB3D5FFD}"/>
          </ac:spMkLst>
        </pc:spChg>
        <pc:spChg chg="mod">
          <ac:chgData name="Hur Jung" userId="763133add284fb2e" providerId="LiveId" clId="{63265192-7B44-45D3-A1BC-CD20A66879BE}" dt="2020-06-23T11:54:26.368" v="6727"/>
          <ac:spMkLst>
            <pc:docMk/>
            <pc:sldMk cId="1107128572" sldId="2677"/>
            <ac:spMk id="105" creationId="{89838437-CC91-4369-A773-8CE63C69CFDB}"/>
          </ac:spMkLst>
        </pc:spChg>
        <pc:spChg chg="add del mod">
          <ac:chgData name="Hur Jung" userId="763133add284fb2e" providerId="LiveId" clId="{63265192-7B44-45D3-A1BC-CD20A66879BE}" dt="2020-06-23T11:57:55.475" v="6841" actId="478"/>
          <ac:spMkLst>
            <pc:docMk/>
            <pc:sldMk cId="1107128572" sldId="2677"/>
            <ac:spMk id="107" creationId="{80DB6C2B-ACDA-4161-BFE5-CDF96BB3846B}"/>
          </ac:spMkLst>
        </pc:spChg>
        <pc:spChg chg="mod">
          <ac:chgData name="Hur Jung" userId="763133add284fb2e" providerId="LiveId" clId="{63265192-7B44-45D3-A1BC-CD20A66879BE}" dt="2020-06-27T07:51:06.730" v="8663"/>
          <ac:spMkLst>
            <pc:docMk/>
            <pc:sldMk cId="1107128572" sldId="2677"/>
            <ac:spMk id="107" creationId="{AA9A56CB-F7A7-47FA-8B89-8745735133B3}"/>
          </ac:spMkLst>
        </pc:spChg>
        <pc:spChg chg="mod">
          <ac:chgData name="Hur Jung" userId="763133add284fb2e" providerId="LiveId" clId="{63265192-7B44-45D3-A1BC-CD20A66879BE}" dt="2020-06-23T11:54:26.368" v="6727"/>
          <ac:spMkLst>
            <pc:docMk/>
            <pc:sldMk cId="1107128572" sldId="2677"/>
            <ac:spMk id="109" creationId="{602A4AB0-8C17-4B1C-9E99-FF4EBCBDCB6E}"/>
          </ac:spMkLst>
        </pc:spChg>
        <pc:spChg chg="add del mod">
          <ac:chgData name="Hur Jung" userId="763133add284fb2e" providerId="LiveId" clId="{63265192-7B44-45D3-A1BC-CD20A66879BE}" dt="2020-06-27T07:59:09.479" v="8779" actId="478"/>
          <ac:spMkLst>
            <pc:docMk/>
            <pc:sldMk cId="1107128572" sldId="2677"/>
            <ac:spMk id="109" creationId="{66AA70D1-6762-4461-8B0C-11452A6AF991}"/>
          </ac:spMkLst>
        </pc:spChg>
        <pc:spChg chg="add del mod">
          <ac:chgData name="Hur Jung" userId="763133add284fb2e" providerId="LiveId" clId="{63265192-7B44-45D3-A1BC-CD20A66879BE}" dt="2020-06-27T08:00:00.420" v="8793" actId="478"/>
          <ac:spMkLst>
            <pc:docMk/>
            <pc:sldMk cId="1107128572" sldId="2677"/>
            <ac:spMk id="110" creationId="{9258FC74-B6FE-4AA9-A8EE-AD1125EE101F}"/>
          </ac:spMkLst>
        </pc:spChg>
        <pc:spChg chg="add mod">
          <ac:chgData name="Hur Jung" userId="763133add284fb2e" providerId="LiveId" clId="{63265192-7B44-45D3-A1BC-CD20A66879BE}" dt="2020-06-27T08:04:05.858" v="8923" actId="1035"/>
          <ac:spMkLst>
            <pc:docMk/>
            <pc:sldMk cId="1107128572" sldId="2677"/>
            <ac:spMk id="111" creationId="{50EF6979-97D2-4375-957E-C472645F8126}"/>
          </ac:spMkLst>
        </pc:spChg>
        <pc:spChg chg="add del mod">
          <ac:chgData name="Hur Jung" userId="763133add284fb2e" providerId="LiveId" clId="{63265192-7B44-45D3-A1BC-CD20A66879BE}" dt="2020-06-23T11:57:55.475" v="6841" actId="478"/>
          <ac:spMkLst>
            <pc:docMk/>
            <pc:sldMk cId="1107128572" sldId="2677"/>
            <ac:spMk id="111" creationId="{DA2FBD6F-ECD3-4761-AE7D-08CE3E175BFC}"/>
          </ac:spMkLst>
        </pc:spChg>
        <pc:spChg chg="mod">
          <ac:chgData name="Hur Jung" userId="763133add284fb2e" providerId="LiveId" clId="{63265192-7B44-45D3-A1BC-CD20A66879BE}" dt="2020-06-27T07:59:09.965" v="8780"/>
          <ac:spMkLst>
            <pc:docMk/>
            <pc:sldMk cId="1107128572" sldId="2677"/>
            <ac:spMk id="113" creationId="{3A23C202-7419-4C9D-8F8B-9D102CFAA077}"/>
          </ac:spMkLst>
        </pc:spChg>
        <pc:spChg chg="mod">
          <ac:chgData name="Hur Jung" userId="763133add284fb2e" providerId="LiveId" clId="{63265192-7B44-45D3-A1BC-CD20A66879BE}" dt="2020-06-23T11:54:26.368" v="6727"/>
          <ac:spMkLst>
            <pc:docMk/>
            <pc:sldMk cId="1107128572" sldId="2677"/>
            <ac:spMk id="113" creationId="{56F5695A-99D3-47ED-994E-3BE8338A20AB}"/>
          </ac:spMkLst>
        </pc:spChg>
        <pc:spChg chg="add mod">
          <ac:chgData name="Hur Jung" userId="763133add284fb2e" providerId="LiveId" clId="{63265192-7B44-45D3-A1BC-CD20A66879BE}" dt="2020-06-27T08:04:05.858" v="8923" actId="1035"/>
          <ac:spMkLst>
            <pc:docMk/>
            <pc:sldMk cId="1107128572" sldId="2677"/>
            <ac:spMk id="115" creationId="{8E655F0F-B198-4ADC-A9DF-65C19E16BD4E}"/>
          </ac:spMkLst>
        </pc:spChg>
        <pc:spChg chg="add del mod">
          <ac:chgData name="Hur Jung" userId="763133add284fb2e" providerId="LiveId" clId="{63265192-7B44-45D3-A1BC-CD20A66879BE}" dt="2020-06-23T11:57:55.475" v="6841" actId="478"/>
          <ac:spMkLst>
            <pc:docMk/>
            <pc:sldMk cId="1107128572" sldId="2677"/>
            <ac:spMk id="115" creationId="{C9F32493-6C21-4C55-A946-BDC1B2E267FD}"/>
          </ac:spMkLst>
        </pc:spChg>
        <pc:spChg chg="add mod">
          <ac:chgData name="Hur Jung" userId="763133add284fb2e" providerId="LiveId" clId="{63265192-7B44-45D3-A1BC-CD20A66879BE}" dt="2020-06-27T08:04:05.858" v="8923" actId="1035"/>
          <ac:spMkLst>
            <pc:docMk/>
            <pc:sldMk cId="1107128572" sldId="2677"/>
            <ac:spMk id="116" creationId="{4A3E983C-FDBB-482E-BC18-6A6C3E015192}"/>
          </ac:spMkLst>
        </pc:spChg>
        <pc:spChg chg="add del mod">
          <ac:chgData name="Hur Jung" userId="763133add284fb2e" providerId="LiveId" clId="{63265192-7B44-45D3-A1BC-CD20A66879BE}" dt="2020-06-23T11:57:55.475" v="6841" actId="478"/>
          <ac:spMkLst>
            <pc:docMk/>
            <pc:sldMk cId="1107128572" sldId="2677"/>
            <ac:spMk id="116" creationId="{638F1D50-3408-4C54-94B7-5F9069B41B45}"/>
          </ac:spMkLst>
        </pc:spChg>
        <pc:spChg chg="add mod">
          <ac:chgData name="Hur Jung" userId="763133add284fb2e" providerId="LiveId" clId="{63265192-7B44-45D3-A1BC-CD20A66879BE}" dt="2020-06-27T08:04:05.858" v="8923" actId="1035"/>
          <ac:spMkLst>
            <pc:docMk/>
            <pc:sldMk cId="1107128572" sldId="2677"/>
            <ac:spMk id="117" creationId="{3E9128EA-6951-4376-B24F-5C4EDF137025}"/>
          </ac:spMkLst>
        </pc:spChg>
        <pc:spChg chg="add del mod">
          <ac:chgData name="Hur Jung" userId="763133add284fb2e" providerId="LiveId" clId="{63265192-7B44-45D3-A1BC-CD20A66879BE}" dt="2020-06-23T11:57:55.475" v="6841" actId="478"/>
          <ac:spMkLst>
            <pc:docMk/>
            <pc:sldMk cId="1107128572" sldId="2677"/>
            <ac:spMk id="117" creationId="{CB52B217-554E-4891-B170-5AD5C68103FB}"/>
          </ac:spMkLst>
        </pc:spChg>
        <pc:spChg chg="add del mod">
          <ac:chgData name="Hur Jung" userId="763133add284fb2e" providerId="LiveId" clId="{63265192-7B44-45D3-A1BC-CD20A66879BE}" dt="2020-06-23T11:57:55.475" v="6841" actId="478"/>
          <ac:spMkLst>
            <pc:docMk/>
            <pc:sldMk cId="1107128572" sldId="2677"/>
            <ac:spMk id="118" creationId="{57DF9EDD-4239-4098-970E-48C5128FFB32}"/>
          </ac:spMkLst>
        </pc:spChg>
        <pc:spChg chg="add mod">
          <ac:chgData name="Hur Jung" userId="763133add284fb2e" providerId="LiveId" clId="{63265192-7B44-45D3-A1BC-CD20A66879BE}" dt="2020-06-27T08:04:05.858" v="8923" actId="1035"/>
          <ac:spMkLst>
            <pc:docMk/>
            <pc:sldMk cId="1107128572" sldId="2677"/>
            <ac:spMk id="118" creationId="{D4D2F28A-E041-40E4-92B2-F7C0811AB8D5}"/>
          </ac:spMkLst>
        </pc:spChg>
        <pc:spChg chg="add del mod">
          <ac:chgData name="Hur Jung" userId="763133add284fb2e" providerId="LiveId" clId="{63265192-7B44-45D3-A1BC-CD20A66879BE}" dt="2020-06-23T11:57:55.475" v="6841" actId="478"/>
          <ac:spMkLst>
            <pc:docMk/>
            <pc:sldMk cId="1107128572" sldId="2677"/>
            <ac:spMk id="119" creationId="{8B3A7B8D-FE8F-4BC5-9453-12205CC57AAF}"/>
          </ac:spMkLst>
        </pc:spChg>
        <pc:spChg chg="add mod">
          <ac:chgData name="Hur Jung" userId="763133add284fb2e" providerId="LiveId" clId="{63265192-7B44-45D3-A1BC-CD20A66879BE}" dt="2020-06-27T08:04:05.858" v="8923" actId="1035"/>
          <ac:spMkLst>
            <pc:docMk/>
            <pc:sldMk cId="1107128572" sldId="2677"/>
            <ac:spMk id="119" creationId="{DC56D0EE-F027-4173-B660-8102172EB08E}"/>
          </ac:spMkLst>
        </pc:spChg>
        <pc:spChg chg="add del mod">
          <ac:chgData name="Hur Jung" userId="763133add284fb2e" providerId="LiveId" clId="{63265192-7B44-45D3-A1BC-CD20A66879BE}" dt="2020-06-23T11:57:55.475" v="6841" actId="478"/>
          <ac:spMkLst>
            <pc:docMk/>
            <pc:sldMk cId="1107128572" sldId="2677"/>
            <ac:spMk id="120" creationId="{80D1A40B-25DE-4158-9996-281B92F25E5E}"/>
          </ac:spMkLst>
        </pc:spChg>
        <pc:spChg chg="add del mod">
          <ac:chgData name="Hur Jung" userId="763133add284fb2e" providerId="LiveId" clId="{63265192-7B44-45D3-A1BC-CD20A66879BE}" dt="2020-06-23T11:57:55.475" v="6841" actId="478"/>
          <ac:spMkLst>
            <pc:docMk/>
            <pc:sldMk cId="1107128572" sldId="2677"/>
            <ac:spMk id="121" creationId="{B25B11CD-1A43-4DFB-9E58-C2E508ACA3DE}"/>
          </ac:spMkLst>
        </pc:spChg>
        <pc:spChg chg="mod">
          <ac:chgData name="Hur Jung" userId="763133add284fb2e" providerId="LiveId" clId="{63265192-7B44-45D3-A1BC-CD20A66879BE}" dt="2020-06-27T07:59:09.965" v="8780"/>
          <ac:spMkLst>
            <pc:docMk/>
            <pc:sldMk cId="1107128572" sldId="2677"/>
            <ac:spMk id="121" creationId="{FC8F3E7B-6F8D-4D76-9ABD-1175E184F356}"/>
          </ac:spMkLst>
        </pc:spChg>
        <pc:spChg chg="add del mod">
          <ac:chgData name="Hur Jung" userId="763133add284fb2e" providerId="LiveId" clId="{63265192-7B44-45D3-A1BC-CD20A66879BE}" dt="2020-06-23T11:57:55.475" v="6841" actId="478"/>
          <ac:spMkLst>
            <pc:docMk/>
            <pc:sldMk cId="1107128572" sldId="2677"/>
            <ac:spMk id="122" creationId="{94FA7093-F12C-43F4-A306-CF05F2833B75}"/>
          </ac:spMkLst>
        </pc:spChg>
        <pc:spChg chg="add del mod">
          <ac:chgData name="Hur Jung" userId="763133add284fb2e" providerId="LiveId" clId="{63265192-7B44-45D3-A1BC-CD20A66879BE}" dt="2020-06-27T07:59:09.479" v="8779" actId="478"/>
          <ac:spMkLst>
            <pc:docMk/>
            <pc:sldMk cId="1107128572" sldId="2677"/>
            <ac:spMk id="123" creationId="{28000B28-DE7B-46A9-B864-E6AF2D45157F}"/>
          </ac:spMkLst>
        </pc:spChg>
        <pc:spChg chg="add del mod">
          <ac:chgData name="Hur Jung" userId="763133add284fb2e" providerId="LiveId" clId="{63265192-7B44-45D3-A1BC-CD20A66879BE}" dt="2020-06-23T11:57:55.475" v="6841" actId="478"/>
          <ac:spMkLst>
            <pc:docMk/>
            <pc:sldMk cId="1107128572" sldId="2677"/>
            <ac:spMk id="124" creationId="{13812664-BA88-4478-9504-9F7F3625BE86}"/>
          </ac:spMkLst>
        </pc:spChg>
        <pc:spChg chg="add del mod">
          <ac:chgData name="Hur Jung" userId="763133add284fb2e" providerId="LiveId" clId="{63265192-7B44-45D3-A1BC-CD20A66879BE}" dt="2020-06-27T07:59:23.990" v="8791" actId="478"/>
          <ac:spMkLst>
            <pc:docMk/>
            <pc:sldMk cId="1107128572" sldId="2677"/>
            <ac:spMk id="124" creationId="{73C6B706-D83A-4F7C-8EE9-EAD8A332DE0A}"/>
          </ac:spMkLst>
        </pc:spChg>
        <pc:spChg chg="add del mod">
          <ac:chgData name="Hur Jung" userId="763133add284fb2e" providerId="LiveId" clId="{63265192-7B44-45D3-A1BC-CD20A66879BE}" dt="2020-06-23T11:57:55.475" v="6841" actId="478"/>
          <ac:spMkLst>
            <pc:docMk/>
            <pc:sldMk cId="1107128572" sldId="2677"/>
            <ac:spMk id="125" creationId="{74295089-1296-49C9-963A-49235F03EFE6}"/>
          </ac:spMkLst>
        </pc:spChg>
        <pc:spChg chg="mod topLvl">
          <ac:chgData name="Hur Jung" userId="763133add284fb2e" providerId="LiveId" clId="{63265192-7B44-45D3-A1BC-CD20A66879BE}" dt="2020-06-27T08:04:05.858" v="8923" actId="1035"/>
          <ac:spMkLst>
            <pc:docMk/>
            <pc:sldMk cId="1107128572" sldId="2677"/>
            <ac:spMk id="126" creationId="{CED81F1E-2E70-4C5C-BB09-DD8F5648C674}"/>
          </ac:spMkLst>
        </pc:spChg>
        <pc:spChg chg="mod">
          <ac:chgData name="Hur Jung" userId="763133add284fb2e" providerId="LiveId" clId="{63265192-7B44-45D3-A1BC-CD20A66879BE}" dt="2020-06-23T11:54:26.368" v="6727"/>
          <ac:spMkLst>
            <pc:docMk/>
            <pc:sldMk cId="1107128572" sldId="2677"/>
            <ac:spMk id="127" creationId="{D3A84397-1CA8-43A7-80DD-F95313F25714}"/>
          </ac:spMkLst>
        </pc:spChg>
        <pc:spChg chg="add mod">
          <ac:chgData name="Hur Jung" userId="763133add284fb2e" providerId="LiveId" clId="{63265192-7B44-45D3-A1BC-CD20A66879BE}" dt="2020-06-27T08:04:05.858" v="8923" actId="1035"/>
          <ac:spMkLst>
            <pc:docMk/>
            <pc:sldMk cId="1107128572" sldId="2677"/>
            <ac:spMk id="128" creationId="{B64E44B3-8082-49C9-B14B-494ED72688A7}"/>
          </ac:spMkLst>
        </pc:spChg>
        <pc:spChg chg="add del mod">
          <ac:chgData name="Hur Jung" userId="763133add284fb2e" providerId="LiveId" clId="{63265192-7B44-45D3-A1BC-CD20A66879BE}" dt="2020-06-23T11:57:55.475" v="6841" actId="478"/>
          <ac:spMkLst>
            <pc:docMk/>
            <pc:sldMk cId="1107128572" sldId="2677"/>
            <ac:spMk id="129" creationId="{310A67ED-CC7D-4D7F-88B9-7C2D6AD9C8EA}"/>
          </ac:spMkLst>
        </pc:spChg>
        <pc:spChg chg="add del mod">
          <ac:chgData name="Hur Jung" userId="763133add284fb2e" providerId="LiveId" clId="{63265192-7B44-45D3-A1BC-CD20A66879BE}" dt="2020-06-23T11:57:55.475" v="6841" actId="478"/>
          <ac:spMkLst>
            <pc:docMk/>
            <pc:sldMk cId="1107128572" sldId="2677"/>
            <ac:spMk id="130" creationId="{9338E2D0-08A9-4DC5-8D87-A2C95E02DEE2}"/>
          </ac:spMkLst>
        </pc:spChg>
        <pc:spChg chg="mod">
          <ac:chgData name="Hur Jung" userId="763133add284fb2e" providerId="LiveId" clId="{63265192-7B44-45D3-A1BC-CD20A66879BE}" dt="2020-06-27T08:01:11.344" v="8824"/>
          <ac:spMkLst>
            <pc:docMk/>
            <pc:sldMk cId="1107128572" sldId="2677"/>
            <ac:spMk id="130" creationId="{D0710FE1-CD5F-400C-B98A-31E1A6EF0EA9}"/>
          </ac:spMkLst>
        </pc:spChg>
        <pc:spChg chg="add del mod">
          <ac:chgData name="Hur Jung" userId="763133add284fb2e" providerId="LiveId" clId="{63265192-7B44-45D3-A1BC-CD20A66879BE}" dt="2020-06-23T11:57:55.475" v="6841" actId="478"/>
          <ac:spMkLst>
            <pc:docMk/>
            <pc:sldMk cId="1107128572" sldId="2677"/>
            <ac:spMk id="131" creationId="{8D937609-629C-4542-BADA-B091309FE204}"/>
          </ac:spMkLst>
        </pc:spChg>
        <pc:spChg chg="add mod">
          <ac:chgData name="Hur Jung" userId="763133add284fb2e" providerId="LiveId" clId="{63265192-7B44-45D3-A1BC-CD20A66879BE}" dt="2020-06-27T08:04:05.858" v="8923" actId="1035"/>
          <ac:spMkLst>
            <pc:docMk/>
            <pc:sldMk cId="1107128572" sldId="2677"/>
            <ac:spMk id="132" creationId="{5379E672-B464-44EB-AD40-933FD7FE1E02}"/>
          </ac:spMkLst>
        </pc:spChg>
        <pc:spChg chg="add del mod">
          <ac:chgData name="Hur Jung" userId="763133add284fb2e" providerId="LiveId" clId="{63265192-7B44-45D3-A1BC-CD20A66879BE}" dt="2020-06-27T07:59:27.275" v="8792" actId="478"/>
          <ac:spMkLst>
            <pc:docMk/>
            <pc:sldMk cId="1107128572" sldId="2677"/>
            <ac:spMk id="133" creationId="{9F854C17-8E3B-47AE-879B-E8194ADC557D}"/>
          </ac:spMkLst>
        </pc:spChg>
        <pc:spChg chg="add del mod">
          <ac:chgData name="Hur Jung" userId="763133add284fb2e" providerId="LiveId" clId="{63265192-7B44-45D3-A1BC-CD20A66879BE}" dt="2020-06-27T08:00:00.420" v="8793" actId="478"/>
          <ac:spMkLst>
            <pc:docMk/>
            <pc:sldMk cId="1107128572" sldId="2677"/>
            <ac:spMk id="134" creationId="{52262990-2530-4756-A137-BCFF65E52CDD}"/>
          </ac:spMkLst>
        </pc:spChg>
        <pc:spChg chg="add mod">
          <ac:chgData name="Hur Jung" userId="763133add284fb2e" providerId="LiveId" clId="{63265192-7B44-45D3-A1BC-CD20A66879BE}" dt="2020-06-27T08:04:05.858" v="8923" actId="1035"/>
          <ac:spMkLst>
            <pc:docMk/>
            <pc:sldMk cId="1107128572" sldId="2677"/>
            <ac:spMk id="135" creationId="{90363FD3-2BD0-4029-9FD0-7D17DC23D64D}"/>
          </ac:spMkLst>
        </pc:spChg>
        <pc:spChg chg="add mod">
          <ac:chgData name="Hur Jung" userId="763133add284fb2e" providerId="LiveId" clId="{63265192-7B44-45D3-A1BC-CD20A66879BE}" dt="2020-06-27T08:04:05.858" v="8923" actId="1035"/>
          <ac:spMkLst>
            <pc:docMk/>
            <pc:sldMk cId="1107128572" sldId="2677"/>
            <ac:spMk id="136" creationId="{47D214DB-A9ED-4DCC-8225-F51D0D79E2AD}"/>
          </ac:spMkLst>
        </pc:spChg>
        <pc:spChg chg="add del mod">
          <ac:chgData name="Hur Jung" userId="763133add284fb2e" providerId="LiveId" clId="{63265192-7B44-45D3-A1BC-CD20A66879BE}" dt="2020-06-27T08:02:02.529" v="8876" actId="478"/>
          <ac:spMkLst>
            <pc:docMk/>
            <pc:sldMk cId="1107128572" sldId="2677"/>
            <ac:spMk id="137" creationId="{6853D207-FD78-456D-A2D0-2A44B871FDA7}"/>
          </ac:spMkLst>
        </pc:spChg>
        <pc:spChg chg="add mod">
          <ac:chgData name="Hur Jung" userId="763133add284fb2e" providerId="LiveId" clId="{63265192-7B44-45D3-A1BC-CD20A66879BE}" dt="2020-06-27T08:04:05.858" v="8923" actId="1035"/>
          <ac:spMkLst>
            <pc:docMk/>
            <pc:sldMk cId="1107128572" sldId="2677"/>
            <ac:spMk id="138" creationId="{BEC0A8A7-3E29-4ECE-89E0-ED436B82BD0A}"/>
          </ac:spMkLst>
        </pc:spChg>
        <pc:spChg chg="add mod">
          <ac:chgData name="Hur Jung" userId="763133add284fb2e" providerId="LiveId" clId="{63265192-7B44-45D3-A1BC-CD20A66879BE}" dt="2020-06-27T08:04:05.858" v="8923" actId="1035"/>
          <ac:spMkLst>
            <pc:docMk/>
            <pc:sldMk cId="1107128572" sldId="2677"/>
            <ac:spMk id="139" creationId="{84308BE5-AA17-42CD-86C2-F2B7916A6D66}"/>
          </ac:spMkLst>
        </pc:spChg>
        <pc:spChg chg="add mod">
          <ac:chgData name="Hur Jung" userId="763133add284fb2e" providerId="LiveId" clId="{63265192-7B44-45D3-A1BC-CD20A66879BE}" dt="2020-06-27T08:04:05.858" v="8923" actId="1035"/>
          <ac:spMkLst>
            <pc:docMk/>
            <pc:sldMk cId="1107128572" sldId="2677"/>
            <ac:spMk id="140" creationId="{C4A7C5A4-76AE-4863-A235-810D8205CA2D}"/>
          </ac:spMkLst>
        </pc:spChg>
        <pc:spChg chg="add mod">
          <ac:chgData name="Hur Jung" userId="763133add284fb2e" providerId="LiveId" clId="{63265192-7B44-45D3-A1BC-CD20A66879BE}" dt="2020-06-27T08:04:05.858" v="8923" actId="1035"/>
          <ac:spMkLst>
            <pc:docMk/>
            <pc:sldMk cId="1107128572" sldId="2677"/>
            <ac:spMk id="141" creationId="{CB332178-7BB6-4A1B-A99E-8763EB5C75A0}"/>
          </ac:spMkLst>
        </pc:spChg>
        <pc:spChg chg="mod">
          <ac:chgData name="Hur Jung" userId="763133add284fb2e" providerId="LiveId" clId="{63265192-7B44-45D3-A1BC-CD20A66879BE}" dt="2020-06-27T07:59:09.965" v="8780"/>
          <ac:spMkLst>
            <pc:docMk/>
            <pc:sldMk cId="1107128572" sldId="2677"/>
            <ac:spMk id="143" creationId="{FD0FFBAA-4448-4152-BE55-6B19E0F1E2D9}"/>
          </ac:spMkLst>
        </pc:spChg>
        <pc:spChg chg="add mod">
          <ac:chgData name="Hur Jung" userId="763133add284fb2e" providerId="LiveId" clId="{63265192-7B44-45D3-A1BC-CD20A66879BE}" dt="2020-06-27T08:04:05.858" v="8923" actId="1035"/>
          <ac:spMkLst>
            <pc:docMk/>
            <pc:sldMk cId="1107128572" sldId="2677"/>
            <ac:spMk id="145" creationId="{98BC9065-0F45-4D00-803E-A6F19FDE69D1}"/>
          </ac:spMkLst>
        </pc:spChg>
        <pc:spChg chg="add mod">
          <ac:chgData name="Hur Jung" userId="763133add284fb2e" providerId="LiveId" clId="{63265192-7B44-45D3-A1BC-CD20A66879BE}" dt="2020-06-27T08:04:05.858" v="8923" actId="1035"/>
          <ac:spMkLst>
            <pc:docMk/>
            <pc:sldMk cId="1107128572" sldId="2677"/>
            <ac:spMk id="146" creationId="{8653E71B-CFA9-4BD1-AB8D-83EA84486046}"/>
          </ac:spMkLst>
        </pc:spChg>
        <pc:spChg chg="add mod">
          <ac:chgData name="Hur Jung" userId="763133add284fb2e" providerId="LiveId" clId="{63265192-7B44-45D3-A1BC-CD20A66879BE}" dt="2020-06-27T08:04:05.858" v="8923" actId="1035"/>
          <ac:spMkLst>
            <pc:docMk/>
            <pc:sldMk cId="1107128572" sldId="2677"/>
            <ac:spMk id="147" creationId="{72783712-F55C-412E-ABC6-EFEC3A8D7ADD}"/>
          </ac:spMkLst>
        </pc:spChg>
        <pc:grpChg chg="del mod">
          <ac:chgData name="Hur Jung" userId="763133add284fb2e" providerId="LiveId" clId="{63265192-7B44-45D3-A1BC-CD20A66879BE}" dt="2020-06-23T11:55:31.703" v="6808" actId="478"/>
          <ac:grpSpMkLst>
            <pc:docMk/>
            <pc:sldMk cId="1107128572" sldId="2677"/>
            <ac:grpSpMk id="52" creationId="{853BB702-05A9-4679-B4FB-E4E99816A204}"/>
          </ac:grpSpMkLst>
        </pc:grpChg>
        <pc:grpChg chg="mod">
          <ac:chgData name="Hur Jung" userId="763133add284fb2e" providerId="LiveId" clId="{63265192-7B44-45D3-A1BC-CD20A66879BE}" dt="2020-06-27T08:04:05.858" v="8923" actId="1035"/>
          <ac:grpSpMkLst>
            <pc:docMk/>
            <pc:sldMk cId="1107128572" sldId="2677"/>
            <ac:grpSpMk id="65" creationId="{B3EF6601-9612-4AB1-8F2D-178DBD00FE31}"/>
          </ac:grpSpMkLst>
        </pc:grpChg>
        <pc:grpChg chg="mod">
          <ac:chgData name="Hur Jung" userId="763133add284fb2e" providerId="LiveId" clId="{63265192-7B44-45D3-A1BC-CD20A66879BE}" dt="2020-06-27T08:04:05.858" v="8923" actId="1035"/>
          <ac:grpSpMkLst>
            <pc:docMk/>
            <pc:sldMk cId="1107128572" sldId="2677"/>
            <ac:grpSpMk id="68" creationId="{79684B8C-81C7-47F1-9253-844BBE3B487E}"/>
          </ac:grpSpMkLst>
        </pc:grpChg>
        <pc:grpChg chg="del mod">
          <ac:chgData name="Hur Jung" userId="763133add284fb2e" providerId="LiveId" clId="{63265192-7B44-45D3-A1BC-CD20A66879BE}" dt="2020-06-27T07:59:09.479" v="8779" actId="478"/>
          <ac:grpSpMkLst>
            <pc:docMk/>
            <pc:sldMk cId="1107128572" sldId="2677"/>
            <ac:grpSpMk id="74" creationId="{BF26CD66-7467-410B-B4B9-47123CB0834F}"/>
          </ac:grpSpMkLst>
        </pc:grpChg>
        <pc:grpChg chg="add del mod">
          <ac:chgData name="Hur Jung" userId="763133add284fb2e" providerId="LiveId" clId="{63265192-7B44-45D3-A1BC-CD20A66879BE}" dt="2020-06-27T08:03:29.899" v="8902" actId="478"/>
          <ac:grpSpMkLst>
            <pc:docMk/>
            <pc:sldMk cId="1107128572" sldId="2677"/>
            <ac:grpSpMk id="80" creationId="{11962F1A-2A16-4CEF-AC22-E99B7172BE83}"/>
          </ac:grpSpMkLst>
        </pc:grpChg>
        <pc:grpChg chg="del mod">
          <ac:chgData name="Hur Jung" userId="763133add284fb2e" providerId="LiveId" clId="{63265192-7B44-45D3-A1BC-CD20A66879BE}" dt="2020-06-27T07:58:05.194" v="8725" actId="478"/>
          <ac:grpSpMkLst>
            <pc:docMk/>
            <pc:sldMk cId="1107128572" sldId="2677"/>
            <ac:grpSpMk id="84" creationId="{6938FB32-1FFF-40BD-AF8E-8799670DF41B}"/>
          </ac:grpSpMkLst>
        </pc:grpChg>
        <pc:grpChg chg="del mod">
          <ac:chgData name="Hur Jung" userId="763133add284fb2e" providerId="LiveId" clId="{63265192-7B44-45D3-A1BC-CD20A66879BE}" dt="2020-06-27T07:59:09.479" v="8779" actId="478"/>
          <ac:grpSpMkLst>
            <pc:docMk/>
            <pc:sldMk cId="1107128572" sldId="2677"/>
            <ac:grpSpMk id="89" creationId="{9654499A-605F-45DD-9BD2-09D405CF37B3}"/>
          </ac:grpSpMkLst>
        </pc:grpChg>
        <pc:grpChg chg="add del mod">
          <ac:chgData name="Hur Jung" userId="763133add284fb2e" providerId="LiveId" clId="{63265192-7B44-45D3-A1BC-CD20A66879BE}" dt="2020-06-23T11:57:55.475" v="6841" actId="478"/>
          <ac:grpSpMkLst>
            <pc:docMk/>
            <pc:sldMk cId="1107128572" sldId="2677"/>
            <ac:grpSpMk id="96" creationId="{46CFAF2E-BFF2-4F3D-AB9B-8471091BDA5A}"/>
          </ac:grpSpMkLst>
        </pc:grpChg>
        <pc:grpChg chg="add del mod">
          <ac:chgData name="Hur Jung" userId="763133add284fb2e" providerId="LiveId" clId="{63265192-7B44-45D3-A1BC-CD20A66879BE}" dt="2020-06-27T07:55:51.763" v="8710" actId="478"/>
          <ac:grpSpMkLst>
            <pc:docMk/>
            <pc:sldMk cId="1107128572" sldId="2677"/>
            <ac:grpSpMk id="98" creationId="{DB9D47C4-29E0-425B-AE7A-5A8F20CD5789}"/>
          </ac:grpSpMkLst>
        </pc:grpChg>
        <pc:grpChg chg="add del mod">
          <ac:chgData name="Hur Jung" userId="763133add284fb2e" providerId="LiveId" clId="{63265192-7B44-45D3-A1BC-CD20A66879BE}" dt="2020-06-23T11:57:55.475" v="6841" actId="478"/>
          <ac:grpSpMkLst>
            <pc:docMk/>
            <pc:sldMk cId="1107128572" sldId="2677"/>
            <ac:grpSpMk id="104" creationId="{315B48A3-9CE0-41E9-A82E-8D5EDA91F0F0}"/>
          </ac:grpSpMkLst>
        </pc:grpChg>
        <pc:grpChg chg="add del mod">
          <ac:chgData name="Hur Jung" userId="763133add284fb2e" providerId="LiveId" clId="{63265192-7B44-45D3-A1BC-CD20A66879BE}" dt="2020-06-27T07:55:26.247" v="8702" actId="478"/>
          <ac:grpSpMkLst>
            <pc:docMk/>
            <pc:sldMk cId="1107128572" sldId="2677"/>
            <ac:grpSpMk id="106" creationId="{712EA64D-A23A-40D4-A333-A414B9C4884B}"/>
          </ac:grpSpMkLst>
        </pc:grpChg>
        <pc:grpChg chg="add del mod">
          <ac:chgData name="Hur Jung" userId="763133add284fb2e" providerId="LiveId" clId="{63265192-7B44-45D3-A1BC-CD20A66879BE}" dt="2020-06-23T11:57:55.475" v="6841" actId="478"/>
          <ac:grpSpMkLst>
            <pc:docMk/>
            <pc:sldMk cId="1107128572" sldId="2677"/>
            <ac:grpSpMk id="108" creationId="{0C02B63C-EE87-41B6-B1C5-A2CB521A1400}"/>
          </ac:grpSpMkLst>
        </pc:grpChg>
        <pc:grpChg chg="add del mod">
          <ac:chgData name="Hur Jung" userId="763133add284fb2e" providerId="LiveId" clId="{63265192-7B44-45D3-A1BC-CD20A66879BE}" dt="2020-06-27T08:00:00.420" v="8793" actId="478"/>
          <ac:grpSpMkLst>
            <pc:docMk/>
            <pc:sldMk cId="1107128572" sldId="2677"/>
            <ac:grpSpMk id="112" creationId="{8A76D926-F91D-4FC2-A084-D5EC59653927}"/>
          </ac:grpSpMkLst>
        </pc:grpChg>
        <pc:grpChg chg="add del mod">
          <ac:chgData name="Hur Jung" userId="763133add284fb2e" providerId="LiveId" clId="{63265192-7B44-45D3-A1BC-CD20A66879BE}" dt="2020-06-23T11:57:55.475" v="6841" actId="478"/>
          <ac:grpSpMkLst>
            <pc:docMk/>
            <pc:sldMk cId="1107128572" sldId="2677"/>
            <ac:grpSpMk id="112" creationId="{B00D576B-8F11-4C05-AF73-8006FB35B92D}"/>
          </ac:grpSpMkLst>
        </pc:grpChg>
        <pc:grpChg chg="add del mod">
          <ac:chgData name="Hur Jung" userId="763133add284fb2e" providerId="LiveId" clId="{63265192-7B44-45D3-A1BC-CD20A66879BE}" dt="2020-06-27T07:59:23.990" v="8791" actId="478"/>
          <ac:grpSpMkLst>
            <pc:docMk/>
            <pc:sldMk cId="1107128572" sldId="2677"/>
            <ac:grpSpMk id="120" creationId="{36F426D6-D338-4F80-8003-D8FEC0ED6CB1}"/>
          </ac:grpSpMkLst>
        </pc:grpChg>
        <pc:grpChg chg="add del mod">
          <ac:chgData name="Hur Jung" userId="763133add284fb2e" providerId="LiveId" clId="{63265192-7B44-45D3-A1BC-CD20A66879BE}" dt="2020-06-27T08:02:39.453" v="8892" actId="478"/>
          <ac:grpSpMkLst>
            <pc:docMk/>
            <pc:sldMk cId="1107128572" sldId="2677"/>
            <ac:grpSpMk id="125" creationId="{E005B9A7-A3B9-49C5-BEEE-87FA2E29D681}"/>
          </ac:grpSpMkLst>
        </pc:grpChg>
        <pc:grpChg chg="add del mod">
          <ac:chgData name="Hur Jung" userId="763133add284fb2e" providerId="LiveId" clId="{63265192-7B44-45D3-A1BC-CD20A66879BE}" dt="2020-06-23T11:57:55.475" v="6841" actId="478"/>
          <ac:grpSpMkLst>
            <pc:docMk/>
            <pc:sldMk cId="1107128572" sldId="2677"/>
            <ac:grpSpMk id="126" creationId="{AA9CA647-C746-497C-BDC8-0622DCA53348}"/>
          </ac:grpSpMkLst>
        </pc:grpChg>
        <pc:grpChg chg="add mod">
          <ac:chgData name="Hur Jung" userId="763133add284fb2e" providerId="LiveId" clId="{63265192-7B44-45D3-A1BC-CD20A66879BE}" dt="2020-06-27T08:04:05.858" v="8923" actId="1035"/>
          <ac:grpSpMkLst>
            <pc:docMk/>
            <pc:sldMk cId="1107128572" sldId="2677"/>
            <ac:grpSpMk id="129" creationId="{D0E0688A-3D0C-43BF-BAA1-C6713CD03CB2}"/>
          </ac:grpSpMkLst>
        </pc:grpChg>
        <pc:grpChg chg="add mod">
          <ac:chgData name="Hur Jung" userId="763133add284fb2e" providerId="LiveId" clId="{63265192-7B44-45D3-A1BC-CD20A66879BE}" dt="2020-06-27T08:04:05.858" v="8923" actId="1035"/>
          <ac:grpSpMkLst>
            <pc:docMk/>
            <pc:sldMk cId="1107128572" sldId="2677"/>
            <ac:grpSpMk id="142" creationId="{CBA0E457-FE9C-4E2F-8D74-90DEBF13E519}"/>
          </ac:grpSpMkLst>
        </pc:grpChg>
        <pc:picChg chg="mod">
          <ac:chgData name="Hur Jung" userId="763133add284fb2e" providerId="LiveId" clId="{63265192-7B44-45D3-A1BC-CD20A66879BE}" dt="2020-06-27T07:46:22.474" v="8536" actId="1038"/>
          <ac:picMkLst>
            <pc:docMk/>
            <pc:sldMk cId="1107128572" sldId="2677"/>
            <ac:picMk id="91" creationId="{43625B38-B072-4F0F-B1DB-57FC7A175A46}"/>
          </ac:picMkLst>
        </pc:picChg>
        <pc:picChg chg="mod">
          <ac:chgData name="Hur Jung" userId="763133add284fb2e" providerId="LiveId" clId="{63265192-7B44-45D3-A1BC-CD20A66879BE}" dt="2020-06-27T07:41:19.371" v="8423"/>
          <ac:picMkLst>
            <pc:docMk/>
            <pc:sldMk cId="1107128572" sldId="2677"/>
            <ac:picMk id="93" creationId="{F974F892-4784-40F5-A57F-B0676876A652}"/>
          </ac:picMkLst>
        </pc:picChg>
        <pc:picChg chg="mod">
          <ac:chgData name="Hur Jung" userId="763133add284fb2e" providerId="LiveId" clId="{63265192-7B44-45D3-A1BC-CD20A66879BE}" dt="2020-06-23T11:54:26.368" v="6727"/>
          <ac:picMkLst>
            <pc:docMk/>
            <pc:sldMk cId="1107128572" sldId="2677"/>
            <ac:picMk id="98" creationId="{38C833C4-0B2E-47B3-8DB7-86F737729E55}"/>
          </ac:picMkLst>
        </pc:picChg>
        <pc:picChg chg="mod">
          <ac:chgData name="Hur Jung" userId="763133add284fb2e" providerId="LiveId" clId="{63265192-7B44-45D3-A1BC-CD20A66879BE}" dt="2020-06-27T07:46:57.581" v="8544"/>
          <ac:picMkLst>
            <pc:docMk/>
            <pc:sldMk cId="1107128572" sldId="2677"/>
            <ac:picMk id="100" creationId="{052CC6D9-D6F2-44B5-971B-3384DC4C6F30}"/>
          </ac:picMkLst>
        </pc:picChg>
        <pc:picChg chg="mod">
          <ac:chgData name="Hur Jung" userId="763133add284fb2e" providerId="LiveId" clId="{63265192-7B44-45D3-A1BC-CD20A66879BE}" dt="2020-06-23T11:54:26.368" v="6727"/>
          <ac:picMkLst>
            <pc:docMk/>
            <pc:sldMk cId="1107128572" sldId="2677"/>
            <ac:picMk id="106" creationId="{3689A78B-C58B-48E7-83D2-BA96A9650E79}"/>
          </ac:picMkLst>
        </pc:picChg>
        <pc:picChg chg="mod">
          <ac:chgData name="Hur Jung" userId="763133add284fb2e" providerId="LiveId" clId="{63265192-7B44-45D3-A1BC-CD20A66879BE}" dt="2020-06-27T07:51:06.730" v="8663"/>
          <ac:picMkLst>
            <pc:docMk/>
            <pc:sldMk cId="1107128572" sldId="2677"/>
            <ac:picMk id="108" creationId="{781BDF7C-48A1-49A8-8FF2-9B752C2FD736}"/>
          </ac:picMkLst>
        </pc:picChg>
        <pc:picChg chg="mod">
          <ac:chgData name="Hur Jung" userId="763133add284fb2e" providerId="LiveId" clId="{63265192-7B44-45D3-A1BC-CD20A66879BE}" dt="2020-06-23T11:54:26.368" v="6727"/>
          <ac:picMkLst>
            <pc:docMk/>
            <pc:sldMk cId="1107128572" sldId="2677"/>
            <ac:picMk id="110" creationId="{EE9B4767-E834-41C1-B16A-A95934E383B6}"/>
          </ac:picMkLst>
        </pc:picChg>
        <pc:picChg chg="mod">
          <ac:chgData name="Hur Jung" userId="763133add284fb2e" providerId="LiveId" clId="{63265192-7B44-45D3-A1BC-CD20A66879BE}" dt="2020-06-27T07:59:09.965" v="8780"/>
          <ac:picMkLst>
            <pc:docMk/>
            <pc:sldMk cId="1107128572" sldId="2677"/>
            <ac:picMk id="114" creationId="{BE32C6AE-CC3D-4905-B4FE-AB3786A390B1}"/>
          </ac:picMkLst>
        </pc:picChg>
        <pc:picChg chg="mod">
          <ac:chgData name="Hur Jung" userId="763133add284fb2e" providerId="LiveId" clId="{63265192-7B44-45D3-A1BC-CD20A66879BE}" dt="2020-06-23T11:54:26.368" v="6727"/>
          <ac:picMkLst>
            <pc:docMk/>
            <pc:sldMk cId="1107128572" sldId="2677"/>
            <ac:picMk id="114" creationId="{BF410962-5CCD-4661-825D-085254FF7676}"/>
          </ac:picMkLst>
        </pc:picChg>
        <pc:picChg chg="mod">
          <ac:chgData name="Hur Jung" userId="763133add284fb2e" providerId="LiveId" clId="{63265192-7B44-45D3-A1BC-CD20A66879BE}" dt="2020-06-27T07:59:09.965" v="8780"/>
          <ac:picMkLst>
            <pc:docMk/>
            <pc:sldMk cId="1107128572" sldId="2677"/>
            <ac:picMk id="122" creationId="{8515E7CA-A7B7-4195-ACF8-9753B30DA250}"/>
          </ac:picMkLst>
        </pc:picChg>
        <pc:picChg chg="del mod topLvl">
          <ac:chgData name="Hur Jung" userId="763133add284fb2e" providerId="LiveId" clId="{63265192-7B44-45D3-A1BC-CD20A66879BE}" dt="2020-06-27T08:02:39.453" v="8892" actId="478"/>
          <ac:picMkLst>
            <pc:docMk/>
            <pc:sldMk cId="1107128572" sldId="2677"/>
            <ac:picMk id="127" creationId="{9CBB0190-1B18-4ED5-8F4B-F58E915F567F}"/>
          </ac:picMkLst>
        </pc:picChg>
        <pc:picChg chg="mod">
          <ac:chgData name="Hur Jung" userId="763133add284fb2e" providerId="LiveId" clId="{63265192-7B44-45D3-A1BC-CD20A66879BE}" dt="2020-06-23T11:54:26.368" v="6727"/>
          <ac:picMkLst>
            <pc:docMk/>
            <pc:sldMk cId="1107128572" sldId="2677"/>
            <ac:picMk id="128" creationId="{DC0BC8E7-2F53-4BFB-AEFE-C12BA2A8A702}"/>
          </ac:picMkLst>
        </pc:picChg>
        <pc:picChg chg="mod">
          <ac:chgData name="Hur Jung" userId="763133add284fb2e" providerId="LiveId" clId="{63265192-7B44-45D3-A1BC-CD20A66879BE}" dt="2020-06-27T07:59:09.965" v="8780"/>
          <ac:picMkLst>
            <pc:docMk/>
            <pc:sldMk cId="1107128572" sldId="2677"/>
            <ac:picMk id="131" creationId="{F69555E0-5C98-4FFE-B4BE-C1A5472C55B1}"/>
          </ac:picMkLst>
        </pc:picChg>
        <pc:picChg chg="mod">
          <ac:chgData name="Hur Jung" userId="763133add284fb2e" providerId="LiveId" clId="{63265192-7B44-45D3-A1BC-CD20A66879BE}" dt="2020-06-27T07:59:09.965" v="8780"/>
          <ac:picMkLst>
            <pc:docMk/>
            <pc:sldMk cId="1107128572" sldId="2677"/>
            <ac:picMk id="144" creationId="{ADE30384-7547-4DEE-A3A1-E10D1C6B891E}"/>
          </ac:picMkLst>
        </pc:picChg>
      </pc:sldChg>
      <pc:sldChg chg="addSp delSp modSp mod">
        <pc:chgData name="Hur Jung" userId="763133add284fb2e" providerId="LiveId" clId="{63265192-7B44-45D3-A1BC-CD20A66879BE}" dt="2020-06-28T01:30:27.341" v="10677"/>
        <pc:sldMkLst>
          <pc:docMk/>
          <pc:sldMk cId="3026020628" sldId="2678"/>
        </pc:sldMkLst>
        <pc:spChg chg="mod">
          <ac:chgData name="Hur Jung" userId="763133add284fb2e" providerId="LiveId" clId="{63265192-7B44-45D3-A1BC-CD20A66879BE}" dt="2020-06-27T08:07:30.904" v="8968"/>
          <ac:spMkLst>
            <pc:docMk/>
            <pc:sldMk cId="3026020628" sldId="2678"/>
            <ac:spMk id="2" creationId="{7BD81DA4-00B3-4972-8588-E928EC125314}"/>
          </ac:spMkLst>
        </pc:spChg>
        <pc:spChg chg="mod">
          <ac:chgData name="Hur Jung" userId="763133add284fb2e" providerId="LiveId" clId="{63265192-7B44-45D3-A1BC-CD20A66879BE}" dt="2020-06-27T08:06:49.234" v="8954" actId="1035"/>
          <ac:spMkLst>
            <pc:docMk/>
            <pc:sldMk cId="3026020628" sldId="2678"/>
            <ac:spMk id="38" creationId="{89212CD5-7609-4C6E-8361-57DE0D475F71}"/>
          </ac:spMkLst>
        </pc:spChg>
        <pc:spChg chg="mod">
          <ac:chgData name="Hur Jung" userId="763133add284fb2e" providerId="LiveId" clId="{63265192-7B44-45D3-A1BC-CD20A66879BE}" dt="2020-06-27T08:06:49.234" v="8954" actId="1035"/>
          <ac:spMkLst>
            <pc:docMk/>
            <pc:sldMk cId="3026020628" sldId="2678"/>
            <ac:spMk id="39" creationId="{A8749162-7050-48C6-A806-66DAB7C1B71E}"/>
          </ac:spMkLst>
        </pc:spChg>
        <pc:spChg chg="del mod">
          <ac:chgData name="Hur Jung" userId="763133add284fb2e" providerId="LiveId" clId="{63265192-7B44-45D3-A1BC-CD20A66879BE}" dt="2020-06-27T08:05:18.397" v="8924" actId="478"/>
          <ac:spMkLst>
            <pc:docMk/>
            <pc:sldMk cId="3026020628" sldId="2678"/>
            <ac:spMk id="40" creationId="{E30C14A6-7E4B-49E1-9F4B-5420C3C362DD}"/>
          </ac:spMkLst>
        </pc:spChg>
        <pc:spChg chg="del mod">
          <ac:chgData name="Hur Jung" userId="763133add284fb2e" providerId="LiveId" clId="{63265192-7B44-45D3-A1BC-CD20A66879BE}" dt="2020-06-27T08:05:18.397" v="8924" actId="478"/>
          <ac:spMkLst>
            <pc:docMk/>
            <pc:sldMk cId="3026020628" sldId="2678"/>
            <ac:spMk id="41" creationId="{6C362150-9F5B-4E58-851D-1B67BDA2FAF9}"/>
          </ac:spMkLst>
        </pc:spChg>
        <pc:spChg chg="mod">
          <ac:chgData name="Hur Jung" userId="763133add284fb2e" providerId="LiveId" clId="{63265192-7B44-45D3-A1BC-CD20A66879BE}" dt="2020-06-27T08:07:37.080" v="8969" actId="1076"/>
          <ac:spMkLst>
            <pc:docMk/>
            <pc:sldMk cId="3026020628" sldId="2678"/>
            <ac:spMk id="42" creationId="{A15C03E5-B116-4137-9352-852D2B248844}"/>
          </ac:spMkLst>
        </pc:spChg>
        <pc:spChg chg="add mod">
          <ac:chgData name="Hur Jung" userId="763133add284fb2e" providerId="LiveId" clId="{63265192-7B44-45D3-A1BC-CD20A66879BE}" dt="2020-06-13T01:17:21.040" v="291" actId="1037"/>
          <ac:spMkLst>
            <pc:docMk/>
            <pc:sldMk cId="3026020628" sldId="2678"/>
            <ac:spMk id="43" creationId="{D615C148-30B1-4103-B28C-FFD7F47EB319}"/>
          </ac:spMkLst>
        </pc:spChg>
        <pc:spChg chg="add mod">
          <ac:chgData name="Hur Jung" userId="763133add284fb2e" providerId="LiveId" clId="{63265192-7B44-45D3-A1BC-CD20A66879BE}" dt="2020-06-27T08:06:49.234" v="8954" actId="1035"/>
          <ac:spMkLst>
            <pc:docMk/>
            <pc:sldMk cId="3026020628" sldId="2678"/>
            <ac:spMk id="44" creationId="{57336517-DE37-4469-BB89-B4DE23A6C005}"/>
          </ac:spMkLst>
        </pc:spChg>
        <pc:spChg chg="add del mod">
          <ac:chgData name="Hur Jung" userId="763133add284fb2e" providerId="LiveId" clId="{63265192-7B44-45D3-A1BC-CD20A66879BE}" dt="2020-06-13T01:22:32.767" v="377" actId="478"/>
          <ac:spMkLst>
            <pc:docMk/>
            <pc:sldMk cId="3026020628" sldId="2678"/>
            <ac:spMk id="44" creationId="{9AE12148-DD75-4DB3-BB34-F95C62CB3ADC}"/>
          </ac:spMkLst>
        </pc:spChg>
        <pc:spChg chg="add del mod">
          <ac:chgData name="Hur Jung" userId="763133add284fb2e" providerId="LiveId" clId="{63265192-7B44-45D3-A1BC-CD20A66879BE}" dt="2020-06-27T08:07:44.404" v="8970" actId="478"/>
          <ac:spMkLst>
            <pc:docMk/>
            <pc:sldMk cId="3026020628" sldId="2678"/>
            <ac:spMk id="45" creationId="{5ADBFAE4-183E-4208-9EAE-F9D9656D5857}"/>
          </ac:spMkLst>
        </pc:spChg>
        <pc:spChg chg="del mod">
          <ac:chgData name="Hur Jung" userId="763133add284fb2e" providerId="LiveId" clId="{63265192-7B44-45D3-A1BC-CD20A66879BE}" dt="2020-06-27T08:05:18.397" v="8924" actId="478"/>
          <ac:spMkLst>
            <pc:docMk/>
            <pc:sldMk cId="3026020628" sldId="2678"/>
            <ac:spMk id="47" creationId="{F015B850-5D62-41BF-9D0E-0DC5CFF167C5}"/>
          </ac:spMkLst>
        </pc:spChg>
        <pc:spChg chg="add mod">
          <ac:chgData name="Hur Jung" userId="763133add284fb2e" providerId="LiveId" clId="{63265192-7B44-45D3-A1BC-CD20A66879BE}" dt="2020-06-27T08:06:49.234" v="8954" actId="1035"/>
          <ac:spMkLst>
            <pc:docMk/>
            <pc:sldMk cId="3026020628" sldId="2678"/>
            <ac:spMk id="48" creationId="{B8C03735-EDFF-41CD-919C-E8116138D311}"/>
          </ac:spMkLst>
        </pc:spChg>
        <pc:spChg chg="del mod">
          <ac:chgData name="Hur Jung" userId="763133add284fb2e" providerId="LiveId" clId="{63265192-7B44-45D3-A1BC-CD20A66879BE}" dt="2020-06-27T08:05:18.397" v="8924" actId="478"/>
          <ac:spMkLst>
            <pc:docMk/>
            <pc:sldMk cId="3026020628" sldId="2678"/>
            <ac:spMk id="49" creationId="{482E6EE6-0242-49EE-8C53-DB76A22C4BCE}"/>
          </ac:spMkLst>
        </pc:spChg>
        <pc:spChg chg="del mod">
          <ac:chgData name="Hur Jung" userId="763133add284fb2e" providerId="LiveId" clId="{63265192-7B44-45D3-A1BC-CD20A66879BE}" dt="2020-06-27T08:05:18.397" v="8924" actId="478"/>
          <ac:spMkLst>
            <pc:docMk/>
            <pc:sldMk cId="3026020628" sldId="2678"/>
            <ac:spMk id="50" creationId="{23728CB6-7172-4A04-BDF9-5FFB7BF0573C}"/>
          </ac:spMkLst>
        </pc:spChg>
        <pc:spChg chg="add mod">
          <ac:chgData name="Hur Jung" userId="763133add284fb2e" providerId="LiveId" clId="{63265192-7B44-45D3-A1BC-CD20A66879BE}" dt="2020-06-27T08:06:55.522" v="8957"/>
          <ac:spMkLst>
            <pc:docMk/>
            <pc:sldMk cId="3026020628" sldId="2678"/>
            <ac:spMk id="51" creationId="{5B876824-8862-4325-B842-DE7D3315BCB3}"/>
          </ac:spMkLst>
        </pc:spChg>
        <pc:spChg chg="add mod">
          <ac:chgData name="Hur Jung" userId="763133add284fb2e" providerId="LiveId" clId="{63265192-7B44-45D3-A1BC-CD20A66879BE}" dt="2020-06-28T01:30:27.341" v="10677"/>
          <ac:spMkLst>
            <pc:docMk/>
            <pc:sldMk cId="3026020628" sldId="2678"/>
            <ac:spMk id="52" creationId="{3F91D8E1-5B6A-4C57-AADF-C21E9AA6A72D}"/>
          </ac:spMkLst>
        </pc:spChg>
        <pc:spChg chg="add mod">
          <ac:chgData name="Hur Jung" userId="763133add284fb2e" providerId="LiveId" clId="{63265192-7B44-45D3-A1BC-CD20A66879BE}" dt="2020-06-27T08:06:49.234" v="8954" actId="1035"/>
          <ac:spMkLst>
            <pc:docMk/>
            <pc:sldMk cId="3026020628" sldId="2678"/>
            <ac:spMk id="53" creationId="{ED35A38C-B6A8-4CAF-B132-8DF9C9E6B7CE}"/>
          </ac:spMkLst>
        </pc:spChg>
        <pc:spChg chg="add mod">
          <ac:chgData name="Hur Jung" userId="763133add284fb2e" providerId="LiveId" clId="{63265192-7B44-45D3-A1BC-CD20A66879BE}" dt="2020-06-27T08:06:49.234" v="8954" actId="1035"/>
          <ac:spMkLst>
            <pc:docMk/>
            <pc:sldMk cId="3026020628" sldId="2678"/>
            <ac:spMk id="54" creationId="{F5937783-408A-4687-8FB0-1A5BEA7985F6}"/>
          </ac:spMkLst>
        </pc:spChg>
        <pc:spChg chg="add del mod">
          <ac:chgData name="Hur Jung" userId="763133add284fb2e" providerId="LiveId" clId="{63265192-7B44-45D3-A1BC-CD20A66879BE}" dt="2020-06-27T08:06:24.414" v="8938" actId="478"/>
          <ac:spMkLst>
            <pc:docMk/>
            <pc:sldMk cId="3026020628" sldId="2678"/>
            <ac:spMk id="55" creationId="{68A9D585-66A6-4896-9AC1-EEF64C5AFA46}"/>
          </ac:spMkLst>
        </pc:spChg>
        <pc:spChg chg="add mod">
          <ac:chgData name="Hur Jung" userId="763133add284fb2e" providerId="LiveId" clId="{63265192-7B44-45D3-A1BC-CD20A66879BE}" dt="2020-06-27T08:06:49.234" v="8954" actId="1035"/>
          <ac:spMkLst>
            <pc:docMk/>
            <pc:sldMk cId="3026020628" sldId="2678"/>
            <ac:spMk id="56" creationId="{38CE9FA0-FA45-469C-8D09-3D517647D0A1}"/>
          </ac:spMkLst>
        </pc:spChg>
        <pc:spChg chg="add mod">
          <ac:chgData name="Hur Jung" userId="763133add284fb2e" providerId="LiveId" clId="{63265192-7B44-45D3-A1BC-CD20A66879BE}" dt="2020-06-27T08:06:49.234" v="8954" actId="1035"/>
          <ac:spMkLst>
            <pc:docMk/>
            <pc:sldMk cId="3026020628" sldId="2678"/>
            <ac:spMk id="57" creationId="{ED73A243-F327-47D3-B488-2C5D0953C697}"/>
          </ac:spMkLst>
        </pc:spChg>
        <pc:spChg chg="add mod">
          <ac:chgData name="Hur Jung" userId="763133add284fb2e" providerId="LiveId" clId="{63265192-7B44-45D3-A1BC-CD20A66879BE}" dt="2020-06-27T08:06:49.234" v="8954" actId="1035"/>
          <ac:spMkLst>
            <pc:docMk/>
            <pc:sldMk cId="3026020628" sldId="2678"/>
            <ac:spMk id="58" creationId="{C281C1E5-5D0C-47E6-8DAB-46DED8224CF9}"/>
          </ac:spMkLst>
        </pc:spChg>
        <pc:spChg chg="add mod">
          <ac:chgData name="Hur Jung" userId="763133add284fb2e" providerId="LiveId" clId="{63265192-7B44-45D3-A1BC-CD20A66879BE}" dt="2020-06-27T08:10:50.705" v="9003"/>
          <ac:spMkLst>
            <pc:docMk/>
            <pc:sldMk cId="3026020628" sldId="2678"/>
            <ac:spMk id="59" creationId="{475F12BE-D406-41C0-A4A1-9354E33C753D}"/>
          </ac:spMkLst>
        </pc:spChg>
        <pc:spChg chg="add mod">
          <ac:chgData name="Hur Jung" userId="763133add284fb2e" providerId="LiveId" clId="{63265192-7B44-45D3-A1BC-CD20A66879BE}" dt="2020-06-27T08:10:50.705" v="9003"/>
          <ac:spMkLst>
            <pc:docMk/>
            <pc:sldMk cId="3026020628" sldId="2678"/>
            <ac:spMk id="60" creationId="{2C4F4E9D-7C5F-4784-8CA2-EEC5C41375CB}"/>
          </ac:spMkLst>
        </pc:spChg>
        <pc:spChg chg="add mod">
          <ac:chgData name="Hur Jung" userId="763133add284fb2e" providerId="LiveId" clId="{63265192-7B44-45D3-A1BC-CD20A66879BE}" dt="2020-06-27T08:06:49.234" v="8954" actId="1035"/>
          <ac:spMkLst>
            <pc:docMk/>
            <pc:sldMk cId="3026020628" sldId="2678"/>
            <ac:spMk id="61" creationId="{5A30CE03-74CC-4365-941E-3859E245E184}"/>
          </ac:spMkLst>
        </pc:spChg>
        <pc:spChg chg="add del mod">
          <ac:chgData name="Hur Jung" userId="763133add284fb2e" providerId="LiveId" clId="{63265192-7B44-45D3-A1BC-CD20A66879BE}" dt="2020-06-27T08:06:20.184" v="8937" actId="478"/>
          <ac:spMkLst>
            <pc:docMk/>
            <pc:sldMk cId="3026020628" sldId="2678"/>
            <ac:spMk id="62" creationId="{92CCB1E2-7148-4984-88F4-55CC88D97AD2}"/>
          </ac:spMkLst>
        </pc:spChg>
        <pc:spChg chg="del mod">
          <ac:chgData name="Hur Jung" userId="763133add284fb2e" providerId="LiveId" clId="{63265192-7B44-45D3-A1BC-CD20A66879BE}" dt="2020-06-27T08:05:18.397" v="8924" actId="478"/>
          <ac:spMkLst>
            <pc:docMk/>
            <pc:sldMk cId="3026020628" sldId="2678"/>
            <ac:spMk id="63" creationId="{B9E2AA8D-D922-4356-ACA0-B8FD8415C795}"/>
          </ac:spMkLst>
        </pc:spChg>
        <pc:spChg chg="mod">
          <ac:chgData name="Hur Jung" userId="763133add284fb2e" providerId="LiveId" clId="{63265192-7B44-45D3-A1BC-CD20A66879BE}" dt="2020-06-27T08:10:41.635" v="9001" actId="14100"/>
          <ac:spMkLst>
            <pc:docMk/>
            <pc:sldMk cId="3026020628" sldId="2678"/>
            <ac:spMk id="64" creationId="{6E4ED1B1-CE08-4424-A85D-BE2F75E9D3D9}"/>
          </ac:spMkLst>
        </pc:spChg>
        <pc:spChg chg="add mod">
          <ac:chgData name="Hur Jung" userId="763133add284fb2e" providerId="LiveId" clId="{63265192-7B44-45D3-A1BC-CD20A66879BE}" dt="2020-06-27T08:06:49.234" v="8954" actId="1035"/>
          <ac:spMkLst>
            <pc:docMk/>
            <pc:sldMk cId="3026020628" sldId="2678"/>
            <ac:spMk id="65" creationId="{A3F1A625-BD58-4285-B989-DDDFB2A3CF32}"/>
          </ac:spMkLst>
        </pc:spChg>
        <pc:spChg chg="add mod">
          <ac:chgData name="Hur Jung" userId="763133add284fb2e" providerId="LiveId" clId="{63265192-7B44-45D3-A1BC-CD20A66879BE}" dt="2020-06-27T08:10:55.803" v="9005"/>
          <ac:spMkLst>
            <pc:docMk/>
            <pc:sldMk cId="3026020628" sldId="2678"/>
            <ac:spMk id="66" creationId="{1795FD0D-81BC-4E7E-812D-4E687A3F0944}"/>
          </ac:spMkLst>
        </pc:spChg>
        <pc:spChg chg="mod topLvl">
          <ac:chgData name="Hur Jung" userId="763133add284fb2e" providerId="LiveId" clId="{63265192-7B44-45D3-A1BC-CD20A66879BE}" dt="2020-06-27T08:06:49.234" v="8954" actId="1035"/>
          <ac:spMkLst>
            <pc:docMk/>
            <pc:sldMk cId="3026020628" sldId="2678"/>
            <ac:spMk id="68" creationId="{DEFEED37-D797-4AC6-88AD-71315E48CEE8}"/>
          </ac:spMkLst>
        </pc:spChg>
        <pc:spChg chg="add del mod">
          <ac:chgData name="Hur Jung" userId="763133add284fb2e" providerId="LiveId" clId="{63265192-7B44-45D3-A1BC-CD20A66879BE}" dt="2020-06-27T08:06:20.184" v="8937" actId="478"/>
          <ac:spMkLst>
            <pc:docMk/>
            <pc:sldMk cId="3026020628" sldId="2678"/>
            <ac:spMk id="70" creationId="{A74A697B-3D42-485D-B451-1E399E1B3F1E}"/>
          </ac:spMkLst>
        </pc:spChg>
        <pc:spChg chg="add mod">
          <ac:chgData name="Hur Jung" userId="763133add284fb2e" providerId="LiveId" clId="{63265192-7B44-45D3-A1BC-CD20A66879BE}" dt="2020-06-27T08:06:49.234" v="8954" actId="1035"/>
          <ac:spMkLst>
            <pc:docMk/>
            <pc:sldMk cId="3026020628" sldId="2678"/>
            <ac:spMk id="71" creationId="{7942E1AE-5F5A-4154-BA4A-16AD4D29B000}"/>
          </ac:spMkLst>
        </pc:spChg>
        <pc:spChg chg="del mod">
          <ac:chgData name="Hur Jung" userId="763133add284fb2e" providerId="LiveId" clId="{63265192-7B44-45D3-A1BC-CD20A66879BE}" dt="2020-06-27T08:05:18.397" v="8924" actId="478"/>
          <ac:spMkLst>
            <pc:docMk/>
            <pc:sldMk cId="3026020628" sldId="2678"/>
            <ac:spMk id="72" creationId="{64E2772C-20A4-4347-A321-860D0E95F233}"/>
          </ac:spMkLst>
        </pc:spChg>
        <pc:spChg chg="add mod">
          <ac:chgData name="Hur Jung" userId="763133add284fb2e" providerId="LiveId" clId="{63265192-7B44-45D3-A1BC-CD20A66879BE}" dt="2020-06-27T08:06:49.234" v="8954" actId="1035"/>
          <ac:spMkLst>
            <pc:docMk/>
            <pc:sldMk cId="3026020628" sldId="2678"/>
            <ac:spMk id="73" creationId="{32629152-5339-435E-995D-F1D4294FF213}"/>
          </ac:spMkLst>
        </pc:spChg>
        <pc:spChg chg="add del mod">
          <ac:chgData name="Hur Jung" userId="763133add284fb2e" providerId="LiveId" clId="{63265192-7B44-45D3-A1BC-CD20A66879BE}" dt="2020-06-27T08:06:24.414" v="8938" actId="478"/>
          <ac:spMkLst>
            <pc:docMk/>
            <pc:sldMk cId="3026020628" sldId="2678"/>
            <ac:spMk id="74" creationId="{4D049C44-B61A-4DDD-B58D-BADD17E0299A}"/>
          </ac:spMkLst>
        </pc:spChg>
        <pc:spChg chg="add mod">
          <ac:chgData name="Hur Jung" userId="763133add284fb2e" providerId="LiveId" clId="{63265192-7B44-45D3-A1BC-CD20A66879BE}" dt="2020-06-27T08:10:50.705" v="9003"/>
          <ac:spMkLst>
            <pc:docMk/>
            <pc:sldMk cId="3026020628" sldId="2678"/>
            <ac:spMk id="75" creationId="{82763BC4-EEB4-4DFF-9D19-5CA44795953E}"/>
          </ac:spMkLst>
        </pc:spChg>
        <pc:spChg chg="add del mod">
          <ac:chgData name="Hur Jung" userId="763133add284fb2e" providerId="LiveId" clId="{63265192-7B44-45D3-A1BC-CD20A66879BE}" dt="2020-06-27T08:06:20.184" v="8937" actId="478"/>
          <ac:spMkLst>
            <pc:docMk/>
            <pc:sldMk cId="3026020628" sldId="2678"/>
            <ac:spMk id="76" creationId="{D7ACB48C-BFE0-408F-89E4-20F569AEBE4A}"/>
          </ac:spMkLst>
        </pc:spChg>
        <pc:spChg chg="del mod">
          <ac:chgData name="Hur Jung" userId="763133add284fb2e" providerId="LiveId" clId="{63265192-7B44-45D3-A1BC-CD20A66879BE}" dt="2020-06-27T08:05:18.397" v="8924" actId="478"/>
          <ac:spMkLst>
            <pc:docMk/>
            <pc:sldMk cId="3026020628" sldId="2678"/>
            <ac:spMk id="78" creationId="{78BC9314-1420-421F-AD56-C4C88D13AD13}"/>
          </ac:spMkLst>
        </pc:spChg>
        <pc:spChg chg="mod topLvl">
          <ac:chgData name="Hur Jung" userId="763133add284fb2e" providerId="LiveId" clId="{63265192-7B44-45D3-A1BC-CD20A66879BE}" dt="2020-06-27T08:06:49.234" v="8954" actId="1035"/>
          <ac:spMkLst>
            <pc:docMk/>
            <pc:sldMk cId="3026020628" sldId="2678"/>
            <ac:spMk id="79" creationId="{DCCDF955-54B5-40B2-9A47-E4184BB4EAB3}"/>
          </ac:spMkLst>
        </pc:spChg>
        <pc:spChg chg="del mod">
          <ac:chgData name="Hur Jung" userId="763133add284fb2e" providerId="LiveId" clId="{63265192-7B44-45D3-A1BC-CD20A66879BE}" dt="2020-06-27T08:05:18.397" v="8924" actId="478"/>
          <ac:spMkLst>
            <pc:docMk/>
            <pc:sldMk cId="3026020628" sldId="2678"/>
            <ac:spMk id="80" creationId="{2BB60470-B547-4911-80F6-361216261E3A}"/>
          </ac:spMkLst>
        </pc:spChg>
        <pc:spChg chg="del mod">
          <ac:chgData name="Hur Jung" userId="763133add284fb2e" providerId="LiveId" clId="{63265192-7B44-45D3-A1BC-CD20A66879BE}" dt="2020-06-27T08:05:18.397" v="8924" actId="478"/>
          <ac:spMkLst>
            <pc:docMk/>
            <pc:sldMk cId="3026020628" sldId="2678"/>
            <ac:spMk id="82" creationId="{5A448318-C085-4D9C-94A9-55966D681058}"/>
          </ac:spMkLst>
        </pc:spChg>
        <pc:spChg chg="add mod">
          <ac:chgData name="Hur Jung" userId="763133add284fb2e" providerId="LiveId" clId="{63265192-7B44-45D3-A1BC-CD20A66879BE}" dt="2020-06-27T08:06:49.234" v="8954" actId="1035"/>
          <ac:spMkLst>
            <pc:docMk/>
            <pc:sldMk cId="3026020628" sldId="2678"/>
            <ac:spMk id="83" creationId="{5DE8DD6A-7ED7-4BEE-A2A2-B5EF804A4C94}"/>
          </ac:spMkLst>
        </pc:spChg>
        <pc:spChg chg="del mod">
          <ac:chgData name="Hur Jung" userId="763133add284fb2e" providerId="LiveId" clId="{63265192-7B44-45D3-A1BC-CD20A66879BE}" dt="2020-06-27T08:05:18.397" v="8924" actId="478"/>
          <ac:spMkLst>
            <pc:docMk/>
            <pc:sldMk cId="3026020628" sldId="2678"/>
            <ac:spMk id="84" creationId="{87F3A9C9-E179-4D9D-B62D-ABC9E92E4703}"/>
          </ac:spMkLst>
        </pc:spChg>
        <pc:spChg chg="add mod">
          <ac:chgData name="Hur Jung" userId="763133add284fb2e" providerId="LiveId" clId="{63265192-7B44-45D3-A1BC-CD20A66879BE}" dt="2020-06-27T08:06:49.234" v="8954" actId="1035"/>
          <ac:spMkLst>
            <pc:docMk/>
            <pc:sldMk cId="3026020628" sldId="2678"/>
            <ac:spMk id="85" creationId="{70D7D9D9-ADCF-4C2D-9F46-F7D0922A272D}"/>
          </ac:spMkLst>
        </pc:spChg>
        <pc:spChg chg="add del mod">
          <ac:chgData name="Hur Jung" userId="763133add284fb2e" providerId="LiveId" clId="{63265192-7B44-45D3-A1BC-CD20A66879BE}" dt="2020-06-27T08:06:24.414" v="8938" actId="478"/>
          <ac:spMkLst>
            <pc:docMk/>
            <pc:sldMk cId="3026020628" sldId="2678"/>
            <ac:spMk id="86" creationId="{28DC14C0-4224-4048-9C50-F6FE87FDE9FF}"/>
          </ac:spMkLst>
        </pc:spChg>
        <pc:spChg chg="add mod">
          <ac:chgData name="Hur Jung" userId="763133add284fb2e" providerId="LiveId" clId="{63265192-7B44-45D3-A1BC-CD20A66879BE}" dt="2020-06-27T08:10:50.705" v="9003"/>
          <ac:spMkLst>
            <pc:docMk/>
            <pc:sldMk cId="3026020628" sldId="2678"/>
            <ac:spMk id="87" creationId="{9D807679-958E-4CD6-B868-D080951EECE0}"/>
          </ac:spMkLst>
        </pc:spChg>
        <pc:spChg chg="del mod">
          <ac:chgData name="Hur Jung" userId="763133add284fb2e" providerId="LiveId" clId="{63265192-7B44-45D3-A1BC-CD20A66879BE}" dt="2020-06-27T08:05:18.397" v="8924" actId="478"/>
          <ac:spMkLst>
            <pc:docMk/>
            <pc:sldMk cId="3026020628" sldId="2678"/>
            <ac:spMk id="104" creationId="{1C85A5D5-0265-42F2-98C6-C3316CB4196B}"/>
          </ac:spMkLst>
        </pc:spChg>
        <pc:spChg chg="del mod">
          <ac:chgData name="Hur Jung" userId="763133add284fb2e" providerId="LiveId" clId="{63265192-7B44-45D3-A1BC-CD20A66879BE}" dt="2020-06-27T08:05:18.397" v="8924" actId="478"/>
          <ac:spMkLst>
            <pc:docMk/>
            <pc:sldMk cId="3026020628" sldId="2678"/>
            <ac:spMk id="105" creationId="{2C1D9827-4B90-46C2-8865-0988372A3A03}"/>
          </ac:spMkLst>
        </pc:spChg>
        <pc:spChg chg="del mod">
          <ac:chgData name="Hur Jung" userId="763133add284fb2e" providerId="LiveId" clId="{63265192-7B44-45D3-A1BC-CD20A66879BE}" dt="2020-06-27T08:05:18.397" v="8924" actId="478"/>
          <ac:spMkLst>
            <pc:docMk/>
            <pc:sldMk cId="3026020628" sldId="2678"/>
            <ac:spMk id="109" creationId="{CDE3F3CA-344E-4D3D-B16E-F59A9E5FBD8C}"/>
          </ac:spMkLst>
        </pc:spChg>
        <pc:spChg chg="del mod">
          <ac:chgData name="Hur Jung" userId="763133add284fb2e" providerId="LiveId" clId="{63265192-7B44-45D3-A1BC-CD20A66879BE}" dt="2020-06-27T08:05:18.397" v="8924" actId="478"/>
          <ac:spMkLst>
            <pc:docMk/>
            <pc:sldMk cId="3026020628" sldId="2678"/>
            <ac:spMk id="110" creationId="{E0E76D2C-D87C-46F3-95D2-462F9E2718EE}"/>
          </ac:spMkLst>
        </pc:spChg>
        <pc:spChg chg="del mod">
          <ac:chgData name="Hur Jung" userId="763133add284fb2e" providerId="LiveId" clId="{63265192-7B44-45D3-A1BC-CD20A66879BE}" dt="2020-06-27T08:05:18.397" v="8924" actId="478"/>
          <ac:spMkLst>
            <pc:docMk/>
            <pc:sldMk cId="3026020628" sldId="2678"/>
            <ac:spMk id="111" creationId="{F785F8CE-7146-4901-8F0D-95E16D0F2F09}"/>
          </ac:spMkLst>
        </pc:spChg>
        <pc:spChg chg="mod">
          <ac:chgData name="Hur Jung" userId="763133add284fb2e" providerId="LiveId" clId="{63265192-7B44-45D3-A1BC-CD20A66879BE}" dt="2020-06-27T08:06:49.234" v="8954" actId="1035"/>
          <ac:spMkLst>
            <pc:docMk/>
            <pc:sldMk cId="3026020628" sldId="2678"/>
            <ac:spMk id="118" creationId="{F0CA3DFF-9644-4817-831A-0A2BDC8923C4}"/>
          </ac:spMkLst>
        </pc:spChg>
        <pc:spChg chg="mod">
          <ac:chgData name="Hur Jung" userId="763133add284fb2e" providerId="LiveId" clId="{63265192-7B44-45D3-A1BC-CD20A66879BE}" dt="2020-06-27T08:06:49.234" v="8954" actId="1035"/>
          <ac:spMkLst>
            <pc:docMk/>
            <pc:sldMk cId="3026020628" sldId="2678"/>
            <ac:spMk id="119" creationId="{CB810B12-3EC0-4028-B526-EA9A5B81DAF7}"/>
          </ac:spMkLst>
        </pc:spChg>
        <pc:spChg chg="mod">
          <ac:chgData name="Hur Jung" userId="763133add284fb2e" providerId="LiveId" clId="{63265192-7B44-45D3-A1BC-CD20A66879BE}" dt="2020-06-27T08:06:49.234" v="8954" actId="1035"/>
          <ac:spMkLst>
            <pc:docMk/>
            <pc:sldMk cId="3026020628" sldId="2678"/>
            <ac:spMk id="120" creationId="{341F12A0-5D26-46B6-B874-3918065D73E7}"/>
          </ac:spMkLst>
        </pc:spChg>
        <pc:spChg chg="del mod">
          <ac:chgData name="Hur Jung" userId="763133add284fb2e" providerId="LiveId" clId="{63265192-7B44-45D3-A1BC-CD20A66879BE}" dt="2020-06-27T08:05:18.397" v="8924" actId="478"/>
          <ac:spMkLst>
            <pc:docMk/>
            <pc:sldMk cId="3026020628" sldId="2678"/>
            <ac:spMk id="121" creationId="{D3B79339-31C3-4777-954A-EA9840A46AA0}"/>
          </ac:spMkLst>
        </pc:spChg>
        <pc:spChg chg="del mod">
          <ac:chgData name="Hur Jung" userId="763133add284fb2e" providerId="LiveId" clId="{63265192-7B44-45D3-A1BC-CD20A66879BE}" dt="2020-06-27T08:05:18.397" v="8924" actId="478"/>
          <ac:spMkLst>
            <pc:docMk/>
            <pc:sldMk cId="3026020628" sldId="2678"/>
            <ac:spMk id="123" creationId="{5EA4BB22-5208-4FB4-B91D-378368D61224}"/>
          </ac:spMkLst>
        </pc:spChg>
        <pc:spChg chg="del mod">
          <ac:chgData name="Hur Jung" userId="763133add284fb2e" providerId="LiveId" clId="{63265192-7B44-45D3-A1BC-CD20A66879BE}" dt="2020-06-27T08:05:18.397" v="8924" actId="478"/>
          <ac:spMkLst>
            <pc:docMk/>
            <pc:sldMk cId="3026020628" sldId="2678"/>
            <ac:spMk id="124" creationId="{83B86D18-BC31-4530-80CD-BC4B2023C0DE}"/>
          </ac:spMkLst>
        </pc:spChg>
        <pc:grpChg chg="add del mod">
          <ac:chgData name="Hur Jung" userId="763133add284fb2e" providerId="LiveId" clId="{63265192-7B44-45D3-A1BC-CD20A66879BE}" dt="2020-06-27T08:06:05.401" v="8932" actId="478"/>
          <ac:grpSpMkLst>
            <pc:docMk/>
            <pc:sldMk cId="3026020628" sldId="2678"/>
            <ac:grpSpMk id="67" creationId="{03B4A162-3871-47F7-8E5D-A8EA96C4C853}"/>
          </ac:grpSpMkLst>
        </pc:grpChg>
        <pc:grpChg chg="add del mod">
          <ac:chgData name="Hur Jung" userId="763133add284fb2e" providerId="LiveId" clId="{63265192-7B44-45D3-A1BC-CD20A66879BE}" dt="2020-06-27T08:06:07.313" v="8933" actId="478"/>
          <ac:grpSpMkLst>
            <pc:docMk/>
            <pc:sldMk cId="3026020628" sldId="2678"/>
            <ac:grpSpMk id="77" creationId="{07CF12EE-7EA5-4068-9498-8713E0B902BB}"/>
          </ac:grpSpMkLst>
        </pc:grpChg>
        <pc:grpChg chg="mod">
          <ac:chgData name="Hur Jung" userId="763133add284fb2e" providerId="LiveId" clId="{63265192-7B44-45D3-A1BC-CD20A66879BE}" dt="2020-06-27T08:06:49.234" v="8954" actId="1035"/>
          <ac:grpSpMkLst>
            <pc:docMk/>
            <pc:sldMk cId="3026020628" sldId="2678"/>
            <ac:grpSpMk id="112" creationId="{B39DCF3D-6057-46C2-A449-CC5548C8884A}"/>
          </ac:grpSpMkLst>
        </pc:grpChg>
        <pc:grpChg chg="mod">
          <ac:chgData name="Hur Jung" userId="763133add284fb2e" providerId="LiveId" clId="{63265192-7B44-45D3-A1BC-CD20A66879BE}" dt="2020-06-27T08:06:49.234" v="8954" actId="1035"/>
          <ac:grpSpMkLst>
            <pc:docMk/>
            <pc:sldMk cId="3026020628" sldId="2678"/>
            <ac:grpSpMk id="115" creationId="{7E3CC1F2-17FA-496B-AEAE-9FAB7187BEB2}"/>
          </ac:grpSpMkLst>
        </pc:grpChg>
        <pc:picChg chg="mod">
          <ac:chgData name="Hur Jung" userId="763133add284fb2e" providerId="LiveId" clId="{63265192-7B44-45D3-A1BC-CD20A66879BE}" dt="2020-06-27T08:06:17.079" v="8936" actId="1076"/>
          <ac:picMkLst>
            <pc:docMk/>
            <pc:sldMk cId="3026020628" sldId="2678"/>
            <ac:picMk id="46" creationId="{893EEB1E-74F6-47EA-8D1B-2C0F69658BC3}"/>
          </ac:picMkLst>
        </pc:picChg>
        <pc:picChg chg="del mod topLvl">
          <ac:chgData name="Hur Jung" userId="763133add284fb2e" providerId="LiveId" clId="{63265192-7B44-45D3-A1BC-CD20A66879BE}" dt="2020-06-27T08:06:05.401" v="8932" actId="478"/>
          <ac:picMkLst>
            <pc:docMk/>
            <pc:sldMk cId="3026020628" sldId="2678"/>
            <ac:picMk id="69" creationId="{C89D6135-85C7-499A-9944-CEA6D77081DB}"/>
          </ac:picMkLst>
        </pc:picChg>
        <pc:picChg chg="del mod topLvl">
          <ac:chgData name="Hur Jung" userId="763133add284fb2e" providerId="LiveId" clId="{63265192-7B44-45D3-A1BC-CD20A66879BE}" dt="2020-06-27T08:06:07.313" v="8933" actId="478"/>
          <ac:picMkLst>
            <pc:docMk/>
            <pc:sldMk cId="3026020628" sldId="2678"/>
            <ac:picMk id="81" creationId="{AEA5DF55-E025-43FE-8DD7-4D7311101FCA}"/>
          </ac:picMkLst>
        </pc:picChg>
      </pc:sldChg>
      <pc:sldChg chg="addSp modSp mod">
        <pc:chgData name="Hur Jung" userId="763133add284fb2e" providerId="LiveId" clId="{63265192-7B44-45D3-A1BC-CD20A66879BE}" dt="2020-06-27T09:07:52.707" v="9576" actId="20577"/>
        <pc:sldMkLst>
          <pc:docMk/>
          <pc:sldMk cId="3967953687" sldId="2679"/>
        </pc:sldMkLst>
        <pc:spChg chg="mod">
          <ac:chgData name="Hur Jung" userId="763133add284fb2e" providerId="LiveId" clId="{63265192-7B44-45D3-A1BC-CD20A66879BE}" dt="2020-06-27T09:07:52.707" v="9576" actId="20577"/>
          <ac:spMkLst>
            <pc:docMk/>
            <pc:sldMk cId="3967953687" sldId="2679"/>
            <ac:spMk id="2" creationId="{7BD81DA4-00B3-4972-8588-E928EC125314}"/>
          </ac:spMkLst>
        </pc:spChg>
        <pc:spChg chg="mod">
          <ac:chgData name="Hur Jung" userId="763133add284fb2e" providerId="LiveId" clId="{63265192-7B44-45D3-A1BC-CD20A66879BE}" dt="2020-06-27T08:57:15.088" v="9351" actId="1037"/>
          <ac:spMkLst>
            <pc:docMk/>
            <pc:sldMk cId="3967953687" sldId="2679"/>
            <ac:spMk id="55" creationId="{87B8BAB9-72D6-485E-B9CF-E8FF28260D48}"/>
          </ac:spMkLst>
        </pc:spChg>
        <pc:spChg chg="mod">
          <ac:chgData name="Hur Jung" userId="763133add284fb2e" providerId="LiveId" clId="{63265192-7B44-45D3-A1BC-CD20A66879BE}" dt="2020-06-27T08:56:53.061" v="9335" actId="1035"/>
          <ac:spMkLst>
            <pc:docMk/>
            <pc:sldMk cId="3967953687" sldId="2679"/>
            <ac:spMk id="56" creationId="{728AEC86-350D-49F0-829E-4BED30974539}"/>
          </ac:spMkLst>
        </pc:spChg>
        <pc:spChg chg="mod">
          <ac:chgData name="Hur Jung" userId="763133add284fb2e" providerId="LiveId" clId="{63265192-7B44-45D3-A1BC-CD20A66879BE}" dt="2020-06-27T08:54:14.934" v="9301" actId="14100"/>
          <ac:spMkLst>
            <pc:docMk/>
            <pc:sldMk cId="3967953687" sldId="2679"/>
            <ac:spMk id="57" creationId="{4271B0BB-AEA1-48C2-9ABE-1A502147EC24}"/>
          </ac:spMkLst>
        </pc:spChg>
        <pc:spChg chg="mod">
          <ac:chgData name="Hur Jung" userId="763133add284fb2e" providerId="LiveId" clId="{63265192-7B44-45D3-A1BC-CD20A66879BE}" dt="2020-06-27T08:55:41.082" v="9324" actId="1036"/>
          <ac:spMkLst>
            <pc:docMk/>
            <pc:sldMk cId="3967953687" sldId="2679"/>
            <ac:spMk id="58" creationId="{D02E17AA-FF68-441A-A522-016964A984E7}"/>
          </ac:spMkLst>
        </pc:spChg>
        <pc:spChg chg="add mod">
          <ac:chgData name="Hur Jung" userId="763133add284fb2e" providerId="LiveId" clId="{63265192-7B44-45D3-A1BC-CD20A66879BE}" dt="2020-06-27T09:05:03.800" v="9555" actId="14100"/>
          <ac:spMkLst>
            <pc:docMk/>
            <pc:sldMk cId="3967953687" sldId="2679"/>
            <ac:spMk id="59" creationId="{A410F776-7240-4E34-987F-783F3F7D511B}"/>
          </ac:spMkLst>
        </pc:spChg>
        <pc:spChg chg="mod">
          <ac:chgData name="Hur Jung" userId="763133add284fb2e" providerId="LiveId" clId="{63265192-7B44-45D3-A1BC-CD20A66879BE}" dt="2020-06-27T08:53:48.870" v="9293" actId="1035"/>
          <ac:spMkLst>
            <pc:docMk/>
            <pc:sldMk cId="3967953687" sldId="2679"/>
            <ac:spMk id="64" creationId="{F647F0EA-D8BB-477A-A767-62CA3839F32E}"/>
          </ac:spMkLst>
        </pc:spChg>
        <pc:spChg chg="mod">
          <ac:chgData name="Hur Jung" userId="763133add284fb2e" providerId="LiveId" clId="{63265192-7B44-45D3-A1BC-CD20A66879BE}" dt="2020-06-27T08:55:41.082" v="9324" actId="1036"/>
          <ac:spMkLst>
            <pc:docMk/>
            <pc:sldMk cId="3967953687" sldId="2679"/>
            <ac:spMk id="65" creationId="{9A5B5F8B-1435-49D0-849F-6EC576E52A21}"/>
          </ac:spMkLst>
        </pc:spChg>
        <pc:spChg chg="mod">
          <ac:chgData name="Hur Jung" userId="763133add284fb2e" providerId="LiveId" clId="{63265192-7B44-45D3-A1BC-CD20A66879BE}" dt="2020-06-27T08:53:55.058" v="9295" actId="1035"/>
          <ac:spMkLst>
            <pc:docMk/>
            <pc:sldMk cId="3967953687" sldId="2679"/>
            <ac:spMk id="66" creationId="{16CF8297-9667-4CCF-8C8B-30E1DE6F5574}"/>
          </ac:spMkLst>
        </pc:spChg>
        <pc:spChg chg="mod">
          <ac:chgData name="Hur Jung" userId="763133add284fb2e" providerId="LiveId" clId="{63265192-7B44-45D3-A1BC-CD20A66879BE}" dt="2020-06-27T08:53:55.058" v="9295" actId="1035"/>
          <ac:spMkLst>
            <pc:docMk/>
            <pc:sldMk cId="3967953687" sldId="2679"/>
            <ac:spMk id="83" creationId="{0405AB20-C492-461F-85BF-D4913E3641D5}"/>
          </ac:spMkLst>
        </pc:spChg>
        <pc:spChg chg="mod">
          <ac:chgData name="Hur Jung" userId="763133add284fb2e" providerId="LiveId" clId="{63265192-7B44-45D3-A1BC-CD20A66879BE}" dt="2020-06-27T08:55:41.082" v="9324" actId="1036"/>
          <ac:spMkLst>
            <pc:docMk/>
            <pc:sldMk cId="3967953687" sldId="2679"/>
            <ac:spMk id="84" creationId="{72BDA448-2100-4390-B12B-63C197C9F811}"/>
          </ac:spMkLst>
        </pc:spChg>
        <pc:spChg chg="mod">
          <ac:chgData name="Hur Jung" userId="763133add284fb2e" providerId="LiveId" clId="{63265192-7B44-45D3-A1BC-CD20A66879BE}" dt="2020-06-27T08:55:41.082" v="9324" actId="1036"/>
          <ac:spMkLst>
            <pc:docMk/>
            <pc:sldMk cId="3967953687" sldId="2679"/>
            <ac:spMk id="86" creationId="{442161DA-21AB-46AF-A9DB-DB8B1FC144A5}"/>
          </ac:spMkLst>
        </pc:spChg>
        <pc:spChg chg="mod">
          <ac:chgData name="Hur Jung" userId="763133add284fb2e" providerId="LiveId" clId="{63265192-7B44-45D3-A1BC-CD20A66879BE}" dt="2020-06-27T08:47:36.864" v="9160" actId="20577"/>
          <ac:spMkLst>
            <pc:docMk/>
            <pc:sldMk cId="3967953687" sldId="2679"/>
            <ac:spMk id="89" creationId="{3C28944D-853D-401E-8112-38604BE7DA41}"/>
          </ac:spMkLst>
        </pc:spChg>
        <pc:spChg chg="mod">
          <ac:chgData name="Hur Jung" userId="763133add284fb2e" providerId="LiveId" clId="{63265192-7B44-45D3-A1BC-CD20A66879BE}" dt="2020-06-27T08:56:53.061" v="9335" actId="1035"/>
          <ac:spMkLst>
            <pc:docMk/>
            <pc:sldMk cId="3967953687" sldId="2679"/>
            <ac:spMk id="91" creationId="{927D5DB6-5228-44AB-A5C9-3849AAC69334}"/>
          </ac:spMkLst>
        </pc:spChg>
        <pc:spChg chg="mod">
          <ac:chgData name="Hur Jung" userId="763133add284fb2e" providerId="LiveId" clId="{63265192-7B44-45D3-A1BC-CD20A66879BE}" dt="2020-06-27T08:56:53.061" v="9335" actId="1035"/>
          <ac:spMkLst>
            <pc:docMk/>
            <pc:sldMk cId="3967953687" sldId="2679"/>
            <ac:spMk id="92" creationId="{596E03E0-690B-43D1-AE5F-ED37A894CF99}"/>
          </ac:spMkLst>
        </pc:spChg>
        <pc:spChg chg="mod">
          <ac:chgData name="Hur Jung" userId="763133add284fb2e" providerId="LiveId" clId="{63265192-7B44-45D3-A1BC-CD20A66879BE}" dt="2020-06-27T08:56:53.061" v="9335" actId="1035"/>
          <ac:spMkLst>
            <pc:docMk/>
            <pc:sldMk cId="3967953687" sldId="2679"/>
            <ac:spMk id="93" creationId="{347478A1-9DB4-4C1A-AC1E-0020D916D4B0}"/>
          </ac:spMkLst>
        </pc:spChg>
        <pc:spChg chg="mod">
          <ac:chgData name="Hur Jung" userId="763133add284fb2e" providerId="LiveId" clId="{63265192-7B44-45D3-A1BC-CD20A66879BE}" dt="2020-06-27T08:57:05.864" v="9338" actId="1035"/>
          <ac:spMkLst>
            <pc:docMk/>
            <pc:sldMk cId="3967953687" sldId="2679"/>
            <ac:spMk id="94" creationId="{C2595C10-8B5E-4199-AF1F-90EF42B858C6}"/>
          </ac:spMkLst>
        </pc:spChg>
        <pc:spChg chg="mod">
          <ac:chgData name="Hur Jung" userId="763133add284fb2e" providerId="LiveId" clId="{63265192-7B44-45D3-A1BC-CD20A66879BE}" dt="2020-06-27T08:57:05.864" v="9338" actId="1035"/>
          <ac:spMkLst>
            <pc:docMk/>
            <pc:sldMk cId="3967953687" sldId="2679"/>
            <ac:spMk id="100" creationId="{BEBB1C53-D774-4344-85DD-6516F5538528}"/>
          </ac:spMkLst>
        </pc:spChg>
        <pc:spChg chg="mod">
          <ac:chgData name="Hur Jung" userId="763133add284fb2e" providerId="LiveId" clId="{63265192-7B44-45D3-A1BC-CD20A66879BE}" dt="2020-06-27T08:57:05.864" v="9338" actId="1035"/>
          <ac:spMkLst>
            <pc:docMk/>
            <pc:sldMk cId="3967953687" sldId="2679"/>
            <ac:spMk id="101" creationId="{2E9BBE40-0DE3-4C0B-AE38-FDDD268A457B}"/>
          </ac:spMkLst>
        </pc:spChg>
        <pc:spChg chg="mod">
          <ac:chgData name="Hur Jung" userId="763133add284fb2e" providerId="LiveId" clId="{63265192-7B44-45D3-A1BC-CD20A66879BE}" dt="2020-06-27T08:55:41.082" v="9324" actId="1036"/>
          <ac:spMkLst>
            <pc:docMk/>
            <pc:sldMk cId="3967953687" sldId="2679"/>
            <ac:spMk id="103" creationId="{DA7873A4-1CBE-4F1E-8807-FDE276D00847}"/>
          </ac:spMkLst>
        </pc:spChg>
        <pc:spChg chg="mod">
          <ac:chgData name="Hur Jung" userId="763133add284fb2e" providerId="LiveId" clId="{63265192-7B44-45D3-A1BC-CD20A66879BE}" dt="2020-06-27T08:55:41.082" v="9324" actId="1036"/>
          <ac:spMkLst>
            <pc:docMk/>
            <pc:sldMk cId="3967953687" sldId="2679"/>
            <ac:spMk id="108" creationId="{C3A59B26-2567-4B1F-9018-A8C500D2362A}"/>
          </ac:spMkLst>
        </pc:spChg>
        <pc:spChg chg="mod">
          <ac:chgData name="Hur Jung" userId="763133add284fb2e" providerId="LiveId" clId="{63265192-7B44-45D3-A1BC-CD20A66879BE}" dt="2020-06-27T08:56:53.061" v="9335" actId="1035"/>
          <ac:spMkLst>
            <pc:docMk/>
            <pc:sldMk cId="3967953687" sldId="2679"/>
            <ac:spMk id="109" creationId="{55D2B6D3-153F-452D-AF39-E34251202171}"/>
          </ac:spMkLst>
        </pc:spChg>
        <pc:spChg chg="mod">
          <ac:chgData name="Hur Jung" userId="763133add284fb2e" providerId="LiveId" clId="{63265192-7B44-45D3-A1BC-CD20A66879BE}" dt="2020-06-27T08:56:53.061" v="9335" actId="1035"/>
          <ac:spMkLst>
            <pc:docMk/>
            <pc:sldMk cId="3967953687" sldId="2679"/>
            <ac:spMk id="111" creationId="{DCE1DEE7-8FD9-481E-8630-6428ADAC1EBE}"/>
          </ac:spMkLst>
        </pc:spChg>
        <pc:spChg chg="mod">
          <ac:chgData name="Hur Jung" userId="763133add284fb2e" providerId="LiveId" clId="{63265192-7B44-45D3-A1BC-CD20A66879BE}" dt="2020-06-27T08:56:53.061" v="9335" actId="1035"/>
          <ac:spMkLst>
            <pc:docMk/>
            <pc:sldMk cId="3967953687" sldId="2679"/>
            <ac:spMk id="113" creationId="{55ABA7F1-08EC-48E7-B315-355729C1EDC2}"/>
          </ac:spMkLst>
        </pc:spChg>
        <pc:spChg chg="mod">
          <ac:chgData name="Hur Jung" userId="763133add284fb2e" providerId="LiveId" clId="{63265192-7B44-45D3-A1BC-CD20A66879BE}" dt="2020-06-27T08:56:53.061" v="9335" actId="1035"/>
          <ac:spMkLst>
            <pc:docMk/>
            <pc:sldMk cId="3967953687" sldId="2679"/>
            <ac:spMk id="114" creationId="{4378232A-2302-4FE8-8CA0-B2C295A02E57}"/>
          </ac:spMkLst>
        </pc:spChg>
        <pc:spChg chg="mod">
          <ac:chgData name="Hur Jung" userId="763133add284fb2e" providerId="LiveId" clId="{63265192-7B44-45D3-A1BC-CD20A66879BE}" dt="2020-06-27T08:56:53.061" v="9335" actId="1035"/>
          <ac:spMkLst>
            <pc:docMk/>
            <pc:sldMk cId="3967953687" sldId="2679"/>
            <ac:spMk id="115" creationId="{48DA3F75-607E-4476-A230-482C70119C9D}"/>
          </ac:spMkLst>
        </pc:spChg>
        <pc:spChg chg="mod">
          <ac:chgData name="Hur Jung" userId="763133add284fb2e" providerId="LiveId" clId="{63265192-7B44-45D3-A1BC-CD20A66879BE}" dt="2020-06-27T08:48:10.703" v="9184"/>
          <ac:spMkLst>
            <pc:docMk/>
            <pc:sldMk cId="3967953687" sldId="2679"/>
            <ac:spMk id="120" creationId="{8D676836-1B88-48EF-AAB0-483DC3281A37}"/>
          </ac:spMkLst>
        </pc:spChg>
        <pc:spChg chg="mod">
          <ac:chgData name="Hur Jung" userId="763133add284fb2e" providerId="LiveId" clId="{63265192-7B44-45D3-A1BC-CD20A66879BE}" dt="2020-06-27T08:58:28.582" v="9411" actId="6549"/>
          <ac:spMkLst>
            <pc:docMk/>
            <pc:sldMk cId="3967953687" sldId="2679"/>
            <ac:spMk id="130" creationId="{72F050CD-134C-409D-B9B9-99C2AA1406C1}"/>
          </ac:spMkLst>
        </pc:spChg>
        <pc:spChg chg="mod">
          <ac:chgData name="Hur Jung" userId="763133add284fb2e" providerId="LiveId" clId="{63265192-7B44-45D3-A1BC-CD20A66879BE}" dt="2020-06-27T08:55:52.174" v="9329" actId="1036"/>
          <ac:spMkLst>
            <pc:docMk/>
            <pc:sldMk cId="3967953687" sldId="2679"/>
            <ac:spMk id="131" creationId="{6C01B510-6529-415B-89B1-11FAB9F02DDA}"/>
          </ac:spMkLst>
        </pc:spChg>
        <pc:grpChg chg="mod">
          <ac:chgData name="Hur Jung" userId="763133add284fb2e" providerId="LiveId" clId="{63265192-7B44-45D3-A1BC-CD20A66879BE}" dt="2020-06-27T08:53:48.870" v="9293" actId="1035"/>
          <ac:grpSpMkLst>
            <pc:docMk/>
            <pc:sldMk cId="3967953687" sldId="2679"/>
            <ac:grpSpMk id="61" creationId="{24F6859D-BC66-47DD-B8FE-02A4D7823CEE}"/>
          </ac:grpSpMkLst>
        </pc:grpChg>
        <pc:grpChg chg="mod">
          <ac:chgData name="Hur Jung" userId="763133add284fb2e" providerId="LiveId" clId="{63265192-7B44-45D3-A1BC-CD20A66879BE}" dt="2020-06-27T08:55:41.082" v="9324" actId="1036"/>
          <ac:grpSpMkLst>
            <pc:docMk/>
            <pc:sldMk cId="3967953687" sldId="2679"/>
            <ac:grpSpMk id="125" creationId="{58B683DE-D17A-4F1A-9163-030BC828D6BB}"/>
          </ac:grpSpMkLst>
        </pc:grpChg>
        <pc:graphicFrameChg chg="mod modGraphic">
          <ac:chgData name="Hur Jung" userId="763133add284fb2e" providerId="LiveId" clId="{63265192-7B44-45D3-A1BC-CD20A66879BE}" dt="2020-06-27T08:55:30.572" v="9323" actId="6549"/>
          <ac:graphicFrameMkLst>
            <pc:docMk/>
            <pc:sldMk cId="3967953687" sldId="2679"/>
            <ac:graphicFrameMk id="105" creationId="{023FF12E-5DA2-48AE-9976-6A04279A5723}"/>
          </ac:graphicFrameMkLst>
        </pc:graphicFrameChg>
        <pc:graphicFrameChg chg="mod modGraphic">
          <ac:chgData name="Hur Jung" userId="763133add284fb2e" providerId="LiveId" clId="{63265192-7B44-45D3-A1BC-CD20A66879BE}" dt="2020-06-27T09:05:37.391" v="9565" actId="20577"/>
          <ac:graphicFrameMkLst>
            <pc:docMk/>
            <pc:sldMk cId="3967953687" sldId="2679"/>
            <ac:graphicFrameMk id="107" creationId="{A96666E3-B394-4957-818D-0725AC62495D}"/>
          </ac:graphicFrameMkLst>
        </pc:graphicFrameChg>
        <pc:picChg chg="mod">
          <ac:chgData name="Hur Jung" userId="763133add284fb2e" providerId="LiveId" clId="{63265192-7B44-45D3-A1BC-CD20A66879BE}" dt="2020-06-27T08:56:53.061" v="9335" actId="1035"/>
          <ac:picMkLst>
            <pc:docMk/>
            <pc:sldMk cId="3967953687" sldId="2679"/>
            <ac:picMk id="116" creationId="{D76988C3-A874-4933-AE80-9C3BBFB1E679}"/>
          </ac:picMkLst>
        </pc:picChg>
        <pc:picChg chg="mod">
          <ac:chgData name="Hur Jung" userId="763133add284fb2e" providerId="LiveId" clId="{63265192-7B44-45D3-A1BC-CD20A66879BE}" dt="2020-06-27T08:56:53.061" v="9335" actId="1035"/>
          <ac:picMkLst>
            <pc:docMk/>
            <pc:sldMk cId="3967953687" sldId="2679"/>
            <ac:picMk id="117" creationId="{89FE1DEB-36D0-4C7D-8B5F-391077271D80}"/>
          </ac:picMkLst>
        </pc:picChg>
        <pc:picChg chg="mod">
          <ac:chgData name="Hur Jung" userId="763133add284fb2e" providerId="LiveId" clId="{63265192-7B44-45D3-A1BC-CD20A66879BE}" dt="2020-06-27T08:55:41.082" v="9324" actId="1036"/>
          <ac:picMkLst>
            <pc:docMk/>
            <pc:sldMk cId="3967953687" sldId="2679"/>
            <ac:picMk id="124" creationId="{6950ECF0-A653-405A-97A4-5F4BB3E7EC5B}"/>
          </ac:picMkLst>
        </pc:picChg>
      </pc:sldChg>
      <pc:sldChg chg="addSp delSp modSp mod addCm delCm">
        <pc:chgData name="Hur Jung" userId="763133add284fb2e" providerId="LiveId" clId="{63265192-7B44-45D3-A1BC-CD20A66879BE}" dt="2020-06-28T00:43:55.504" v="10217" actId="20577"/>
        <pc:sldMkLst>
          <pc:docMk/>
          <pc:sldMk cId="2090678206" sldId="2680"/>
        </pc:sldMkLst>
        <pc:spChg chg="mod">
          <ac:chgData name="Hur Jung" userId="763133add284fb2e" providerId="LiveId" clId="{63265192-7B44-45D3-A1BC-CD20A66879BE}" dt="2020-06-28T00:41:40.557" v="10187"/>
          <ac:spMkLst>
            <pc:docMk/>
            <pc:sldMk cId="2090678206" sldId="2680"/>
            <ac:spMk id="2" creationId="{7BD81DA4-00B3-4972-8588-E928EC125314}"/>
          </ac:spMkLst>
        </pc:spChg>
        <pc:spChg chg="mod">
          <ac:chgData name="Hur Jung" userId="763133add284fb2e" providerId="LiveId" clId="{63265192-7B44-45D3-A1BC-CD20A66879BE}" dt="2020-06-16T05:51:41.047" v="5463" actId="1076"/>
          <ac:spMkLst>
            <pc:docMk/>
            <pc:sldMk cId="2090678206" sldId="2680"/>
            <ac:spMk id="6" creationId="{F7C8C603-0104-4B05-90C0-2A670E78BC4A}"/>
          </ac:spMkLst>
        </pc:spChg>
        <pc:spChg chg="del">
          <ac:chgData name="Hur Jung" userId="763133add284fb2e" providerId="LiveId" clId="{63265192-7B44-45D3-A1BC-CD20A66879BE}" dt="2020-06-14T08:35:43.631" v="2150" actId="478"/>
          <ac:spMkLst>
            <pc:docMk/>
            <pc:sldMk cId="2090678206" sldId="2680"/>
            <ac:spMk id="63" creationId="{B5D37320-067F-413F-A27D-398CEC067145}"/>
          </ac:spMkLst>
        </pc:spChg>
        <pc:spChg chg="mod">
          <ac:chgData name="Hur Jung" userId="763133add284fb2e" providerId="LiveId" clId="{63265192-7B44-45D3-A1BC-CD20A66879BE}" dt="2020-06-14T08:39:06.896" v="2198" actId="1036"/>
          <ac:spMkLst>
            <pc:docMk/>
            <pc:sldMk cId="2090678206" sldId="2680"/>
            <ac:spMk id="72" creationId="{AA09716E-26CD-4494-90DC-19E46B25F27E}"/>
          </ac:spMkLst>
        </pc:spChg>
        <pc:spChg chg="mod">
          <ac:chgData name="Hur Jung" userId="763133add284fb2e" providerId="LiveId" clId="{63265192-7B44-45D3-A1BC-CD20A66879BE}" dt="2020-06-28T00:41:58.157" v="10189" actId="20577"/>
          <ac:spMkLst>
            <pc:docMk/>
            <pc:sldMk cId="2090678206" sldId="2680"/>
            <ac:spMk id="81" creationId="{6CC1645A-2D78-43CE-897C-7824485D0474}"/>
          </ac:spMkLst>
        </pc:spChg>
        <pc:spChg chg="mod">
          <ac:chgData name="Hur Jung" userId="763133add284fb2e" providerId="LiveId" clId="{63265192-7B44-45D3-A1BC-CD20A66879BE}" dt="2020-06-14T08:39:06.896" v="2198" actId="1036"/>
          <ac:spMkLst>
            <pc:docMk/>
            <pc:sldMk cId="2090678206" sldId="2680"/>
            <ac:spMk id="87" creationId="{0C8BBD40-54A4-45C6-9BF1-B061E6F51BE4}"/>
          </ac:spMkLst>
        </pc:spChg>
        <pc:spChg chg="mod">
          <ac:chgData name="Hur Jung" userId="763133add284fb2e" providerId="LiveId" clId="{63265192-7B44-45D3-A1BC-CD20A66879BE}" dt="2020-06-14T08:39:06.896" v="2198" actId="1036"/>
          <ac:spMkLst>
            <pc:docMk/>
            <pc:sldMk cId="2090678206" sldId="2680"/>
            <ac:spMk id="88" creationId="{81AA18BF-8C01-46CF-A016-217DF0D8CF70}"/>
          </ac:spMkLst>
        </pc:spChg>
        <pc:spChg chg="mod">
          <ac:chgData name="Hur Jung" userId="763133add284fb2e" providerId="LiveId" clId="{63265192-7B44-45D3-A1BC-CD20A66879BE}" dt="2020-06-14T08:39:06.896" v="2198" actId="1036"/>
          <ac:spMkLst>
            <pc:docMk/>
            <pc:sldMk cId="2090678206" sldId="2680"/>
            <ac:spMk id="89" creationId="{DEEE4CF7-3C52-4349-B98A-3E2C18A1E61D}"/>
          </ac:spMkLst>
        </pc:spChg>
        <pc:spChg chg="mod">
          <ac:chgData name="Hur Jung" userId="763133add284fb2e" providerId="LiveId" clId="{63265192-7B44-45D3-A1BC-CD20A66879BE}" dt="2020-06-28T00:43:16.873" v="10208" actId="20577"/>
          <ac:spMkLst>
            <pc:docMk/>
            <pc:sldMk cId="2090678206" sldId="2680"/>
            <ac:spMk id="93" creationId="{5D75755F-64FF-4BDB-B3E9-AFFA15CFD927}"/>
          </ac:spMkLst>
        </pc:spChg>
        <pc:spChg chg="mod">
          <ac:chgData name="Hur Jung" userId="763133add284fb2e" providerId="LiveId" clId="{63265192-7B44-45D3-A1BC-CD20A66879BE}" dt="2020-06-14T08:39:06.896" v="2198" actId="1036"/>
          <ac:spMkLst>
            <pc:docMk/>
            <pc:sldMk cId="2090678206" sldId="2680"/>
            <ac:spMk id="104" creationId="{95961BBF-92D1-4BAD-A9A2-D7BE5A5CBF4A}"/>
          </ac:spMkLst>
        </pc:spChg>
        <pc:spChg chg="mod">
          <ac:chgData name="Hur Jung" userId="763133add284fb2e" providerId="LiveId" clId="{63265192-7B44-45D3-A1BC-CD20A66879BE}" dt="2020-06-14T08:39:06.896" v="2198" actId="1036"/>
          <ac:spMkLst>
            <pc:docMk/>
            <pc:sldMk cId="2090678206" sldId="2680"/>
            <ac:spMk id="105" creationId="{D3E2D5F3-0E5A-41FA-BBB1-2F590F296B7F}"/>
          </ac:spMkLst>
        </pc:spChg>
        <pc:spChg chg="mod">
          <ac:chgData name="Hur Jung" userId="763133add284fb2e" providerId="LiveId" clId="{63265192-7B44-45D3-A1BC-CD20A66879BE}" dt="2020-06-14T08:39:06.896" v="2198" actId="1036"/>
          <ac:spMkLst>
            <pc:docMk/>
            <pc:sldMk cId="2090678206" sldId="2680"/>
            <ac:spMk id="106" creationId="{CB9E3AF3-7257-4796-9220-E74098704FE5}"/>
          </ac:spMkLst>
        </pc:spChg>
        <pc:spChg chg="mod">
          <ac:chgData name="Hur Jung" userId="763133add284fb2e" providerId="LiveId" clId="{63265192-7B44-45D3-A1BC-CD20A66879BE}" dt="2020-06-14T08:39:06.896" v="2198" actId="1036"/>
          <ac:spMkLst>
            <pc:docMk/>
            <pc:sldMk cId="2090678206" sldId="2680"/>
            <ac:spMk id="118" creationId="{8B9441C7-19D8-4509-99A0-D28F1FDD2286}"/>
          </ac:spMkLst>
        </pc:spChg>
        <pc:spChg chg="mod">
          <ac:chgData name="Hur Jung" userId="763133add284fb2e" providerId="LiveId" clId="{63265192-7B44-45D3-A1BC-CD20A66879BE}" dt="2020-06-28T00:43:30.608" v="10209" actId="20577"/>
          <ac:spMkLst>
            <pc:docMk/>
            <pc:sldMk cId="2090678206" sldId="2680"/>
            <ac:spMk id="122" creationId="{BE0BAD0A-06AF-458A-ADBD-1C1DE9A121A7}"/>
          </ac:spMkLst>
        </pc:spChg>
        <pc:spChg chg="mod">
          <ac:chgData name="Hur Jung" userId="763133add284fb2e" providerId="LiveId" clId="{63265192-7B44-45D3-A1BC-CD20A66879BE}" dt="2020-06-28T00:43:16.244" v="10207" actId="20577"/>
          <ac:spMkLst>
            <pc:docMk/>
            <pc:sldMk cId="2090678206" sldId="2680"/>
            <ac:spMk id="124" creationId="{F94EE339-2E1B-4952-A7A9-8A0CA1451978}"/>
          </ac:spMkLst>
        </pc:spChg>
        <pc:spChg chg="mod">
          <ac:chgData name="Hur Jung" userId="763133add284fb2e" providerId="LiveId" clId="{63265192-7B44-45D3-A1BC-CD20A66879BE}" dt="2020-06-14T08:39:06.896" v="2198" actId="1036"/>
          <ac:spMkLst>
            <pc:docMk/>
            <pc:sldMk cId="2090678206" sldId="2680"/>
            <ac:spMk id="125" creationId="{1FA4E18F-F010-4023-8186-63828E6CDD66}"/>
          </ac:spMkLst>
        </pc:spChg>
        <pc:spChg chg="mod">
          <ac:chgData name="Hur Jung" userId="763133add284fb2e" providerId="LiveId" clId="{63265192-7B44-45D3-A1BC-CD20A66879BE}" dt="2020-06-14T08:43:18.758" v="2204" actId="108"/>
          <ac:spMkLst>
            <pc:docMk/>
            <pc:sldMk cId="2090678206" sldId="2680"/>
            <ac:spMk id="126" creationId="{BEBB373D-5F1A-4B18-A307-3095186CBD02}"/>
          </ac:spMkLst>
        </pc:spChg>
        <pc:spChg chg="mod">
          <ac:chgData name="Hur Jung" userId="763133add284fb2e" providerId="LiveId" clId="{63265192-7B44-45D3-A1BC-CD20A66879BE}" dt="2020-06-14T08:39:06.896" v="2198" actId="1036"/>
          <ac:spMkLst>
            <pc:docMk/>
            <pc:sldMk cId="2090678206" sldId="2680"/>
            <ac:spMk id="127" creationId="{80A5884D-AB8A-41F8-A2E2-0ECA7405DD8E}"/>
          </ac:spMkLst>
        </pc:spChg>
        <pc:spChg chg="mod">
          <ac:chgData name="Hur Jung" userId="763133add284fb2e" providerId="LiveId" clId="{63265192-7B44-45D3-A1BC-CD20A66879BE}" dt="2020-06-28T00:43:51.905" v="10213" actId="20577"/>
          <ac:spMkLst>
            <pc:docMk/>
            <pc:sldMk cId="2090678206" sldId="2680"/>
            <ac:spMk id="128" creationId="{390F7340-9865-462A-8097-6580B661F76B}"/>
          </ac:spMkLst>
        </pc:spChg>
        <pc:spChg chg="mod">
          <ac:chgData name="Hur Jung" userId="763133add284fb2e" providerId="LiveId" clId="{63265192-7B44-45D3-A1BC-CD20A66879BE}" dt="2020-06-28T00:43:55.504" v="10217" actId="20577"/>
          <ac:spMkLst>
            <pc:docMk/>
            <pc:sldMk cId="2090678206" sldId="2680"/>
            <ac:spMk id="129" creationId="{AE5AA72E-3072-4768-90F2-80955F4A1103}"/>
          </ac:spMkLst>
        </pc:spChg>
        <pc:spChg chg="mod">
          <ac:chgData name="Hur Jung" userId="763133add284fb2e" providerId="LiveId" clId="{63265192-7B44-45D3-A1BC-CD20A66879BE}" dt="2020-06-14T08:39:06.896" v="2198" actId="1036"/>
          <ac:spMkLst>
            <pc:docMk/>
            <pc:sldMk cId="2090678206" sldId="2680"/>
            <ac:spMk id="130" creationId="{69139D2E-AF1B-4B01-8C81-BFF332EEB61A}"/>
          </ac:spMkLst>
        </pc:spChg>
        <pc:spChg chg="mod">
          <ac:chgData name="Hur Jung" userId="763133add284fb2e" providerId="LiveId" clId="{63265192-7B44-45D3-A1BC-CD20A66879BE}" dt="2020-06-14T08:39:06.896" v="2198" actId="1036"/>
          <ac:spMkLst>
            <pc:docMk/>
            <pc:sldMk cId="2090678206" sldId="2680"/>
            <ac:spMk id="131" creationId="{FB72C2A6-7B25-4305-95C4-ADE3172792B5}"/>
          </ac:spMkLst>
        </pc:spChg>
        <pc:spChg chg="mod">
          <ac:chgData name="Hur Jung" userId="763133add284fb2e" providerId="LiveId" clId="{63265192-7B44-45D3-A1BC-CD20A66879BE}" dt="2020-06-14T08:39:06.896" v="2198" actId="1036"/>
          <ac:spMkLst>
            <pc:docMk/>
            <pc:sldMk cId="2090678206" sldId="2680"/>
            <ac:spMk id="137" creationId="{042F6134-DC63-4BF0-831E-EB892883DF28}"/>
          </ac:spMkLst>
        </pc:spChg>
        <pc:grpChg chg="mod">
          <ac:chgData name="Hur Jung" userId="763133add284fb2e" providerId="LiveId" clId="{63265192-7B44-45D3-A1BC-CD20A66879BE}" dt="2020-06-14T08:39:06.896" v="2198" actId="1036"/>
          <ac:grpSpMkLst>
            <pc:docMk/>
            <pc:sldMk cId="2090678206" sldId="2680"/>
            <ac:grpSpMk id="53" creationId="{38325969-85E9-4DE6-AD87-027C00C0D324}"/>
          </ac:grpSpMkLst>
        </pc:grpChg>
        <pc:graphicFrameChg chg="add del mod">
          <ac:chgData name="Hur Jung" userId="763133add284fb2e" providerId="LiveId" clId="{63265192-7B44-45D3-A1BC-CD20A66879BE}" dt="2020-06-28T00:36:08.367" v="10132" actId="478"/>
          <ac:graphicFrameMkLst>
            <pc:docMk/>
            <pc:sldMk cId="2090678206" sldId="2680"/>
            <ac:graphicFrameMk id="5" creationId="{CB4DB044-25B3-4C89-804A-A6EBB676D171}"/>
          </ac:graphicFrameMkLst>
        </pc:graphicFrameChg>
        <pc:graphicFrameChg chg="del mod">
          <ac:chgData name="Hur Jung" userId="763133add284fb2e" providerId="LiveId" clId="{63265192-7B44-45D3-A1BC-CD20A66879BE}" dt="2020-06-14T08:29:52.890" v="2127" actId="478"/>
          <ac:graphicFrameMkLst>
            <pc:docMk/>
            <pc:sldMk cId="2090678206" sldId="2680"/>
            <ac:graphicFrameMk id="52" creationId="{EC761928-FC96-40D6-8160-BB9E0C107942}"/>
          </ac:graphicFrameMkLst>
        </pc:graphicFrameChg>
        <pc:graphicFrameChg chg="del mod">
          <ac:chgData name="Hur Jung" userId="763133add284fb2e" providerId="LiveId" clId="{63265192-7B44-45D3-A1BC-CD20A66879BE}" dt="2020-06-14T08:34:51.264" v="2149" actId="478"/>
          <ac:graphicFrameMkLst>
            <pc:docMk/>
            <pc:sldMk cId="2090678206" sldId="2680"/>
            <ac:graphicFrameMk id="64" creationId="{5B72DABC-0F00-42B0-9B28-D0A5630641D1}"/>
          </ac:graphicFrameMkLst>
        </pc:graphicFrameChg>
        <pc:graphicFrameChg chg="mod modGraphic">
          <ac:chgData name="Hur Jung" userId="763133add284fb2e" providerId="LiveId" clId="{63265192-7B44-45D3-A1BC-CD20A66879BE}" dt="2020-06-28T00:37:46.158" v="10162" actId="14100"/>
          <ac:graphicFrameMkLst>
            <pc:docMk/>
            <pc:sldMk cId="2090678206" sldId="2680"/>
            <ac:graphicFrameMk id="73" creationId="{E4C6D258-59A7-4105-907A-63A719298696}"/>
          </ac:graphicFrameMkLst>
        </pc:graphicFrameChg>
        <pc:graphicFrameChg chg="mod modGraphic">
          <ac:chgData name="Hur Jung" userId="763133add284fb2e" providerId="LiveId" clId="{63265192-7B44-45D3-A1BC-CD20A66879BE}" dt="2020-06-28T00:39:35.981" v="10177" actId="13926"/>
          <ac:graphicFrameMkLst>
            <pc:docMk/>
            <pc:sldMk cId="2090678206" sldId="2680"/>
            <ac:graphicFrameMk id="100" creationId="{B8FD3BFD-DAC8-4E97-8E90-FA4187244AD5}"/>
          </ac:graphicFrameMkLst>
        </pc:graphicFrameChg>
        <pc:picChg chg="add del mod ord">
          <ac:chgData name="Hur Jung" userId="763133add284fb2e" providerId="LiveId" clId="{63265192-7B44-45D3-A1BC-CD20A66879BE}" dt="2020-06-14T08:23:33.062" v="2122" actId="21"/>
          <ac:picMkLst>
            <pc:docMk/>
            <pc:sldMk cId="2090678206" sldId="2680"/>
            <ac:picMk id="74" creationId="{4D5803BD-D448-465E-89F7-38941CB6B4F3}"/>
          </ac:picMkLst>
        </pc:picChg>
        <pc:picChg chg="add del mod">
          <ac:chgData name="Hur Jung" userId="763133add284fb2e" providerId="LiveId" clId="{63265192-7B44-45D3-A1BC-CD20A66879BE}" dt="2020-06-14T08:23:37.349" v="2124" actId="478"/>
          <ac:picMkLst>
            <pc:docMk/>
            <pc:sldMk cId="2090678206" sldId="2680"/>
            <ac:picMk id="75" creationId="{9C906327-DFE8-4BCD-939F-7E8EED2E132C}"/>
          </ac:picMkLst>
        </pc:picChg>
      </pc:sldChg>
      <pc:sldChg chg="addSp delSp modSp mod">
        <pc:chgData name="Hur Jung" userId="763133add284fb2e" providerId="LiveId" clId="{63265192-7B44-45D3-A1BC-CD20A66879BE}" dt="2020-06-27T09:09:44.743" v="9621" actId="6549"/>
        <pc:sldMkLst>
          <pc:docMk/>
          <pc:sldMk cId="2397872531" sldId="2681"/>
        </pc:sldMkLst>
        <pc:spChg chg="mod">
          <ac:chgData name="Hur Jung" userId="763133add284fb2e" providerId="LiveId" clId="{63265192-7B44-45D3-A1BC-CD20A66879BE}" dt="2020-06-27T09:09:44.743" v="9621" actId="6549"/>
          <ac:spMkLst>
            <pc:docMk/>
            <pc:sldMk cId="2397872531" sldId="2681"/>
            <ac:spMk id="2" creationId="{7BD81DA4-00B3-4972-8588-E928EC125314}"/>
          </ac:spMkLst>
        </pc:spChg>
        <pc:spChg chg="del">
          <ac:chgData name="Hur Jung" userId="763133add284fb2e" providerId="LiveId" clId="{63265192-7B44-45D3-A1BC-CD20A66879BE}" dt="2020-06-13T01:26:52.640" v="403" actId="478"/>
          <ac:spMkLst>
            <pc:docMk/>
            <pc:sldMk cId="2397872531" sldId="2681"/>
            <ac:spMk id="6" creationId="{BA7ED86F-C61A-4413-BE0E-6815883795A9}"/>
          </ac:spMkLst>
        </pc:spChg>
        <pc:spChg chg="add del mod">
          <ac:chgData name="Hur Jung" userId="763133add284fb2e" providerId="LiveId" clId="{63265192-7B44-45D3-A1BC-CD20A66879BE}" dt="2020-06-13T01:27:01.817" v="405"/>
          <ac:spMkLst>
            <pc:docMk/>
            <pc:sldMk cId="2397872531" sldId="2681"/>
            <ac:spMk id="9" creationId="{79DE5E65-4AA1-429A-B0C4-91F6DBDA6BF5}"/>
          </ac:spMkLst>
        </pc:spChg>
        <pc:spChg chg="mod">
          <ac:chgData name="Hur Jung" userId="763133add284fb2e" providerId="LiveId" clId="{63265192-7B44-45D3-A1BC-CD20A66879BE}" dt="2020-06-23T12:29:32.487" v="6945" actId="1076"/>
          <ac:spMkLst>
            <pc:docMk/>
            <pc:sldMk cId="2397872531" sldId="2681"/>
            <ac:spMk id="61" creationId="{7E979554-04F5-43C1-9D2E-FB9A8B4D5A13}"/>
          </ac:spMkLst>
        </pc:spChg>
        <pc:spChg chg="mod">
          <ac:chgData name="Hur Jung" userId="763133add284fb2e" providerId="LiveId" clId="{63265192-7B44-45D3-A1BC-CD20A66879BE}" dt="2020-06-13T01:28:26.322" v="419" actId="1076"/>
          <ac:spMkLst>
            <pc:docMk/>
            <pc:sldMk cId="2397872531" sldId="2681"/>
            <ac:spMk id="62" creationId="{8E09ED56-81BF-4B14-BE6F-723ABBEC0197}"/>
          </ac:spMkLst>
        </pc:spChg>
        <pc:spChg chg="mod">
          <ac:chgData name="Hur Jung" userId="763133add284fb2e" providerId="LiveId" clId="{63265192-7B44-45D3-A1BC-CD20A66879BE}" dt="2020-06-27T09:08:28.717" v="9579"/>
          <ac:spMkLst>
            <pc:docMk/>
            <pc:sldMk cId="2397872531" sldId="2681"/>
            <ac:spMk id="63" creationId="{166C3023-AD9D-4F82-8BC8-B7DE6ABF066B}"/>
          </ac:spMkLst>
        </pc:spChg>
        <pc:spChg chg="mod">
          <ac:chgData name="Hur Jung" userId="763133add284fb2e" providerId="LiveId" clId="{63265192-7B44-45D3-A1BC-CD20A66879BE}" dt="2020-06-23T12:29:25.925" v="6944" actId="1076"/>
          <ac:spMkLst>
            <pc:docMk/>
            <pc:sldMk cId="2397872531" sldId="2681"/>
            <ac:spMk id="67" creationId="{0EE85D60-2816-4107-9CC6-8EA97F1BB300}"/>
          </ac:spMkLst>
        </pc:spChg>
        <pc:spChg chg="add mod">
          <ac:chgData name="Hur Jung" userId="763133add284fb2e" providerId="LiveId" clId="{63265192-7B44-45D3-A1BC-CD20A66879BE}" dt="2020-06-27T09:02:33.721" v="9457"/>
          <ac:spMkLst>
            <pc:docMk/>
            <pc:sldMk cId="2397872531" sldId="2681"/>
            <ac:spMk id="68" creationId="{39BF4462-FB03-4B85-9EC3-1FE9FA361140}"/>
          </ac:spMkLst>
        </pc:spChg>
        <pc:spChg chg="mod">
          <ac:chgData name="Hur Jung" userId="763133add284fb2e" providerId="LiveId" clId="{63265192-7B44-45D3-A1BC-CD20A66879BE}" dt="2020-06-23T12:31:24.961" v="6963" actId="1038"/>
          <ac:spMkLst>
            <pc:docMk/>
            <pc:sldMk cId="2397872531" sldId="2681"/>
            <ac:spMk id="70" creationId="{DD9BBB88-8A37-47B4-807F-3863519465E7}"/>
          </ac:spMkLst>
        </pc:spChg>
        <pc:spChg chg="mod">
          <ac:chgData name="Hur Jung" userId="763133add284fb2e" providerId="LiveId" clId="{63265192-7B44-45D3-A1BC-CD20A66879BE}" dt="2020-06-23T12:31:24.961" v="6963" actId="1038"/>
          <ac:spMkLst>
            <pc:docMk/>
            <pc:sldMk cId="2397872531" sldId="2681"/>
            <ac:spMk id="71" creationId="{39F9F5D1-0AAD-4987-9589-961727717BAD}"/>
          </ac:spMkLst>
        </pc:spChg>
        <pc:spChg chg="del mod">
          <ac:chgData name="Hur Jung" userId="763133add284fb2e" providerId="LiveId" clId="{63265192-7B44-45D3-A1BC-CD20A66879BE}" dt="2020-06-27T09:02:54.553" v="9461" actId="478"/>
          <ac:spMkLst>
            <pc:docMk/>
            <pc:sldMk cId="2397872531" sldId="2681"/>
            <ac:spMk id="72" creationId="{F374F97D-2758-444C-8738-4CA83D6327C5}"/>
          </ac:spMkLst>
        </pc:spChg>
        <pc:spChg chg="mod">
          <ac:chgData name="Hur Jung" userId="763133add284fb2e" providerId="LiveId" clId="{63265192-7B44-45D3-A1BC-CD20A66879BE}" dt="2020-06-23T12:31:24.961" v="6963" actId="1038"/>
          <ac:spMkLst>
            <pc:docMk/>
            <pc:sldMk cId="2397872531" sldId="2681"/>
            <ac:spMk id="73" creationId="{08E7B18E-A2BB-4F0D-83D1-946277185E1A}"/>
          </ac:spMkLst>
        </pc:spChg>
        <pc:spChg chg="mod">
          <ac:chgData name="Hur Jung" userId="763133add284fb2e" providerId="LiveId" clId="{63265192-7B44-45D3-A1BC-CD20A66879BE}" dt="2020-06-23T12:31:24.961" v="6963" actId="1038"/>
          <ac:spMkLst>
            <pc:docMk/>
            <pc:sldMk cId="2397872531" sldId="2681"/>
            <ac:spMk id="74" creationId="{77389C2B-EB8C-441C-9AEA-E5BBDA475C73}"/>
          </ac:spMkLst>
        </pc:spChg>
        <pc:spChg chg="mod">
          <ac:chgData name="Hur Jung" userId="763133add284fb2e" providerId="LiveId" clId="{63265192-7B44-45D3-A1BC-CD20A66879BE}" dt="2020-06-23T12:31:24.961" v="6963" actId="1038"/>
          <ac:spMkLst>
            <pc:docMk/>
            <pc:sldMk cId="2397872531" sldId="2681"/>
            <ac:spMk id="75" creationId="{423D8725-DC4B-4C82-BC2F-E6553D0ED2A6}"/>
          </ac:spMkLst>
        </pc:spChg>
        <pc:spChg chg="add mod">
          <ac:chgData name="Hur Jung" userId="763133add284fb2e" providerId="LiveId" clId="{63265192-7B44-45D3-A1BC-CD20A66879BE}" dt="2020-06-27T09:02:24.574" v="9455"/>
          <ac:spMkLst>
            <pc:docMk/>
            <pc:sldMk cId="2397872531" sldId="2681"/>
            <ac:spMk id="77" creationId="{1F4DB279-F3DF-43B1-BF50-91957C852E16}"/>
          </ac:spMkLst>
        </pc:spChg>
        <pc:spChg chg="add mod">
          <ac:chgData name="Hur Jung" userId="763133add284fb2e" providerId="LiveId" clId="{63265192-7B44-45D3-A1BC-CD20A66879BE}" dt="2020-06-23T12:32:05.437" v="6965" actId="20577"/>
          <ac:spMkLst>
            <pc:docMk/>
            <pc:sldMk cId="2397872531" sldId="2681"/>
            <ac:spMk id="78" creationId="{50A944C3-C4F1-45EE-AB02-9089192F7864}"/>
          </ac:spMkLst>
        </pc:spChg>
        <pc:spChg chg="add mod">
          <ac:chgData name="Hur Jung" userId="763133add284fb2e" providerId="LiveId" clId="{63265192-7B44-45D3-A1BC-CD20A66879BE}" dt="2020-06-27T09:07:12.781" v="9570" actId="6549"/>
          <ac:spMkLst>
            <pc:docMk/>
            <pc:sldMk cId="2397872531" sldId="2681"/>
            <ac:spMk id="80" creationId="{73B90C8A-B299-4CD2-8C1B-D7DAE23D5D36}"/>
          </ac:spMkLst>
        </pc:spChg>
        <pc:spChg chg="mod">
          <ac:chgData name="Hur Jung" userId="763133add284fb2e" providerId="LiveId" clId="{63265192-7B44-45D3-A1BC-CD20A66879BE}" dt="2020-06-27T09:08:57.918" v="9589" actId="20577"/>
          <ac:spMkLst>
            <pc:docMk/>
            <pc:sldMk cId="2397872531" sldId="2681"/>
            <ac:spMk id="132" creationId="{18EA3CF1-AC48-4980-A1A8-6B3693E8D480}"/>
          </ac:spMkLst>
        </pc:spChg>
        <pc:spChg chg="mod">
          <ac:chgData name="Hur Jung" userId="763133add284fb2e" providerId="LiveId" clId="{63265192-7B44-45D3-A1BC-CD20A66879BE}" dt="2020-06-23T12:30:38.115" v="6953" actId="1036"/>
          <ac:spMkLst>
            <pc:docMk/>
            <pc:sldMk cId="2397872531" sldId="2681"/>
            <ac:spMk id="142" creationId="{7FD76AED-D86A-4CAA-A3DD-509B356813D7}"/>
          </ac:spMkLst>
        </pc:spChg>
        <pc:spChg chg="mod">
          <ac:chgData name="Hur Jung" userId="763133add284fb2e" providerId="LiveId" clId="{63265192-7B44-45D3-A1BC-CD20A66879BE}" dt="2020-06-23T12:30:38.115" v="6953" actId="1036"/>
          <ac:spMkLst>
            <pc:docMk/>
            <pc:sldMk cId="2397872531" sldId="2681"/>
            <ac:spMk id="143" creationId="{1DEA9D87-4390-45DB-A44D-4B9A976F7A87}"/>
          </ac:spMkLst>
        </pc:spChg>
        <pc:spChg chg="mod">
          <ac:chgData name="Hur Jung" userId="763133add284fb2e" providerId="LiveId" clId="{63265192-7B44-45D3-A1BC-CD20A66879BE}" dt="2020-06-27T09:02:42.236" v="9460"/>
          <ac:spMkLst>
            <pc:docMk/>
            <pc:sldMk cId="2397872531" sldId="2681"/>
            <ac:spMk id="145" creationId="{27BFC115-25A2-4346-B611-AE930A84561F}"/>
          </ac:spMkLst>
        </pc:spChg>
        <pc:spChg chg="mod">
          <ac:chgData name="Hur Jung" userId="763133add284fb2e" providerId="LiveId" clId="{63265192-7B44-45D3-A1BC-CD20A66879BE}" dt="2020-06-23T12:30:38.115" v="6953" actId="1036"/>
          <ac:spMkLst>
            <pc:docMk/>
            <pc:sldMk cId="2397872531" sldId="2681"/>
            <ac:spMk id="146" creationId="{278CB766-35D9-461A-9069-C98E76057681}"/>
          </ac:spMkLst>
        </pc:spChg>
        <pc:spChg chg="mod">
          <ac:chgData name="Hur Jung" userId="763133add284fb2e" providerId="LiveId" clId="{63265192-7B44-45D3-A1BC-CD20A66879BE}" dt="2020-06-23T12:30:38.115" v="6953" actId="1036"/>
          <ac:spMkLst>
            <pc:docMk/>
            <pc:sldMk cId="2397872531" sldId="2681"/>
            <ac:spMk id="147" creationId="{66CF4E89-EFA3-47FC-BB91-32CBA0D04CAD}"/>
          </ac:spMkLst>
        </pc:spChg>
        <pc:spChg chg="mod">
          <ac:chgData name="Hur Jung" userId="763133add284fb2e" providerId="LiveId" clId="{63265192-7B44-45D3-A1BC-CD20A66879BE}" dt="2020-06-23T12:31:24.961" v="6963" actId="1038"/>
          <ac:spMkLst>
            <pc:docMk/>
            <pc:sldMk cId="2397872531" sldId="2681"/>
            <ac:spMk id="148" creationId="{54222C2D-749A-46F6-BD32-24711589A8D7}"/>
          </ac:spMkLst>
        </pc:spChg>
        <pc:spChg chg="mod">
          <ac:chgData name="Hur Jung" userId="763133add284fb2e" providerId="LiveId" clId="{63265192-7B44-45D3-A1BC-CD20A66879BE}" dt="2020-06-27T09:09:11.915" v="9616" actId="20577"/>
          <ac:spMkLst>
            <pc:docMk/>
            <pc:sldMk cId="2397872531" sldId="2681"/>
            <ac:spMk id="153" creationId="{318CEF59-83B1-442A-A0DF-E6298ADE1AD6}"/>
          </ac:spMkLst>
        </pc:spChg>
        <pc:spChg chg="mod">
          <ac:chgData name="Hur Jung" userId="763133add284fb2e" providerId="LiveId" clId="{63265192-7B44-45D3-A1BC-CD20A66879BE}" dt="2020-06-13T01:27:04.829" v="407" actId="20577"/>
          <ac:spMkLst>
            <pc:docMk/>
            <pc:sldMk cId="2397872531" sldId="2681"/>
            <ac:spMk id="172" creationId="{4CBA4434-B10A-4958-85B3-3B7254BA4E38}"/>
          </ac:spMkLst>
        </pc:spChg>
        <pc:grpChg chg="mod">
          <ac:chgData name="Hur Jung" userId="763133add284fb2e" providerId="LiveId" clId="{63265192-7B44-45D3-A1BC-CD20A66879BE}" dt="2020-06-23T12:31:24.961" v="6963" actId="1038"/>
          <ac:grpSpMkLst>
            <pc:docMk/>
            <pc:sldMk cId="2397872531" sldId="2681"/>
            <ac:grpSpMk id="171" creationId="{173C25A2-03D0-447C-B4E5-E3E18C3FE9E7}"/>
          </ac:grpSpMkLst>
        </pc:grpChg>
        <pc:graphicFrameChg chg="mod modGraphic">
          <ac:chgData name="Hur Jung" userId="763133add284fb2e" providerId="LiveId" clId="{63265192-7B44-45D3-A1BC-CD20A66879BE}" dt="2020-06-27T09:06:39.460" v="9568" actId="14100"/>
          <ac:graphicFrameMkLst>
            <pc:docMk/>
            <pc:sldMk cId="2397872531" sldId="2681"/>
            <ac:graphicFrameMk id="54" creationId="{B00BCD53-923E-4546-82B1-45858FBDC50E}"/>
          </ac:graphicFrameMkLst>
        </pc:graphicFrameChg>
        <pc:picChg chg="add mod">
          <ac:chgData name="Hur Jung" userId="763133add284fb2e" providerId="LiveId" clId="{63265192-7B44-45D3-A1BC-CD20A66879BE}" dt="2020-06-23T12:30:38.115" v="6953" actId="1036"/>
          <ac:picMkLst>
            <pc:docMk/>
            <pc:sldMk cId="2397872531" sldId="2681"/>
            <ac:picMk id="79" creationId="{464A30DD-26C8-4358-BB5F-9BF03751A4FD}"/>
          </ac:picMkLst>
        </pc:picChg>
        <pc:picChg chg="mod">
          <ac:chgData name="Hur Jung" userId="763133add284fb2e" providerId="LiveId" clId="{63265192-7B44-45D3-A1BC-CD20A66879BE}" dt="2020-06-23T12:31:05.955" v="6957" actId="1036"/>
          <ac:picMkLst>
            <pc:docMk/>
            <pc:sldMk cId="2397872531" sldId="2681"/>
            <ac:picMk id="149" creationId="{86FEF559-F550-4272-AA5C-B0EDDA5529AE}"/>
          </ac:picMkLst>
        </pc:picChg>
      </pc:sldChg>
      <pc:sldChg chg="modSp mod">
        <pc:chgData name="Hur Jung" userId="763133add284fb2e" providerId="LiveId" clId="{63265192-7B44-45D3-A1BC-CD20A66879BE}" dt="2020-06-15T06:20:24.940" v="2832"/>
        <pc:sldMkLst>
          <pc:docMk/>
          <pc:sldMk cId="1100780016" sldId="2684"/>
        </pc:sldMkLst>
        <pc:graphicFrameChg chg="mod modGraphic">
          <ac:chgData name="Hur Jung" userId="763133add284fb2e" providerId="LiveId" clId="{63265192-7B44-45D3-A1BC-CD20A66879BE}" dt="2020-06-15T06:20:24.940" v="2832"/>
          <ac:graphicFrameMkLst>
            <pc:docMk/>
            <pc:sldMk cId="1100780016" sldId="2684"/>
            <ac:graphicFrameMk id="46" creationId="{5AB5CAE2-674D-4D91-B436-D5F2C01E518A}"/>
          </ac:graphicFrameMkLst>
        </pc:graphicFrameChg>
      </pc:sldChg>
      <pc:sldChg chg="addSp delSp modSp mod">
        <pc:chgData name="Hur Jung" userId="763133add284fb2e" providerId="LiveId" clId="{63265192-7B44-45D3-A1BC-CD20A66879BE}" dt="2020-06-27T01:17:35.725" v="7396" actId="20577"/>
        <pc:sldMkLst>
          <pc:docMk/>
          <pc:sldMk cId="2395808299" sldId="2685"/>
        </pc:sldMkLst>
        <pc:spChg chg="mod">
          <ac:chgData name="Hur Jung" userId="763133add284fb2e" providerId="LiveId" clId="{63265192-7B44-45D3-A1BC-CD20A66879BE}" dt="2020-06-27T01:17:35.725" v="7396" actId="20577"/>
          <ac:spMkLst>
            <pc:docMk/>
            <pc:sldMk cId="2395808299" sldId="2685"/>
            <ac:spMk id="2" creationId="{7BD81DA4-00B3-4972-8588-E928EC125314}"/>
          </ac:spMkLst>
        </pc:spChg>
        <pc:spChg chg="del mod">
          <ac:chgData name="Hur Jung" userId="763133add284fb2e" providerId="LiveId" clId="{63265192-7B44-45D3-A1BC-CD20A66879BE}" dt="2020-06-15T06:06:56.660" v="2622" actId="478"/>
          <ac:spMkLst>
            <pc:docMk/>
            <pc:sldMk cId="2395808299" sldId="2685"/>
            <ac:spMk id="47" creationId="{AD03A994-1683-4B2C-8354-6C19304B9F01}"/>
          </ac:spMkLst>
        </pc:spChg>
        <pc:spChg chg="mod ord">
          <ac:chgData name="Hur Jung" userId="763133add284fb2e" providerId="LiveId" clId="{63265192-7B44-45D3-A1BC-CD20A66879BE}" dt="2020-06-15T06:08:03.306" v="2651" actId="5793"/>
          <ac:spMkLst>
            <pc:docMk/>
            <pc:sldMk cId="2395808299" sldId="2685"/>
            <ac:spMk id="49" creationId="{DE7846CA-B613-4F2C-A1AE-82B3CDA18C09}"/>
          </ac:spMkLst>
        </pc:spChg>
        <pc:spChg chg="mod ord">
          <ac:chgData name="Hur Jung" userId="763133add284fb2e" providerId="LiveId" clId="{63265192-7B44-45D3-A1BC-CD20A66879BE}" dt="2020-06-15T06:07:05.339" v="2624" actId="166"/>
          <ac:spMkLst>
            <pc:docMk/>
            <pc:sldMk cId="2395808299" sldId="2685"/>
            <ac:spMk id="50" creationId="{6BBF8B64-116C-4A64-A5E7-2A30A9AD8BDC}"/>
          </ac:spMkLst>
        </pc:spChg>
        <pc:spChg chg="mod">
          <ac:chgData name="Hur Jung" userId="763133add284fb2e" providerId="LiveId" clId="{63265192-7B44-45D3-A1BC-CD20A66879BE}" dt="2020-06-27T01:17:10.052" v="7395" actId="20577"/>
          <ac:spMkLst>
            <pc:docMk/>
            <pc:sldMk cId="2395808299" sldId="2685"/>
            <ac:spMk id="51" creationId="{87CAC8AB-7967-4F1D-81D2-51BCDF7A5783}"/>
          </ac:spMkLst>
        </pc:spChg>
        <pc:spChg chg="mod">
          <ac:chgData name="Hur Jung" userId="763133add284fb2e" providerId="LiveId" clId="{63265192-7B44-45D3-A1BC-CD20A66879BE}" dt="2020-06-15T06:02:21.344" v="2572" actId="1035"/>
          <ac:spMkLst>
            <pc:docMk/>
            <pc:sldMk cId="2395808299" sldId="2685"/>
            <ac:spMk id="52" creationId="{6074E69F-0271-4F0B-88CF-EDB02524FAE6}"/>
          </ac:spMkLst>
        </pc:spChg>
        <pc:spChg chg="mod">
          <ac:chgData name="Hur Jung" userId="763133add284fb2e" providerId="LiveId" clId="{63265192-7B44-45D3-A1BC-CD20A66879BE}" dt="2020-06-15T06:02:21.344" v="2572" actId="1035"/>
          <ac:spMkLst>
            <pc:docMk/>
            <pc:sldMk cId="2395808299" sldId="2685"/>
            <ac:spMk id="56" creationId="{5B9F098A-BB36-4F3F-A389-1DBCA9E5160C}"/>
          </ac:spMkLst>
        </pc:spChg>
        <pc:spChg chg="mod">
          <ac:chgData name="Hur Jung" userId="763133add284fb2e" providerId="LiveId" clId="{63265192-7B44-45D3-A1BC-CD20A66879BE}" dt="2020-06-15T06:02:21.344" v="2572" actId="1035"/>
          <ac:spMkLst>
            <pc:docMk/>
            <pc:sldMk cId="2395808299" sldId="2685"/>
            <ac:spMk id="57" creationId="{EF56396B-8DBF-46F5-9904-4D819B21E17D}"/>
          </ac:spMkLst>
        </pc:spChg>
        <pc:spChg chg="mod">
          <ac:chgData name="Hur Jung" userId="763133add284fb2e" providerId="LiveId" clId="{63265192-7B44-45D3-A1BC-CD20A66879BE}" dt="2020-06-15T06:02:21.344" v="2572" actId="1035"/>
          <ac:spMkLst>
            <pc:docMk/>
            <pc:sldMk cId="2395808299" sldId="2685"/>
            <ac:spMk id="58" creationId="{90294F16-4E4A-4DCD-A0D9-71FBDFF2F17C}"/>
          </ac:spMkLst>
        </pc:spChg>
        <pc:spChg chg="add del mod">
          <ac:chgData name="Hur Jung" userId="763133add284fb2e" providerId="LiveId" clId="{63265192-7B44-45D3-A1BC-CD20A66879BE}" dt="2020-06-14T07:07:34.839" v="1897"/>
          <ac:spMkLst>
            <pc:docMk/>
            <pc:sldMk cId="2395808299" sldId="2685"/>
            <ac:spMk id="59" creationId="{03C1FB38-9424-4CD8-8356-F435EAAAF503}"/>
          </ac:spMkLst>
        </pc:spChg>
        <pc:spChg chg="add del mod">
          <ac:chgData name="Hur Jung" userId="763133add284fb2e" providerId="LiveId" clId="{63265192-7B44-45D3-A1BC-CD20A66879BE}" dt="2020-06-14T07:07:34.839" v="1897"/>
          <ac:spMkLst>
            <pc:docMk/>
            <pc:sldMk cId="2395808299" sldId="2685"/>
            <ac:spMk id="60" creationId="{0F0A9F29-6B55-4071-80BA-04D452778DF3}"/>
          </ac:spMkLst>
        </pc:spChg>
        <pc:spChg chg="add mod">
          <ac:chgData name="Hur Jung" userId="763133add284fb2e" providerId="LiveId" clId="{63265192-7B44-45D3-A1BC-CD20A66879BE}" dt="2020-06-15T06:06:27.935" v="2614" actId="164"/>
          <ac:spMkLst>
            <pc:docMk/>
            <pc:sldMk cId="2395808299" sldId="2685"/>
            <ac:spMk id="61" creationId="{72D7D22B-3D00-4E95-B504-162A0248559A}"/>
          </ac:spMkLst>
        </pc:spChg>
        <pc:spChg chg="add mod">
          <ac:chgData name="Hur Jung" userId="763133add284fb2e" providerId="LiveId" clId="{63265192-7B44-45D3-A1BC-CD20A66879BE}" dt="2020-06-15T06:04:09.772" v="2604" actId="108"/>
          <ac:spMkLst>
            <pc:docMk/>
            <pc:sldMk cId="2395808299" sldId="2685"/>
            <ac:spMk id="63" creationId="{F8310C4A-0CD2-47BA-BF4C-7B957A0D426C}"/>
          </ac:spMkLst>
        </pc:spChg>
        <pc:spChg chg="add mod">
          <ac:chgData name="Hur Jung" userId="763133add284fb2e" providerId="LiveId" clId="{63265192-7B44-45D3-A1BC-CD20A66879BE}" dt="2020-06-15T06:02:21.344" v="2572" actId="1035"/>
          <ac:spMkLst>
            <pc:docMk/>
            <pc:sldMk cId="2395808299" sldId="2685"/>
            <ac:spMk id="64" creationId="{D24828EA-97FE-4BD8-8A00-72490AB679A9}"/>
          </ac:spMkLst>
        </pc:spChg>
        <pc:spChg chg="add mod">
          <ac:chgData name="Hur Jung" userId="763133add284fb2e" providerId="LiveId" clId="{63265192-7B44-45D3-A1BC-CD20A66879BE}" dt="2020-06-15T06:02:21.344" v="2572" actId="1035"/>
          <ac:spMkLst>
            <pc:docMk/>
            <pc:sldMk cId="2395808299" sldId="2685"/>
            <ac:spMk id="65" creationId="{3E610306-060F-4EA7-A07D-AD73A32C96B7}"/>
          </ac:spMkLst>
        </pc:spChg>
        <pc:spChg chg="mod">
          <ac:chgData name="Hur Jung" userId="763133add284fb2e" providerId="LiveId" clId="{63265192-7B44-45D3-A1BC-CD20A66879BE}" dt="2020-06-15T05:58:10.331" v="2369"/>
          <ac:spMkLst>
            <pc:docMk/>
            <pc:sldMk cId="2395808299" sldId="2685"/>
            <ac:spMk id="67" creationId="{C767670C-D10E-47D9-836D-4DAAC68B9E3B}"/>
          </ac:spMkLst>
        </pc:spChg>
        <pc:spChg chg="mod">
          <ac:chgData name="Hur Jung" userId="763133add284fb2e" providerId="LiveId" clId="{63265192-7B44-45D3-A1BC-CD20A66879BE}" dt="2020-06-15T05:58:10.331" v="2369"/>
          <ac:spMkLst>
            <pc:docMk/>
            <pc:sldMk cId="2395808299" sldId="2685"/>
            <ac:spMk id="68" creationId="{6FF5DAF4-9F2E-4A7B-931D-80FDF9A1387A}"/>
          </ac:spMkLst>
        </pc:spChg>
        <pc:spChg chg="add mod">
          <ac:chgData name="Hur Jung" userId="763133add284fb2e" providerId="LiveId" clId="{63265192-7B44-45D3-A1BC-CD20A66879BE}" dt="2020-06-15T06:02:21.344" v="2572" actId="1035"/>
          <ac:spMkLst>
            <pc:docMk/>
            <pc:sldMk cId="2395808299" sldId="2685"/>
            <ac:spMk id="69" creationId="{2A4990F3-AE3D-475D-A9EC-A240D282148A}"/>
          </ac:spMkLst>
        </pc:spChg>
        <pc:spChg chg="add mod">
          <ac:chgData name="Hur Jung" userId="763133add284fb2e" providerId="LiveId" clId="{63265192-7B44-45D3-A1BC-CD20A66879BE}" dt="2020-06-15T06:02:21.344" v="2572" actId="1035"/>
          <ac:spMkLst>
            <pc:docMk/>
            <pc:sldMk cId="2395808299" sldId="2685"/>
            <ac:spMk id="70" creationId="{BCA68E76-7AEA-4C14-B7A3-95989B7D6B94}"/>
          </ac:spMkLst>
        </pc:spChg>
        <pc:spChg chg="mod ord">
          <ac:chgData name="Hur Jung" userId="763133add284fb2e" providerId="LiveId" clId="{63265192-7B44-45D3-A1BC-CD20A66879BE}" dt="2020-06-15T06:06:49.390" v="2620" actId="166"/>
          <ac:spMkLst>
            <pc:docMk/>
            <pc:sldMk cId="2395808299" sldId="2685"/>
            <ac:spMk id="71" creationId="{B4725D16-363C-44D6-A60C-F1FA251187C7}"/>
          </ac:spMkLst>
        </pc:spChg>
        <pc:spChg chg="add mod">
          <ac:chgData name="Hur Jung" userId="763133add284fb2e" providerId="LiveId" clId="{63265192-7B44-45D3-A1BC-CD20A66879BE}" dt="2020-06-15T06:02:21.344" v="2572" actId="1035"/>
          <ac:spMkLst>
            <pc:docMk/>
            <pc:sldMk cId="2395808299" sldId="2685"/>
            <ac:spMk id="72" creationId="{4E04E260-5ADB-46D4-92FB-185F4C0A4F0B}"/>
          </ac:spMkLst>
        </pc:spChg>
        <pc:spChg chg="add mod">
          <ac:chgData name="Hur Jung" userId="763133add284fb2e" providerId="LiveId" clId="{63265192-7B44-45D3-A1BC-CD20A66879BE}" dt="2020-06-15T06:09:47.714" v="2666" actId="20577"/>
          <ac:spMkLst>
            <pc:docMk/>
            <pc:sldMk cId="2395808299" sldId="2685"/>
            <ac:spMk id="73" creationId="{1F1A3B11-1002-4759-B5BA-2F3E1DA284AC}"/>
          </ac:spMkLst>
        </pc:spChg>
        <pc:spChg chg="mod">
          <ac:chgData name="Hur Jung" userId="763133add284fb2e" providerId="LiveId" clId="{63265192-7B44-45D3-A1BC-CD20A66879BE}" dt="2020-06-15T06:02:21.344" v="2572" actId="1035"/>
          <ac:spMkLst>
            <pc:docMk/>
            <pc:sldMk cId="2395808299" sldId="2685"/>
            <ac:spMk id="77" creationId="{C1A4E0F2-62C0-4BBC-9449-795890692AC1}"/>
          </ac:spMkLst>
        </pc:spChg>
        <pc:spChg chg="mod">
          <ac:chgData name="Hur Jung" userId="763133add284fb2e" providerId="LiveId" clId="{63265192-7B44-45D3-A1BC-CD20A66879BE}" dt="2020-06-15T06:00:15.025" v="2434" actId="404"/>
          <ac:spMkLst>
            <pc:docMk/>
            <pc:sldMk cId="2395808299" sldId="2685"/>
            <ac:spMk id="79" creationId="{B78EE071-42A5-4EBB-B735-0442972C0042}"/>
          </ac:spMkLst>
        </pc:spChg>
        <pc:spChg chg="add mod">
          <ac:chgData name="Hur Jung" userId="763133add284fb2e" providerId="LiveId" clId="{63265192-7B44-45D3-A1BC-CD20A66879BE}" dt="2020-06-15T06:02:21.344" v="2572" actId="1035"/>
          <ac:spMkLst>
            <pc:docMk/>
            <pc:sldMk cId="2395808299" sldId="2685"/>
            <ac:spMk id="81" creationId="{07C17899-46C4-4761-99D4-2D7F9080961C}"/>
          </ac:spMkLst>
        </pc:spChg>
        <pc:spChg chg="add mod">
          <ac:chgData name="Hur Jung" userId="763133add284fb2e" providerId="LiveId" clId="{63265192-7B44-45D3-A1BC-CD20A66879BE}" dt="2020-06-15T06:02:21.344" v="2572" actId="1035"/>
          <ac:spMkLst>
            <pc:docMk/>
            <pc:sldMk cId="2395808299" sldId="2685"/>
            <ac:spMk id="82" creationId="{AA8B0C79-6A4F-4E2F-A537-537A5E8F8935}"/>
          </ac:spMkLst>
        </pc:spChg>
        <pc:spChg chg="mod topLvl">
          <ac:chgData name="Hur Jung" userId="763133add284fb2e" providerId="LiveId" clId="{63265192-7B44-45D3-A1BC-CD20A66879BE}" dt="2020-06-15T06:08:23.135" v="2654"/>
          <ac:spMkLst>
            <pc:docMk/>
            <pc:sldMk cId="2395808299" sldId="2685"/>
            <ac:spMk id="84" creationId="{A038A075-CE21-44D8-8E8C-B8E7FEC378A8}"/>
          </ac:spMkLst>
        </pc:spChg>
        <pc:spChg chg="mod">
          <ac:chgData name="Hur Jung" userId="763133add284fb2e" providerId="LiveId" clId="{63265192-7B44-45D3-A1BC-CD20A66879BE}" dt="2020-06-15T05:57:20.059" v="2358" actId="20577"/>
          <ac:spMkLst>
            <pc:docMk/>
            <pc:sldMk cId="2395808299" sldId="2685"/>
            <ac:spMk id="96" creationId="{5445869C-2281-4B10-BB83-FD5BB26FC0A7}"/>
          </ac:spMkLst>
        </pc:spChg>
        <pc:spChg chg="mod">
          <ac:chgData name="Hur Jung" userId="763133add284fb2e" providerId="LiveId" clId="{63265192-7B44-45D3-A1BC-CD20A66879BE}" dt="2020-06-15T06:02:21.344" v="2572" actId="1035"/>
          <ac:spMkLst>
            <pc:docMk/>
            <pc:sldMk cId="2395808299" sldId="2685"/>
            <ac:spMk id="97" creationId="{02B8AFF6-C0C1-42F8-9E79-900B5AA59885}"/>
          </ac:spMkLst>
        </pc:spChg>
        <pc:spChg chg="mod">
          <ac:chgData name="Hur Jung" userId="763133add284fb2e" providerId="LiveId" clId="{63265192-7B44-45D3-A1BC-CD20A66879BE}" dt="2020-06-15T06:02:21.344" v="2572" actId="1035"/>
          <ac:spMkLst>
            <pc:docMk/>
            <pc:sldMk cId="2395808299" sldId="2685"/>
            <ac:spMk id="102" creationId="{9D58DEBB-C843-4C62-93B9-65ACB2C12CC9}"/>
          </ac:spMkLst>
        </pc:spChg>
        <pc:spChg chg="mod">
          <ac:chgData name="Hur Jung" userId="763133add284fb2e" providerId="LiveId" clId="{63265192-7B44-45D3-A1BC-CD20A66879BE}" dt="2020-06-15T06:02:21.344" v="2572" actId="1035"/>
          <ac:spMkLst>
            <pc:docMk/>
            <pc:sldMk cId="2395808299" sldId="2685"/>
            <ac:spMk id="103" creationId="{33105251-D58F-4163-9857-FEBBC230DAE4}"/>
          </ac:spMkLst>
        </pc:spChg>
        <pc:spChg chg="mod">
          <ac:chgData name="Hur Jung" userId="763133add284fb2e" providerId="LiveId" clId="{63265192-7B44-45D3-A1BC-CD20A66879BE}" dt="2020-06-15T06:02:21.344" v="2572" actId="1035"/>
          <ac:spMkLst>
            <pc:docMk/>
            <pc:sldMk cId="2395808299" sldId="2685"/>
            <ac:spMk id="104" creationId="{C3790843-AB4A-4A0D-930D-F5CEF55CA798}"/>
          </ac:spMkLst>
        </pc:spChg>
        <pc:spChg chg="mod">
          <ac:chgData name="Hur Jung" userId="763133add284fb2e" providerId="LiveId" clId="{63265192-7B44-45D3-A1BC-CD20A66879BE}" dt="2020-06-15T06:02:21.344" v="2572" actId="1035"/>
          <ac:spMkLst>
            <pc:docMk/>
            <pc:sldMk cId="2395808299" sldId="2685"/>
            <ac:spMk id="105" creationId="{646D6A2F-EAC0-4B9F-A066-3C24D619BC5C}"/>
          </ac:spMkLst>
        </pc:spChg>
        <pc:spChg chg="mod">
          <ac:chgData name="Hur Jung" userId="763133add284fb2e" providerId="LiveId" clId="{63265192-7B44-45D3-A1BC-CD20A66879BE}" dt="2020-06-15T06:08:58.939" v="2657" actId="164"/>
          <ac:spMkLst>
            <pc:docMk/>
            <pc:sldMk cId="2395808299" sldId="2685"/>
            <ac:spMk id="109" creationId="{C52C8F1B-0BFF-4790-996C-058B916D1AC5}"/>
          </ac:spMkLst>
        </pc:spChg>
        <pc:spChg chg="mod">
          <ac:chgData name="Hur Jung" userId="763133add284fb2e" providerId="LiveId" clId="{63265192-7B44-45D3-A1BC-CD20A66879BE}" dt="2020-06-15T06:02:43.414" v="2589" actId="20577"/>
          <ac:spMkLst>
            <pc:docMk/>
            <pc:sldMk cId="2395808299" sldId="2685"/>
            <ac:spMk id="110" creationId="{611ABD8D-F05B-477D-9EA0-16B30D52609A}"/>
          </ac:spMkLst>
        </pc:spChg>
        <pc:spChg chg="mod">
          <ac:chgData name="Hur Jung" userId="763133add284fb2e" providerId="LiveId" clId="{63265192-7B44-45D3-A1BC-CD20A66879BE}" dt="2020-06-15T06:02:21.344" v="2572" actId="1035"/>
          <ac:spMkLst>
            <pc:docMk/>
            <pc:sldMk cId="2395808299" sldId="2685"/>
            <ac:spMk id="111" creationId="{C5DD8CC7-E579-4F33-819F-53B4CD80C2AF}"/>
          </ac:spMkLst>
        </pc:spChg>
        <pc:spChg chg="mod">
          <ac:chgData name="Hur Jung" userId="763133add284fb2e" providerId="LiveId" clId="{63265192-7B44-45D3-A1BC-CD20A66879BE}" dt="2020-06-15T06:02:21.344" v="2572" actId="1035"/>
          <ac:spMkLst>
            <pc:docMk/>
            <pc:sldMk cId="2395808299" sldId="2685"/>
            <ac:spMk id="112" creationId="{B8E833C2-EA64-4E2B-8082-05540F4EA04F}"/>
          </ac:spMkLst>
        </pc:spChg>
        <pc:spChg chg="mod">
          <ac:chgData name="Hur Jung" userId="763133add284fb2e" providerId="LiveId" clId="{63265192-7B44-45D3-A1BC-CD20A66879BE}" dt="2020-06-15T06:02:21.344" v="2572" actId="1035"/>
          <ac:spMkLst>
            <pc:docMk/>
            <pc:sldMk cId="2395808299" sldId="2685"/>
            <ac:spMk id="113" creationId="{1D005E14-A164-4207-9C68-ED2A38A1F8B3}"/>
          </ac:spMkLst>
        </pc:spChg>
        <pc:spChg chg="mod">
          <ac:chgData name="Hur Jung" userId="763133add284fb2e" providerId="LiveId" clId="{63265192-7B44-45D3-A1BC-CD20A66879BE}" dt="2020-06-15T06:02:21.344" v="2572" actId="1035"/>
          <ac:spMkLst>
            <pc:docMk/>
            <pc:sldMk cId="2395808299" sldId="2685"/>
            <ac:spMk id="114" creationId="{7ADAF16D-E4D4-477A-9E51-3D2F1423541B}"/>
          </ac:spMkLst>
        </pc:spChg>
        <pc:spChg chg="mod">
          <ac:chgData name="Hur Jung" userId="763133add284fb2e" providerId="LiveId" clId="{63265192-7B44-45D3-A1BC-CD20A66879BE}" dt="2020-06-15T06:02:21.344" v="2572" actId="1035"/>
          <ac:spMkLst>
            <pc:docMk/>
            <pc:sldMk cId="2395808299" sldId="2685"/>
            <ac:spMk id="115" creationId="{A89E6BBA-72E4-4202-BA60-767FC2DA6E90}"/>
          </ac:spMkLst>
        </pc:spChg>
        <pc:spChg chg="mod">
          <ac:chgData name="Hur Jung" userId="763133add284fb2e" providerId="LiveId" clId="{63265192-7B44-45D3-A1BC-CD20A66879BE}" dt="2020-06-15T06:02:21.344" v="2572" actId="1035"/>
          <ac:spMkLst>
            <pc:docMk/>
            <pc:sldMk cId="2395808299" sldId="2685"/>
            <ac:spMk id="116" creationId="{9824E859-6E6A-43A3-843E-D5F8EA06ED65}"/>
          </ac:spMkLst>
        </pc:spChg>
        <pc:spChg chg="mod">
          <ac:chgData name="Hur Jung" userId="763133add284fb2e" providerId="LiveId" clId="{63265192-7B44-45D3-A1BC-CD20A66879BE}" dt="2020-06-15T06:02:21.344" v="2572" actId="1035"/>
          <ac:spMkLst>
            <pc:docMk/>
            <pc:sldMk cId="2395808299" sldId="2685"/>
            <ac:spMk id="117" creationId="{9C70A86E-267E-4392-9498-624F5C4E347D}"/>
          </ac:spMkLst>
        </pc:spChg>
        <pc:spChg chg="mod">
          <ac:chgData name="Hur Jung" userId="763133add284fb2e" providerId="LiveId" clId="{63265192-7B44-45D3-A1BC-CD20A66879BE}" dt="2020-06-15T06:02:21.344" v="2572" actId="1035"/>
          <ac:spMkLst>
            <pc:docMk/>
            <pc:sldMk cId="2395808299" sldId="2685"/>
            <ac:spMk id="118" creationId="{09E059E1-989F-4116-8E33-328A864CA8AA}"/>
          </ac:spMkLst>
        </pc:spChg>
        <pc:spChg chg="del mod">
          <ac:chgData name="Hur Jung" userId="763133add284fb2e" providerId="LiveId" clId="{63265192-7B44-45D3-A1BC-CD20A66879BE}" dt="2020-06-15T06:00:43.937" v="2442" actId="478"/>
          <ac:spMkLst>
            <pc:docMk/>
            <pc:sldMk cId="2395808299" sldId="2685"/>
            <ac:spMk id="119" creationId="{9B753FFB-9A90-43DD-99C2-625366D4CB5E}"/>
          </ac:spMkLst>
        </pc:spChg>
        <pc:spChg chg="mod">
          <ac:chgData name="Hur Jung" userId="763133add284fb2e" providerId="LiveId" clId="{63265192-7B44-45D3-A1BC-CD20A66879BE}" dt="2020-06-15T06:02:21.344" v="2572" actId="1035"/>
          <ac:spMkLst>
            <pc:docMk/>
            <pc:sldMk cId="2395808299" sldId="2685"/>
            <ac:spMk id="120" creationId="{596EAE7B-06FC-4D0D-9893-E46BCA837461}"/>
          </ac:spMkLst>
        </pc:spChg>
        <pc:spChg chg="mod">
          <ac:chgData name="Hur Jung" userId="763133add284fb2e" providerId="LiveId" clId="{63265192-7B44-45D3-A1BC-CD20A66879BE}" dt="2020-06-15T06:02:21.344" v="2572" actId="1035"/>
          <ac:spMkLst>
            <pc:docMk/>
            <pc:sldMk cId="2395808299" sldId="2685"/>
            <ac:spMk id="121" creationId="{35B4C144-0502-4321-BC8C-1969926E072F}"/>
          </ac:spMkLst>
        </pc:spChg>
        <pc:spChg chg="mod">
          <ac:chgData name="Hur Jung" userId="763133add284fb2e" providerId="LiveId" clId="{63265192-7B44-45D3-A1BC-CD20A66879BE}" dt="2020-06-15T06:02:00.398" v="2567" actId="1036"/>
          <ac:spMkLst>
            <pc:docMk/>
            <pc:sldMk cId="2395808299" sldId="2685"/>
            <ac:spMk id="125" creationId="{8E729C26-9AE3-4575-B6A0-0CDD45AE1068}"/>
          </ac:spMkLst>
        </pc:spChg>
        <pc:grpChg chg="add mod">
          <ac:chgData name="Hur Jung" userId="763133add284fb2e" providerId="LiveId" clId="{63265192-7B44-45D3-A1BC-CD20A66879BE}" dt="2020-06-15T06:06:27.935" v="2614" actId="164"/>
          <ac:grpSpMkLst>
            <pc:docMk/>
            <pc:sldMk cId="2395808299" sldId="2685"/>
            <ac:grpSpMk id="6" creationId="{D9497123-14E3-4373-B304-E3873D87854A}"/>
          </ac:grpSpMkLst>
        </pc:grpChg>
        <pc:grpChg chg="add mod">
          <ac:chgData name="Hur Jung" userId="763133add284fb2e" providerId="LiveId" clId="{63265192-7B44-45D3-A1BC-CD20A66879BE}" dt="2020-06-15T06:08:58.939" v="2657" actId="164"/>
          <ac:grpSpMkLst>
            <pc:docMk/>
            <pc:sldMk cId="2395808299" sldId="2685"/>
            <ac:grpSpMk id="7" creationId="{0966E2EE-C2BA-4844-A0B3-9407637873CA}"/>
          </ac:grpSpMkLst>
        </pc:grpChg>
        <pc:grpChg chg="mod">
          <ac:chgData name="Hur Jung" userId="763133add284fb2e" providerId="LiveId" clId="{63265192-7B44-45D3-A1BC-CD20A66879BE}" dt="2020-06-15T06:02:21.344" v="2572" actId="1035"/>
          <ac:grpSpMkLst>
            <pc:docMk/>
            <pc:sldMk cId="2395808299" sldId="2685"/>
            <ac:grpSpMk id="53" creationId="{8CC6520E-4BFF-4A76-A5D5-60B21F562FA9}"/>
          </ac:grpSpMkLst>
        </pc:grpChg>
        <pc:grpChg chg="add mod">
          <ac:chgData name="Hur Jung" userId="763133add284fb2e" providerId="LiveId" clId="{63265192-7B44-45D3-A1BC-CD20A66879BE}" dt="2020-06-15T06:02:21.344" v="2572" actId="1035"/>
          <ac:grpSpMkLst>
            <pc:docMk/>
            <pc:sldMk cId="2395808299" sldId="2685"/>
            <ac:grpSpMk id="66" creationId="{BC9CE59A-4C40-41EF-80F1-9581CDD95A9A}"/>
          </ac:grpSpMkLst>
        </pc:grpChg>
        <pc:grpChg chg="mod">
          <ac:chgData name="Hur Jung" userId="763133add284fb2e" providerId="LiveId" clId="{63265192-7B44-45D3-A1BC-CD20A66879BE}" dt="2020-06-15T06:02:21.344" v="2572" actId="1035"/>
          <ac:grpSpMkLst>
            <pc:docMk/>
            <pc:sldMk cId="2395808299" sldId="2685"/>
            <ac:grpSpMk id="74" creationId="{6AC2E3EC-C0A9-46FE-8E85-26C26CC367E9}"/>
          </ac:grpSpMkLst>
        </pc:grpChg>
        <pc:grpChg chg="add mod">
          <ac:chgData name="Hur Jung" userId="763133add284fb2e" providerId="LiveId" clId="{63265192-7B44-45D3-A1BC-CD20A66879BE}" dt="2020-06-15T06:02:21.344" v="2572" actId="1035"/>
          <ac:grpSpMkLst>
            <pc:docMk/>
            <pc:sldMk cId="2395808299" sldId="2685"/>
            <ac:grpSpMk id="78" creationId="{EB29F61A-9AB0-4C33-BA23-F0D20F385D05}"/>
          </ac:grpSpMkLst>
        </pc:grpChg>
        <pc:grpChg chg="add del mod ord">
          <ac:chgData name="Hur Jung" userId="763133add284fb2e" providerId="LiveId" clId="{63265192-7B44-45D3-A1BC-CD20A66879BE}" dt="2020-06-15T06:08:07.133" v="2652" actId="478"/>
          <ac:grpSpMkLst>
            <pc:docMk/>
            <pc:sldMk cId="2395808299" sldId="2685"/>
            <ac:grpSpMk id="83" creationId="{5EA25538-FC4F-44AA-9272-81A0832A9628}"/>
          </ac:grpSpMkLst>
        </pc:grpChg>
        <pc:grpChg chg="mod">
          <ac:chgData name="Hur Jung" userId="763133add284fb2e" providerId="LiveId" clId="{63265192-7B44-45D3-A1BC-CD20A66879BE}" dt="2020-06-15T06:02:21.344" v="2572" actId="1035"/>
          <ac:grpSpMkLst>
            <pc:docMk/>
            <pc:sldMk cId="2395808299" sldId="2685"/>
            <ac:grpSpMk id="94" creationId="{03C0BCCC-9086-4828-86E5-6C556E40C873}"/>
          </ac:grpSpMkLst>
        </pc:grpChg>
        <pc:grpChg chg="mod">
          <ac:chgData name="Hur Jung" userId="763133add284fb2e" providerId="LiveId" clId="{63265192-7B44-45D3-A1BC-CD20A66879BE}" dt="2020-06-15T06:02:21.344" v="2572" actId="1035"/>
          <ac:grpSpMkLst>
            <pc:docMk/>
            <pc:sldMk cId="2395808299" sldId="2685"/>
            <ac:grpSpMk id="99" creationId="{423C5504-5404-4D4C-B9B9-F54A80FB279D}"/>
          </ac:grpSpMkLst>
        </pc:grpChg>
        <pc:grpChg chg="mod">
          <ac:chgData name="Hur Jung" userId="763133add284fb2e" providerId="LiveId" clId="{63265192-7B44-45D3-A1BC-CD20A66879BE}" dt="2020-06-15T06:02:21.344" v="2572" actId="1035"/>
          <ac:grpSpMkLst>
            <pc:docMk/>
            <pc:sldMk cId="2395808299" sldId="2685"/>
            <ac:grpSpMk id="106" creationId="{00FE138F-C024-4B93-96CE-1DE3C8C1C036}"/>
          </ac:grpSpMkLst>
        </pc:grpChg>
        <pc:picChg chg="add del">
          <ac:chgData name="Hur Jung" userId="763133add284fb2e" providerId="LiveId" clId="{63265192-7B44-45D3-A1BC-CD20A66879BE}" dt="2020-06-15T06:21:02.176" v="2834" actId="21"/>
          <ac:picMkLst>
            <pc:docMk/>
            <pc:sldMk cId="2395808299" sldId="2685"/>
            <ac:picMk id="9" creationId="{7371F16A-97F3-4F2D-A568-552069167DF9}"/>
          </ac:picMkLst>
        </pc:picChg>
        <pc:picChg chg="mod">
          <ac:chgData name="Hur Jung" userId="763133add284fb2e" providerId="LiveId" clId="{63265192-7B44-45D3-A1BC-CD20A66879BE}" dt="2020-06-15T06:02:00.398" v="2567" actId="1036"/>
          <ac:picMkLst>
            <pc:docMk/>
            <pc:sldMk cId="2395808299" sldId="2685"/>
            <ac:picMk id="46" creationId="{2EB8DA17-2301-4E44-B37A-44D62E7962DE}"/>
          </ac:picMkLst>
        </pc:picChg>
        <pc:picChg chg="del mod">
          <ac:chgData name="Hur Jung" userId="763133add284fb2e" providerId="LiveId" clId="{63265192-7B44-45D3-A1BC-CD20A66879BE}" dt="2020-06-15T06:06:57.805" v="2623" actId="478"/>
          <ac:picMkLst>
            <pc:docMk/>
            <pc:sldMk cId="2395808299" sldId="2685"/>
            <ac:picMk id="48" creationId="{30DC3DF6-6750-4B6C-B2D0-B256034047EB}"/>
          </ac:picMkLst>
        </pc:picChg>
        <pc:picChg chg="add mod">
          <ac:chgData name="Hur Jung" userId="763133add284fb2e" providerId="LiveId" clId="{63265192-7B44-45D3-A1BC-CD20A66879BE}" dt="2020-06-15T06:06:27.935" v="2614" actId="164"/>
          <ac:picMkLst>
            <pc:docMk/>
            <pc:sldMk cId="2395808299" sldId="2685"/>
            <ac:picMk id="62" creationId="{C64DB91C-8EBE-457E-B255-05FD0A133261}"/>
          </ac:picMkLst>
        </pc:picChg>
        <pc:picChg chg="mod">
          <ac:chgData name="Hur Jung" userId="763133add284fb2e" providerId="LiveId" clId="{63265192-7B44-45D3-A1BC-CD20A66879BE}" dt="2020-06-15T05:59:50.301" v="2416"/>
          <ac:picMkLst>
            <pc:docMk/>
            <pc:sldMk cId="2395808299" sldId="2685"/>
            <ac:picMk id="80" creationId="{9D4FA37C-7C4B-4325-B91A-1C49522ACC83}"/>
          </ac:picMkLst>
        </pc:picChg>
        <pc:picChg chg="del mod topLvl">
          <ac:chgData name="Hur Jung" userId="763133add284fb2e" providerId="LiveId" clId="{63265192-7B44-45D3-A1BC-CD20A66879BE}" dt="2020-06-15T06:08:07.133" v="2652" actId="478"/>
          <ac:picMkLst>
            <pc:docMk/>
            <pc:sldMk cId="2395808299" sldId="2685"/>
            <ac:picMk id="85" creationId="{43621700-23CD-4DE9-8964-F5B36271A460}"/>
          </ac:picMkLst>
        </pc:picChg>
        <pc:picChg chg="add mod">
          <ac:chgData name="Hur Jung" userId="763133add284fb2e" providerId="LiveId" clId="{63265192-7B44-45D3-A1BC-CD20A66879BE}" dt="2020-06-15T06:08:58.939" v="2657" actId="164"/>
          <ac:picMkLst>
            <pc:docMk/>
            <pc:sldMk cId="2395808299" sldId="2685"/>
            <ac:picMk id="86" creationId="{65E74817-0FD9-4B2D-A3E9-D100CF738D48}"/>
          </ac:picMkLst>
        </pc:picChg>
        <pc:picChg chg="mod">
          <ac:chgData name="Hur Jung" userId="763133add284fb2e" providerId="LiveId" clId="{63265192-7B44-45D3-A1BC-CD20A66879BE}" dt="2020-06-15T06:02:21.344" v="2572" actId="1035"/>
          <ac:picMkLst>
            <pc:docMk/>
            <pc:sldMk cId="2395808299" sldId="2685"/>
            <ac:picMk id="98" creationId="{97D93541-7253-431A-A941-4F34C7C8C093}"/>
          </ac:picMkLst>
        </pc:picChg>
        <pc:picChg chg="mod">
          <ac:chgData name="Hur Jung" userId="763133add284fb2e" providerId="LiveId" clId="{63265192-7B44-45D3-A1BC-CD20A66879BE}" dt="2020-06-15T05:55:55.893" v="2337" actId="1076"/>
          <ac:picMkLst>
            <pc:docMk/>
            <pc:sldMk cId="2395808299" sldId="2685"/>
            <ac:picMk id="124" creationId="{19AF000D-E870-43CC-9EA8-5C0926E30D06}"/>
          </ac:picMkLst>
        </pc:picChg>
      </pc:sldChg>
      <pc:sldChg chg="addSp delSp modSp mod">
        <pc:chgData name="Hur Jung" userId="763133add284fb2e" providerId="LiveId" clId="{63265192-7B44-45D3-A1BC-CD20A66879BE}" dt="2020-06-27T23:48:12.522" v="9749" actId="1076"/>
        <pc:sldMkLst>
          <pc:docMk/>
          <pc:sldMk cId="3614663078" sldId="2686"/>
        </pc:sldMkLst>
        <pc:spChg chg="mod">
          <ac:chgData name="Hur Jung" userId="763133add284fb2e" providerId="LiveId" clId="{63265192-7B44-45D3-A1BC-CD20A66879BE}" dt="2020-06-15T08:39:43.915" v="3215" actId="6549"/>
          <ac:spMkLst>
            <pc:docMk/>
            <pc:sldMk cId="3614663078" sldId="2686"/>
            <ac:spMk id="2" creationId="{7BD81DA4-00B3-4972-8588-E928EC125314}"/>
          </ac:spMkLst>
        </pc:spChg>
        <pc:spChg chg="add del mod ord">
          <ac:chgData name="Hur Jung" userId="763133add284fb2e" providerId="LiveId" clId="{63265192-7B44-45D3-A1BC-CD20A66879BE}" dt="2020-06-15T08:41:49.782" v="3247" actId="11529"/>
          <ac:spMkLst>
            <pc:docMk/>
            <pc:sldMk cId="3614663078" sldId="2686"/>
            <ac:spMk id="6" creationId="{1927108D-5DEB-4E64-9815-06FF84089F36}"/>
          </ac:spMkLst>
        </pc:spChg>
        <pc:spChg chg="add del mod">
          <ac:chgData name="Hur Jung" userId="763133add284fb2e" providerId="LiveId" clId="{63265192-7B44-45D3-A1BC-CD20A66879BE}" dt="2020-06-27T06:36:24.214" v="7858" actId="478"/>
          <ac:spMkLst>
            <pc:docMk/>
            <pc:sldMk cId="3614663078" sldId="2686"/>
            <ac:spMk id="6" creationId="{626780BF-C8F1-4258-946B-81E0D056F55E}"/>
          </ac:spMkLst>
        </pc:spChg>
        <pc:spChg chg="add del mod">
          <ac:chgData name="Hur Jung" userId="763133add284fb2e" providerId="LiveId" clId="{63265192-7B44-45D3-A1BC-CD20A66879BE}" dt="2020-06-27T06:30:48.531" v="7786"/>
          <ac:spMkLst>
            <pc:docMk/>
            <pc:sldMk cId="3614663078" sldId="2686"/>
            <ac:spMk id="7" creationId="{7B30AB59-8340-41C7-B09B-D41C8F6BAE72}"/>
          </ac:spMkLst>
        </pc:spChg>
        <pc:spChg chg="add del mod">
          <ac:chgData name="Hur Jung" userId="763133add284fb2e" providerId="LiveId" clId="{63265192-7B44-45D3-A1BC-CD20A66879BE}" dt="2020-06-27T06:54:13.572" v="7926" actId="478"/>
          <ac:spMkLst>
            <pc:docMk/>
            <pc:sldMk cId="3614663078" sldId="2686"/>
            <ac:spMk id="19" creationId="{4CE9578F-D31F-436E-9EEA-56BCC7D345F5}"/>
          </ac:spMkLst>
        </pc:spChg>
        <pc:spChg chg="mod">
          <ac:chgData name="Hur Jung" userId="763133add284fb2e" providerId="LiveId" clId="{63265192-7B44-45D3-A1BC-CD20A66879BE}" dt="2020-06-13T09:56:57.878" v="884" actId="20577"/>
          <ac:spMkLst>
            <pc:docMk/>
            <pc:sldMk cId="3614663078" sldId="2686"/>
            <ac:spMk id="33" creationId="{26E545B9-9F2F-4238-9CCB-F4FFFFC352D8}"/>
          </ac:spMkLst>
        </pc:spChg>
        <pc:spChg chg="mod">
          <ac:chgData name="Hur Jung" userId="763133add284fb2e" providerId="LiveId" clId="{63265192-7B44-45D3-A1BC-CD20A66879BE}" dt="2020-06-27T23:44:01.824" v="9656"/>
          <ac:spMkLst>
            <pc:docMk/>
            <pc:sldMk cId="3614663078" sldId="2686"/>
            <ac:spMk id="34" creationId="{B05EA82E-CAC6-4407-A8FB-CBBF293A8E81}"/>
          </ac:spMkLst>
        </pc:spChg>
        <pc:spChg chg="del">
          <ac:chgData name="Hur Jung" userId="763133add284fb2e" providerId="LiveId" clId="{63265192-7B44-45D3-A1BC-CD20A66879BE}" dt="2020-06-13T09:57:14.304" v="886" actId="478"/>
          <ac:spMkLst>
            <pc:docMk/>
            <pc:sldMk cId="3614663078" sldId="2686"/>
            <ac:spMk id="40" creationId="{E3866688-FCD1-4617-854B-D3CD454A54AD}"/>
          </ac:spMkLst>
        </pc:spChg>
        <pc:spChg chg="add del mod">
          <ac:chgData name="Hur Jung" userId="763133add284fb2e" providerId="LiveId" clId="{63265192-7B44-45D3-A1BC-CD20A66879BE}" dt="2020-06-13T10:04:06.147" v="1151" actId="478"/>
          <ac:spMkLst>
            <pc:docMk/>
            <pc:sldMk cId="3614663078" sldId="2686"/>
            <ac:spMk id="45" creationId="{12660350-8280-4B6C-9C65-BF5BB7EAC68C}"/>
          </ac:spMkLst>
        </pc:spChg>
        <pc:spChg chg="mod">
          <ac:chgData name="Hur Jung" userId="763133add284fb2e" providerId="LiveId" clId="{63265192-7B44-45D3-A1BC-CD20A66879BE}" dt="2020-06-13T10:02:24.631" v="1121" actId="12789"/>
          <ac:spMkLst>
            <pc:docMk/>
            <pc:sldMk cId="3614663078" sldId="2686"/>
            <ac:spMk id="46" creationId="{05E71A70-3A23-48E2-850C-0C6346DF954D}"/>
          </ac:spMkLst>
        </pc:spChg>
        <pc:spChg chg="mod">
          <ac:chgData name="Hur Jung" userId="763133add284fb2e" providerId="LiveId" clId="{63265192-7B44-45D3-A1BC-CD20A66879BE}" dt="2020-06-13T10:03:23.311" v="1134" actId="1037"/>
          <ac:spMkLst>
            <pc:docMk/>
            <pc:sldMk cId="3614663078" sldId="2686"/>
            <ac:spMk id="47" creationId="{2E011117-849A-4DD4-8AEB-C8512CF58428}"/>
          </ac:spMkLst>
        </pc:spChg>
        <pc:spChg chg="add del mod">
          <ac:chgData name="Hur Jung" userId="763133add284fb2e" providerId="LiveId" clId="{63265192-7B44-45D3-A1BC-CD20A66879BE}" dt="2020-06-27T23:46:33.296" v="9719" actId="478"/>
          <ac:spMkLst>
            <pc:docMk/>
            <pc:sldMk cId="3614663078" sldId="2686"/>
            <ac:spMk id="48" creationId="{FA34ACB2-E3CC-4A5B-8F01-C96243CA5A60}"/>
          </ac:spMkLst>
        </pc:spChg>
        <pc:spChg chg="mod">
          <ac:chgData name="Hur Jung" userId="763133add284fb2e" providerId="LiveId" clId="{63265192-7B44-45D3-A1BC-CD20A66879BE}" dt="2020-06-15T07:53:43.856" v="3077"/>
          <ac:spMkLst>
            <pc:docMk/>
            <pc:sldMk cId="3614663078" sldId="2686"/>
            <ac:spMk id="53" creationId="{DD6218AE-3037-4412-B28A-540865BED869}"/>
          </ac:spMkLst>
        </pc:spChg>
        <pc:spChg chg="add del mod">
          <ac:chgData name="Hur Jung" userId="763133add284fb2e" providerId="LiveId" clId="{63265192-7B44-45D3-A1BC-CD20A66879BE}" dt="2020-06-27T23:45:56.035" v="9702" actId="478"/>
          <ac:spMkLst>
            <pc:docMk/>
            <pc:sldMk cId="3614663078" sldId="2686"/>
            <ac:spMk id="54" creationId="{AC99F8EB-AF9C-4D97-BD65-18897D5D6D75}"/>
          </ac:spMkLst>
        </pc:spChg>
        <pc:spChg chg="add del mod">
          <ac:chgData name="Hur Jung" userId="763133add284fb2e" providerId="LiveId" clId="{63265192-7B44-45D3-A1BC-CD20A66879BE}" dt="2020-06-27T23:46:59.767" v="9730" actId="14100"/>
          <ac:spMkLst>
            <pc:docMk/>
            <pc:sldMk cId="3614663078" sldId="2686"/>
            <ac:spMk id="56" creationId="{7E361282-9211-4AC3-8906-E7432D729F73}"/>
          </ac:spMkLst>
        </pc:spChg>
        <pc:spChg chg="del">
          <ac:chgData name="Hur Jung" userId="763133add284fb2e" providerId="LiveId" clId="{63265192-7B44-45D3-A1BC-CD20A66879BE}" dt="2020-06-13T09:57:04.440" v="885" actId="478"/>
          <ac:spMkLst>
            <pc:docMk/>
            <pc:sldMk cId="3614663078" sldId="2686"/>
            <ac:spMk id="56" creationId="{F6321662-A887-42A6-AA13-8CB2D06A3537}"/>
          </ac:spMkLst>
        </pc:spChg>
        <pc:spChg chg="mod">
          <ac:chgData name="Hur Jung" userId="763133add284fb2e" providerId="LiveId" clId="{63265192-7B44-45D3-A1BC-CD20A66879BE}" dt="2020-06-13T09:59:19.704" v="932" actId="1076"/>
          <ac:spMkLst>
            <pc:docMk/>
            <pc:sldMk cId="3614663078" sldId="2686"/>
            <ac:spMk id="66" creationId="{D2A7C941-B10B-460C-876F-A9CFF0A3E197}"/>
          </ac:spMkLst>
        </pc:spChg>
        <pc:spChg chg="add del mod">
          <ac:chgData name="Hur Jung" userId="763133add284fb2e" providerId="LiveId" clId="{63265192-7B44-45D3-A1BC-CD20A66879BE}" dt="2020-06-27T23:46:19.707" v="9718" actId="478"/>
          <ac:spMkLst>
            <pc:docMk/>
            <pc:sldMk cId="3614663078" sldId="2686"/>
            <ac:spMk id="67" creationId="{746E2F05-4C3F-485B-9572-0E710BF51617}"/>
          </ac:spMkLst>
        </pc:spChg>
        <pc:spChg chg="del mod topLvl">
          <ac:chgData name="Hur Jung" userId="763133add284fb2e" providerId="LiveId" clId="{63265192-7B44-45D3-A1BC-CD20A66879BE}" dt="2020-06-27T06:53:35.278" v="7921" actId="478"/>
          <ac:spMkLst>
            <pc:docMk/>
            <pc:sldMk cId="3614663078" sldId="2686"/>
            <ac:spMk id="67" creationId="{A865826B-18F7-44BA-BB4F-0D541A3C034B}"/>
          </ac:spMkLst>
        </pc:spChg>
        <pc:spChg chg="mod ord topLvl">
          <ac:chgData name="Hur Jung" userId="763133add284fb2e" providerId="LiveId" clId="{63265192-7B44-45D3-A1BC-CD20A66879BE}" dt="2020-06-27T23:48:12.522" v="9749" actId="1076"/>
          <ac:spMkLst>
            <pc:docMk/>
            <pc:sldMk cId="3614663078" sldId="2686"/>
            <ac:spMk id="68" creationId="{B0E0D24C-FF84-407E-8E4D-72D25BA71053}"/>
          </ac:spMkLst>
        </pc:spChg>
        <pc:spChg chg="add del mod">
          <ac:chgData name="Hur Jung" userId="763133add284fb2e" providerId="LiveId" clId="{63265192-7B44-45D3-A1BC-CD20A66879BE}" dt="2020-06-13T10:01:25.718" v="1019"/>
          <ac:spMkLst>
            <pc:docMk/>
            <pc:sldMk cId="3614663078" sldId="2686"/>
            <ac:spMk id="69" creationId="{5D73F71E-A43F-4697-B600-48419C12F239}"/>
          </ac:spMkLst>
        </pc:spChg>
        <pc:grpChg chg="add mod">
          <ac:chgData name="Hur Jung" userId="763133add284fb2e" providerId="LiveId" clId="{63265192-7B44-45D3-A1BC-CD20A66879BE}" dt="2020-06-27T23:46:41.398" v="9727" actId="1035"/>
          <ac:grpSpMkLst>
            <pc:docMk/>
            <pc:sldMk cId="3614663078" sldId="2686"/>
            <ac:grpSpMk id="5" creationId="{EBF73495-DC61-4107-8805-EED73BD36F4C}"/>
          </ac:grpSpMkLst>
        </pc:grpChg>
        <pc:grpChg chg="add del mod">
          <ac:chgData name="Hur Jung" userId="763133add284fb2e" providerId="LiveId" clId="{63265192-7B44-45D3-A1BC-CD20A66879BE}" dt="2020-06-27T06:53:35.278" v="7921" actId="478"/>
          <ac:grpSpMkLst>
            <pc:docMk/>
            <pc:sldMk cId="3614663078" sldId="2686"/>
            <ac:grpSpMk id="56" creationId="{0F41024C-83AC-4308-8E14-360558281E07}"/>
          </ac:grpSpMkLst>
        </pc:grpChg>
        <pc:grpChg chg="mod">
          <ac:chgData name="Hur Jung" userId="763133add284fb2e" providerId="LiveId" clId="{63265192-7B44-45D3-A1BC-CD20A66879BE}" dt="2020-06-13T10:02:24.631" v="1121" actId="12789"/>
          <ac:grpSpMkLst>
            <pc:docMk/>
            <pc:sldMk cId="3614663078" sldId="2686"/>
            <ac:grpSpMk id="63" creationId="{1B9B00AD-5157-441D-8624-E78C359E0FF7}"/>
          </ac:grpSpMkLst>
        </pc:grpChg>
        <pc:grpChg chg="mod">
          <ac:chgData name="Hur Jung" userId="763133add284fb2e" providerId="LiveId" clId="{63265192-7B44-45D3-A1BC-CD20A66879BE}" dt="2020-06-13T10:01:55.581" v="1079" actId="164"/>
          <ac:grpSpMkLst>
            <pc:docMk/>
            <pc:sldMk cId="3614663078" sldId="2686"/>
            <ac:grpSpMk id="71" creationId="{2DC26F4B-FFD7-4FD8-B83E-607FE12D4BE4}"/>
          </ac:grpSpMkLst>
        </pc:grpChg>
        <pc:graphicFrameChg chg="add del">
          <ac:chgData name="Hur Jung" userId="763133add284fb2e" providerId="LiveId" clId="{63265192-7B44-45D3-A1BC-CD20A66879BE}" dt="2020-06-27T06:31:15.227" v="7788" actId="478"/>
          <ac:graphicFrameMkLst>
            <pc:docMk/>
            <pc:sldMk cId="3614663078" sldId="2686"/>
            <ac:graphicFrameMk id="9" creationId="{9013AF9D-F9BE-4FF3-8D68-5CF279BC0922}"/>
          </ac:graphicFrameMkLst>
        </pc:graphicFrameChg>
        <pc:graphicFrameChg chg="add del">
          <ac:chgData name="Hur Jung" userId="763133add284fb2e" providerId="LiveId" clId="{63265192-7B44-45D3-A1BC-CD20A66879BE}" dt="2020-06-27T06:32:14.153" v="7792"/>
          <ac:graphicFrameMkLst>
            <pc:docMk/>
            <pc:sldMk cId="3614663078" sldId="2686"/>
            <ac:graphicFrameMk id="10" creationId="{DAE03F4B-3B4D-4A20-AF20-9495130FCA19}"/>
          </ac:graphicFrameMkLst>
        </pc:graphicFrameChg>
        <pc:graphicFrameChg chg="add del">
          <ac:chgData name="Hur Jung" userId="763133add284fb2e" providerId="LiveId" clId="{63265192-7B44-45D3-A1BC-CD20A66879BE}" dt="2020-06-27T06:32:17.110" v="7794"/>
          <ac:graphicFrameMkLst>
            <pc:docMk/>
            <pc:sldMk cId="3614663078" sldId="2686"/>
            <ac:graphicFrameMk id="13" creationId="{E03A01D3-B63C-4DF5-8852-E777838055DB}"/>
          </ac:graphicFrameMkLst>
        </pc:graphicFrameChg>
        <pc:graphicFrameChg chg="add del mod modGraphic">
          <ac:chgData name="Hur Jung" userId="763133add284fb2e" providerId="LiveId" clId="{63265192-7B44-45D3-A1BC-CD20A66879BE}" dt="2020-06-27T06:32:35.183" v="7799" actId="478"/>
          <ac:graphicFrameMkLst>
            <pc:docMk/>
            <pc:sldMk cId="3614663078" sldId="2686"/>
            <ac:graphicFrameMk id="14" creationId="{EECEED3B-7580-4A12-9760-EBE08349D294}"/>
          </ac:graphicFrameMkLst>
        </pc:graphicFrameChg>
        <pc:graphicFrameChg chg="add del mod">
          <ac:chgData name="Hur Jung" userId="763133add284fb2e" providerId="LiveId" clId="{63265192-7B44-45D3-A1BC-CD20A66879BE}" dt="2020-06-27T06:33:26.796" v="7815"/>
          <ac:graphicFrameMkLst>
            <pc:docMk/>
            <pc:sldMk cId="3614663078" sldId="2686"/>
            <ac:graphicFrameMk id="15" creationId="{165643F9-8C20-42A2-B9D4-CE675EE675C4}"/>
          </ac:graphicFrameMkLst>
        </pc:graphicFrameChg>
        <pc:graphicFrameChg chg="add del mod">
          <ac:chgData name="Hur Jung" userId="763133add284fb2e" providerId="LiveId" clId="{63265192-7B44-45D3-A1BC-CD20A66879BE}" dt="2020-06-27T06:49:56.153" v="7889"/>
          <ac:graphicFrameMkLst>
            <pc:docMk/>
            <pc:sldMk cId="3614663078" sldId="2686"/>
            <ac:graphicFrameMk id="17" creationId="{FBAD6DC9-46C4-4060-8EFB-0AA5F1F25F5B}"/>
          </ac:graphicFrameMkLst>
        </pc:graphicFrameChg>
        <pc:graphicFrameChg chg="add mod modGraphic">
          <ac:chgData name="Hur Jung" userId="763133add284fb2e" providerId="LiveId" clId="{63265192-7B44-45D3-A1BC-CD20A66879BE}" dt="2020-06-27T23:48:09.788" v="9748" actId="1076"/>
          <ac:graphicFrameMkLst>
            <pc:docMk/>
            <pc:sldMk cId="3614663078" sldId="2686"/>
            <ac:graphicFrameMk id="18" creationId="{6AF9DA6C-647D-49A0-8D40-FEFB3632D412}"/>
          </ac:graphicFrameMkLst>
        </pc:graphicFrameChg>
        <pc:graphicFrameChg chg="del mod modGraphic">
          <ac:chgData name="Hur Jung" userId="763133add284fb2e" providerId="LiveId" clId="{63265192-7B44-45D3-A1BC-CD20A66879BE}" dt="2020-06-27T23:48:05.898" v="9747" actId="478"/>
          <ac:graphicFrameMkLst>
            <pc:docMk/>
            <pc:sldMk cId="3614663078" sldId="2686"/>
            <ac:graphicFrameMk id="30" creationId="{7940A54B-7DA3-44CD-8736-C56612BC9BB7}"/>
          </ac:graphicFrameMkLst>
        </pc:graphicFrameChg>
        <pc:graphicFrameChg chg="add mod ord">
          <ac:chgData name="Hur Jung" userId="763133add284fb2e" providerId="LiveId" clId="{63265192-7B44-45D3-A1BC-CD20A66879BE}" dt="2020-06-27T23:48:00.422" v="9746" actId="167"/>
          <ac:graphicFrameMkLst>
            <pc:docMk/>
            <pc:sldMk cId="3614663078" sldId="2686"/>
            <ac:graphicFrameMk id="72" creationId="{92E2B002-B2E9-4BF0-8BEE-11F375674182}"/>
          </ac:graphicFrameMkLst>
        </pc:graphicFrameChg>
        <pc:picChg chg="add del mod">
          <ac:chgData name="Hur Jung" userId="763133add284fb2e" providerId="LiveId" clId="{63265192-7B44-45D3-A1BC-CD20A66879BE}" dt="2020-06-27T23:45:56.035" v="9702" actId="478"/>
          <ac:picMkLst>
            <pc:docMk/>
            <pc:sldMk cId="3614663078" sldId="2686"/>
            <ac:picMk id="57" creationId="{33498E1D-03AB-423B-901E-BA41BE6399E4}"/>
          </ac:picMkLst>
        </pc:picChg>
        <pc:picChg chg="add del mod">
          <ac:chgData name="Hur Jung" userId="763133add284fb2e" providerId="LiveId" clId="{63265192-7B44-45D3-A1BC-CD20A66879BE}" dt="2020-06-13T10:01:01.327" v="999" actId="478"/>
          <ac:picMkLst>
            <pc:docMk/>
            <pc:sldMk cId="3614663078" sldId="2686"/>
            <ac:picMk id="67" creationId="{F32AF246-5A5D-4087-8972-B9C4676CA23F}"/>
          </ac:picMkLst>
        </pc:picChg>
        <pc:picChg chg="add del mod">
          <ac:chgData name="Hur Jung" userId="763133add284fb2e" providerId="LiveId" clId="{63265192-7B44-45D3-A1BC-CD20A66879BE}" dt="2020-06-13T10:01:01.327" v="999" actId="478"/>
          <ac:picMkLst>
            <pc:docMk/>
            <pc:sldMk cId="3614663078" sldId="2686"/>
            <ac:picMk id="68" creationId="{8B4F6B09-86F0-4BCA-B907-58F3C8395407}"/>
          </ac:picMkLst>
        </pc:picChg>
        <pc:picChg chg="add del mod">
          <ac:chgData name="Hur Jung" userId="763133add284fb2e" providerId="LiveId" clId="{63265192-7B44-45D3-A1BC-CD20A66879BE}" dt="2020-06-27T23:46:51.590" v="9729" actId="1037"/>
          <ac:picMkLst>
            <pc:docMk/>
            <pc:sldMk cId="3614663078" sldId="2686"/>
            <ac:picMk id="69" creationId="{3D77D806-948A-419F-9F5D-8A11080A9D31}"/>
          </ac:picMkLst>
        </pc:picChg>
        <pc:picChg chg="add del mod">
          <ac:chgData name="Hur Jung" userId="763133add284fb2e" providerId="LiveId" clId="{63265192-7B44-45D3-A1BC-CD20A66879BE}" dt="2020-06-27T23:46:51.590" v="9729" actId="1037"/>
          <ac:picMkLst>
            <pc:docMk/>
            <pc:sldMk cId="3614663078" sldId="2686"/>
            <ac:picMk id="70" creationId="{3B798A57-507C-487A-A88B-F715C9132DD3}"/>
          </ac:picMkLst>
        </pc:picChg>
        <pc:picChg chg="add del mod">
          <ac:chgData name="Hur Jung" userId="763133add284fb2e" providerId="LiveId" clId="{63265192-7B44-45D3-A1BC-CD20A66879BE}" dt="2020-06-13T10:01:25.718" v="1019"/>
          <ac:picMkLst>
            <pc:docMk/>
            <pc:sldMk cId="3614663078" sldId="2686"/>
            <ac:picMk id="70" creationId="{8003C9D8-DE3F-4B46-BCAA-CF222A0F6545}"/>
          </ac:picMkLst>
        </pc:picChg>
        <pc:picChg chg="add del mod">
          <ac:chgData name="Hur Jung" userId="763133add284fb2e" providerId="LiveId" clId="{63265192-7B44-45D3-A1BC-CD20A66879BE}" dt="2020-06-13T10:01:25.718" v="1019"/>
          <ac:picMkLst>
            <pc:docMk/>
            <pc:sldMk cId="3614663078" sldId="2686"/>
            <ac:picMk id="72" creationId="{C9F649A3-D5EE-459B-A64E-7C0F4C9E1A67}"/>
          </ac:picMkLst>
        </pc:picChg>
        <pc:picChg chg="add del mod">
          <ac:chgData name="Hur Jung" userId="763133add284fb2e" providerId="LiveId" clId="{63265192-7B44-45D3-A1BC-CD20A66879BE}" dt="2020-06-27T23:46:33.296" v="9719" actId="478"/>
          <ac:picMkLst>
            <pc:docMk/>
            <pc:sldMk cId="3614663078" sldId="2686"/>
            <ac:picMk id="73" creationId="{561342A9-D269-496F-932E-1D41488BDC8F}"/>
          </ac:picMkLst>
        </pc:picChg>
        <pc:picChg chg="add del mod">
          <ac:chgData name="Hur Jung" userId="763133add284fb2e" providerId="LiveId" clId="{63265192-7B44-45D3-A1BC-CD20A66879BE}" dt="2020-06-27T23:46:33.296" v="9719" actId="478"/>
          <ac:picMkLst>
            <pc:docMk/>
            <pc:sldMk cId="3614663078" sldId="2686"/>
            <ac:picMk id="76" creationId="{468BDA61-C255-47A4-B32A-F2F637EB8D50}"/>
          </ac:picMkLst>
        </pc:picChg>
        <pc:picChg chg="add del mod">
          <ac:chgData name="Hur Jung" userId="763133add284fb2e" providerId="LiveId" clId="{63265192-7B44-45D3-A1BC-CD20A66879BE}" dt="2020-06-27T23:45:56.035" v="9702" actId="478"/>
          <ac:picMkLst>
            <pc:docMk/>
            <pc:sldMk cId="3614663078" sldId="2686"/>
            <ac:picMk id="95" creationId="{6C1DBEDB-61BE-4321-8D7D-AB351DC845C2}"/>
          </ac:picMkLst>
        </pc:picChg>
      </pc:sldChg>
      <pc:sldChg chg="modSp">
        <pc:chgData name="Hur Jung" userId="763133add284fb2e" providerId="LiveId" clId="{63265192-7B44-45D3-A1BC-CD20A66879BE}" dt="2020-06-28T01:30:27.341" v="10677"/>
        <pc:sldMkLst>
          <pc:docMk/>
          <pc:sldMk cId="209199767" sldId="2689"/>
        </pc:sldMkLst>
        <pc:graphicFrameChg chg="mod">
          <ac:chgData name="Hur Jung" userId="763133add284fb2e" providerId="LiveId" clId="{63265192-7B44-45D3-A1BC-CD20A66879BE}" dt="2020-06-28T01:30:27.341" v="10677"/>
          <ac:graphicFrameMkLst>
            <pc:docMk/>
            <pc:sldMk cId="209199767" sldId="2689"/>
            <ac:graphicFrameMk id="198" creationId="{BD77F526-8B85-459F-BCD3-42E0C73FA75F}"/>
          </ac:graphicFrameMkLst>
        </pc:graphicFrameChg>
      </pc:sldChg>
      <pc:sldChg chg="modSp">
        <pc:chgData name="Hur Jung" userId="763133add284fb2e" providerId="LiveId" clId="{63265192-7B44-45D3-A1BC-CD20A66879BE}" dt="2020-06-28T01:30:27.341" v="10677"/>
        <pc:sldMkLst>
          <pc:docMk/>
          <pc:sldMk cId="1209186046" sldId="2690"/>
        </pc:sldMkLst>
        <pc:spChg chg="mod">
          <ac:chgData name="Hur Jung" userId="763133add284fb2e" providerId="LiveId" clId="{63265192-7B44-45D3-A1BC-CD20A66879BE}" dt="2020-06-28T01:30:27.341" v="10677"/>
          <ac:spMkLst>
            <pc:docMk/>
            <pc:sldMk cId="1209186046" sldId="2690"/>
            <ac:spMk id="2" creationId="{7BD81DA4-00B3-4972-8588-E928EC125314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1209186046" sldId="2690"/>
            <ac:spMk id="3" creationId="{33EDFEF5-07B2-41DA-9044-87FC0D4242CE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1209186046" sldId="2690"/>
            <ac:spMk id="8" creationId="{6E82CFB3-5E2C-42A1-8F0B-AEA19D88CF3B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1209186046" sldId="2690"/>
            <ac:spMk id="12" creationId="{950B8EEF-4E62-415A-A1B1-92330E3EBCEB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1209186046" sldId="2690"/>
            <ac:spMk id="102" creationId="{CD01450C-664A-450F-BB24-9B618CBA26FA}"/>
          </ac:spMkLst>
        </pc:spChg>
        <pc:graphicFrameChg chg="mod">
          <ac:chgData name="Hur Jung" userId="763133add284fb2e" providerId="LiveId" clId="{63265192-7B44-45D3-A1BC-CD20A66879BE}" dt="2020-06-28T01:30:27.341" v="10677"/>
          <ac:graphicFrameMkLst>
            <pc:docMk/>
            <pc:sldMk cId="1209186046" sldId="2690"/>
            <ac:graphicFrameMk id="83" creationId="{145BFD57-8C6D-4BB4-9B7A-8BB1FB586C48}"/>
          </ac:graphicFrameMkLst>
        </pc:graphicFrameChg>
      </pc:sldChg>
      <pc:sldChg chg="addSp delSp modSp mod">
        <pc:chgData name="Hur Jung" userId="763133add284fb2e" providerId="LiveId" clId="{63265192-7B44-45D3-A1BC-CD20A66879BE}" dt="2020-06-28T01:30:42.972" v="10678"/>
        <pc:sldMkLst>
          <pc:docMk/>
          <pc:sldMk cId="2058198835" sldId="2691"/>
        </pc:sldMkLst>
        <pc:spChg chg="mod">
          <ac:chgData name="Hur Jung" userId="763133add284fb2e" providerId="LiveId" clId="{63265192-7B44-45D3-A1BC-CD20A66879BE}" dt="2020-06-28T01:30:42.972" v="10678"/>
          <ac:spMkLst>
            <pc:docMk/>
            <pc:sldMk cId="2058198835" sldId="2691"/>
            <ac:spMk id="2" creationId="{7BD81DA4-00B3-4972-8588-E928EC125314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2058198835" sldId="2691"/>
            <ac:spMk id="3" creationId="{33EDFEF5-07B2-41DA-9044-87FC0D4242CE}"/>
          </ac:spMkLst>
        </pc:spChg>
        <pc:spChg chg="add del mod">
          <ac:chgData name="Hur Jung" userId="763133add284fb2e" providerId="LiveId" clId="{63265192-7B44-45D3-A1BC-CD20A66879BE}" dt="2020-06-21T10:44:50.471" v="5877" actId="21"/>
          <ac:spMkLst>
            <pc:docMk/>
            <pc:sldMk cId="2058198835" sldId="2691"/>
            <ac:spMk id="5" creationId="{0579281F-F298-42CF-AD53-B1C9BCC3577A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2058198835" sldId="2691"/>
            <ac:spMk id="8" creationId="{6E82CFB3-5E2C-42A1-8F0B-AEA19D88CF3B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2058198835" sldId="2691"/>
            <ac:spMk id="12" creationId="{950B8EEF-4E62-415A-A1B1-92330E3EBCEB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2058198835" sldId="2691"/>
            <ac:spMk id="154" creationId="{D3A4F8C1-D532-46AF-817F-1D6F60D67674}"/>
          </ac:spMkLst>
        </pc:spChg>
        <pc:graphicFrameChg chg="mod">
          <ac:chgData name="Hur Jung" userId="763133add284fb2e" providerId="LiveId" clId="{63265192-7B44-45D3-A1BC-CD20A66879BE}" dt="2020-06-28T01:30:27.341" v="10677"/>
          <ac:graphicFrameMkLst>
            <pc:docMk/>
            <pc:sldMk cId="2058198835" sldId="2691"/>
            <ac:graphicFrameMk id="129" creationId="{18E7A6E6-88C0-43E7-8378-3424B6378BCA}"/>
          </ac:graphicFrameMkLst>
        </pc:graphicFrameChg>
      </pc:sldChg>
      <pc:sldChg chg="modSp">
        <pc:chgData name="Hur Jung" userId="763133add284fb2e" providerId="LiveId" clId="{63265192-7B44-45D3-A1BC-CD20A66879BE}" dt="2020-06-28T01:30:27.341" v="10677"/>
        <pc:sldMkLst>
          <pc:docMk/>
          <pc:sldMk cId="1005245131" sldId="2692"/>
        </pc:sldMkLst>
        <pc:spChg chg="mod">
          <ac:chgData name="Hur Jung" userId="763133add284fb2e" providerId="LiveId" clId="{63265192-7B44-45D3-A1BC-CD20A66879BE}" dt="2020-06-28T01:30:27.341" v="10677"/>
          <ac:spMkLst>
            <pc:docMk/>
            <pc:sldMk cId="1005245131" sldId="2692"/>
            <ac:spMk id="2" creationId="{7BD81DA4-00B3-4972-8588-E928EC125314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1005245131" sldId="2692"/>
            <ac:spMk id="3" creationId="{33EDFEF5-07B2-41DA-9044-87FC0D4242CE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1005245131" sldId="2692"/>
            <ac:spMk id="8" creationId="{6E82CFB3-5E2C-42A1-8F0B-AEA19D88CF3B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1005245131" sldId="2692"/>
            <ac:spMk id="96" creationId="{2F809C45-CD07-4F5E-9F68-C537C7AC2B1E}"/>
          </ac:spMkLst>
        </pc:spChg>
        <pc:graphicFrameChg chg="mod">
          <ac:chgData name="Hur Jung" userId="763133add284fb2e" providerId="LiveId" clId="{63265192-7B44-45D3-A1BC-CD20A66879BE}" dt="2020-06-28T01:30:27.341" v="10677"/>
          <ac:graphicFrameMkLst>
            <pc:docMk/>
            <pc:sldMk cId="1005245131" sldId="2692"/>
            <ac:graphicFrameMk id="198" creationId="{BD77F526-8B85-459F-BCD3-42E0C73FA75F}"/>
          </ac:graphicFrameMkLst>
        </pc:graphicFrameChg>
      </pc:sldChg>
      <pc:sldChg chg="modSp">
        <pc:chgData name="Hur Jung" userId="763133add284fb2e" providerId="LiveId" clId="{63265192-7B44-45D3-A1BC-CD20A66879BE}" dt="2020-06-28T01:30:27.341" v="10677"/>
        <pc:sldMkLst>
          <pc:docMk/>
          <pc:sldMk cId="2430202161" sldId="2693"/>
        </pc:sldMkLst>
        <pc:spChg chg="mod">
          <ac:chgData name="Hur Jung" userId="763133add284fb2e" providerId="LiveId" clId="{63265192-7B44-45D3-A1BC-CD20A66879BE}" dt="2020-06-28T01:30:27.341" v="10677"/>
          <ac:spMkLst>
            <pc:docMk/>
            <pc:sldMk cId="2430202161" sldId="2693"/>
            <ac:spMk id="2" creationId="{7BD81DA4-00B3-4972-8588-E928EC125314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2430202161" sldId="2693"/>
            <ac:spMk id="3" creationId="{33EDFEF5-07B2-41DA-9044-87FC0D4242CE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2430202161" sldId="2693"/>
            <ac:spMk id="8" creationId="{6E82CFB3-5E2C-42A1-8F0B-AEA19D88CF3B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2430202161" sldId="2693"/>
            <ac:spMk id="12" creationId="{950B8EEF-4E62-415A-A1B1-92330E3EBCEB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2430202161" sldId="2693"/>
            <ac:spMk id="85" creationId="{81091F4D-78F8-4E9F-9D16-F977A5D792A9}"/>
          </ac:spMkLst>
        </pc:spChg>
        <pc:graphicFrameChg chg="mod">
          <ac:chgData name="Hur Jung" userId="763133add284fb2e" providerId="LiveId" clId="{63265192-7B44-45D3-A1BC-CD20A66879BE}" dt="2020-06-28T01:30:27.341" v="10677"/>
          <ac:graphicFrameMkLst>
            <pc:docMk/>
            <pc:sldMk cId="2430202161" sldId="2693"/>
            <ac:graphicFrameMk id="43" creationId="{2DFE2F2F-87AF-46D1-852C-74FCB3F02536}"/>
          </ac:graphicFrameMkLst>
        </pc:graphicFrameChg>
      </pc:sldChg>
      <pc:sldChg chg="modSp">
        <pc:chgData name="Hur Jung" userId="763133add284fb2e" providerId="LiveId" clId="{63265192-7B44-45D3-A1BC-CD20A66879BE}" dt="2020-06-28T01:30:27.341" v="10677"/>
        <pc:sldMkLst>
          <pc:docMk/>
          <pc:sldMk cId="2635470666" sldId="2694"/>
        </pc:sldMkLst>
        <pc:spChg chg="mod">
          <ac:chgData name="Hur Jung" userId="763133add284fb2e" providerId="LiveId" clId="{63265192-7B44-45D3-A1BC-CD20A66879BE}" dt="2020-06-28T01:30:27.341" v="10677"/>
          <ac:spMkLst>
            <pc:docMk/>
            <pc:sldMk cId="2635470666" sldId="2694"/>
            <ac:spMk id="3" creationId="{33EDFEF5-07B2-41DA-9044-87FC0D4242CE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2635470666" sldId="2694"/>
            <ac:spMk id="8" creationId="{6E82CFB3-5E2C-42A1-8F0B-AEA19D88CF3B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2635470666" sldId="2694"/>
            <ac:spMk id="85" creationId="{81091F4D-78F8-4E9F-9D16-F977A5D792A9}"/>
          </ac:spMkLst>
        </pc:spChg>
        <pc:graphicFrameChg chg="mod">
          <ac:chgData name="Hur Jung" userId="763133add284fb2e" providerId="LiveId" clId="{63265192-7B44-45D3-A1BC-CD20A66879BE}" dt="2020-06-28T01:30:27.341" v="10677"/>
          <ac:graphicFrameMkLst>
            <pc:docMk/>
            <pc:sldMk cId="2635470666" sldId="2694"/>
            <ac:graphicFrameMk id="70" creationId="{AF307B84-F25A-42D9-85F2-9B2972AE6857}"/>
          </ac:graphicFrameMkLst>
        </pc:graphicFrameChg>
      </pc:sldChg>
      <pc:sldChg chg="addSp delSp modSp mod ord">
        <pc:chgData name="Hur Jung" userId="763133add284fb2e" providerId="LiveId" clId="{63265192-7B44-45D3-A1BC-CD20A66879BE}" dt="2020-06-28T05:15:58.822" v="10946" actId="14734"/>
        <pc:sldMkLst>
          <pc:docMk/>
          <pc:sldMk cId="833150734" sldId="2695"/>
        </pc:sldMkLst>
        <pc:spChg chg="mod">
          <ac:chgData name="Hur Jung" userId="763133add284fb2e" providerId="LiveId" clId="{63265192-7B44-45D3-A1BC-CD20A66879BE}" dt="2020-06-28T05:15:13.306" v="10944" actId="20577"/>
          <ac:spMkLst>
            <pc:docMk/>
            <pc:sldMk cId="833150734" sldId="2695"/>
            <ac:spMk id="2" creationId="{7BD81DA4-00B3-4972-8588-E928EC125314}"/>
          </ac:spMkLst>
        </pc:spChg>
        <pc:spChg chg="mod">
          <ac:chgData name="Hur Jung" userId="763133add284fb2e" providerId="LiveId" clId="{63265192-7B44-45D3-A1BC-CD20A66879BE}" dt="2020-06-28T05:11:22.461" v="10878"/>
          <ac:spMkLst>
            <pc:docMk/>
            <pc:sldMk cId="833150734" sldId="2695"/>
            <ac:spMk id="12" creationId="{950B8EEF-4E62-415A-A1B1-92330E3EBCEB}"/>
          </ac:spMkLst>
        </pc:spChg>
        <pc:spChg chg="add mod">
          <ac:chgData name="Hur Jung" userId="763133add284fb2e" providerId="LiveId" clId="{63265192-7B44-45D3-A1BC-CD20A66879BE}" dt="2020-06-28T05:14:55.355" v="10930"/>
          <ac:spMkLst>
            <pc:docMk/>
            <pc:sldMk cId="833150734" sldId="2695"/>
            <ac:spMk id="81" creationId="{BA64F346-6855-4B23-88A9-E4E0499DD7D0}"/>
          </ac:spMkLst>
        </pc:spChg>
        <pc:spChg chg="add mod">
          <ac:chgData name="Hur Jung" userId="763133add284fb2e" providerId="LiveId" clId="{63265192-7B44-45D3-A1BC-CD20A66879BE}" dt="2020-06-28T05:14:55.355" v="10930"/>
          <ac:spMkLst>
            <pc:docMk/>
            <pc:sldMk cId="833150734" sldId="2695"/>
            <ac:spMk id="82" creationId="{9258140C-6FAC-42CD-ACAD-037E96B03D78}"/>
          </ac:spMkLst>
        </pc:spChg>
        <pc:spChg chg="add mod">
          <ac:chgData name="Hur Jung" userId="763133add284fb2e" providerId="LiveId" clId="{63265192-7B44-45D3-A1BC-CD20A66879BE}" dt="2020-06-28T05:14:55.355" v="10930"/>
          <ac:spMkLst>
            <pc:docMk/>
            <pc:sldMk cId="833150734" sldId="2695"/>
            <ac:spMk id="83" creationId="{B1C24857-6648-415B-B98E-D83F6D0F8F4A}"/>
          </ac:spMkLst>
        </pc:spChg>
        <pc:spChg chg="add mod">
          <ac:chgData name="Hur Jung" userId="763133add284fb2e" providerId="LiveId" clId="{63265192-7B44-45D3-A1BC-CD20A66879BE}" dt="2020-06-28T05:14:55.355" v="10930"/>
          <ac:spMkLst>
            <pc:docMk/>
            <pc:sldMk cId="833150734" sldId="2695"/>
            <ac:spMk id="85" creationId="{451B9CB5-6424-459A-8D90-19594D0FA6CF}"/>
          </ac:spMkLst>
        </pc:spChg>
        <pc:spChg chg="add mod">
          <ac:chgData name="Hur Jung" userId="763133add284fb2e" providerId="LiveId" clId="{63265192-7B44-45D3-A1BC-CD20A66879BE}" dt="2020-06-28T05:14:55.355" v="10930"/>
          <ac:spMkLst>
            <pc:docMk/>
            <pc:sldMk cId="833150734" sldId="2695"/>
            <ac:spMk id="89" creationId="{BF818D04-3ED3-4A34-B993-378791820036}"/>
          </ac:spMkLst>
        </pc:spChg>
        <pc:spChg chg="add mod">
          <ac:chgData name="Hur Jung" userId="763133add284fb2e" providerId="LiveId" clId="{63265192-7B44-45D3-A1BC-CD20A66879BE}" dt="2020-06-28T05:14:55.355" v="10930"/>
          <ac:spMkLst>
            <pc:docMk/>
            <pc:sldMk cId="833150734" sldId="2695"/>
            <ac:spMk id="90" creationId="{1893D1E8-253B-48CA-8974-595FD3C7A608}"/>
          </ac:spMkLst>
        </pc:spChg>
        <pc:spChg chg="del">
          <ac:chgData name="Hur Jung" userId="763133add284fb2e" providerId="LiveId" clId="{63265192-7B44-45D3-A1BC-CD20A66879BE}" dt="2020-06-28T05:14:54.695" v="10929" actId="478"/>
          <ac:spMkLst>
            <pc:docMk/>
            <pc:sldMk cId="833150734" sldId="2695"/>
            <ac:spMk id="102" creationId="{449730DF-9E36-41EB-BFE2-96D85C753C47}"/>
          </ac:spMkLst>
        </pc:spChg>
        <pc:spChg chg="del">
          <ac:chgData name="Hur Jung" userId="763133add284fb2e" providerId="LiveId" clId="{63265192-7B44-45D3-A1BC-CD20A66879BE}" dt="2020-06-28T05:14:54.695" v="10929" actId="478"/>
          <ac:spMkLst>
            <pc:docMk/>
            <pc:sldMk cId="833150734" sldId="2695"/>
            <ac:spMk id="118" creationId="{5A1FB95D-651A-4A36-BA3F-2FB4296D9D8E}"/>
          </ac:spMkLst>
        </pc:spChg>
        <pc:spChg chg="del">
          <ac:chgData name="Hur Jung" userId="763133add284fb2e" providerId="LiveId" clId="{63265192-7B44-45D3-A1BC-CD20A66879BE}" dt="2020-06-28T05:14:54.695" v="10929" actId="478"/>
          <ac:spMkLst>
            <pc:docMk/>
            <pc:sldMk cId="833150734" sldId="2695"/>
            <ac:spMk id="119" creationId="{5754D6E9-2858-45FD-B316-6092468C83F1}"/>
          </ac:spMkLst>
        </pc:spChg>
        <pc:spChg chg="del">
          <ac:chgData name="Hur Jung" userId="763133add284fb2e" providerId="LiveId" clId="{63265192-7B44-45D3-A1BC-CD20A66879BE}" dt="2020-06-28T05:14:54.695" v="10929" actId="478"/>
          <ac:spMkLst>
            <pc:docMk/>
            <pc:sldMk cId="833150734" sldId="2695"/>
            <ac:spMk id="126" creationId="{BF4EC4A4-870B-47F6-9DDC-21CFC85C5734}"/>
          </ac:spMkLst>
        </pc:spChg>
        <pc:grpChg chg="del">
          <ac:chgData name="Hur Jung" userId="763133add284fb2e" providerId="LiveId" clId="{63265192-7B44-45D3-A1BC-CD20A66879BE}" dt="2020-06-28T05:14:54.695" v="10929" actId="478"/>
          <ac:grpSpMkLst>
            <pc:docMk/>
            <pc:sldMk cId="833150734" sldId="2695"/>
            <ac:grpSpMk id="104" creationId="{D6E95232-EB43-4AB6-89E8-036FD6E83067}"/>
          </ac:grpSpMkLst>
        </pc:grpChg>
        <pc:grpChg chg="del">
          <ac:chgData name="Hur Jung" userId="763133add284fb2e" providerId="LiveId" clId="{63265192-7B44-45D3-A1BC-CD20A66879BE}" dt="2020-06-28T05:14:54.695" v="10929" actId="478"/>
          <ac:grpSpMkLst>
            <pc:docMk/>
            <pc:sldMk cId="833150734" sldId="2695"/>
            <ac:grpSpMk id="121" creationId="{423BD80C-2D99-4150-BB14-55E1CB41EB29}"/>
          </ac:grpSpMkLst>
        </pc:grpChg>
        <pc:graphicFrameChg chg="mod">
          <ac:chgData name="Hur Jung" userId="763133add284fb2e" providerId="LiveId" clId="{63265192-7B44-45D3-A1BC-CD20A66879BE}" dt="2020-06-28T01:30:27.341" v="10677"/>
          <ac:graphicFrameMkLst>
            <pc:docMk/>
            <pc:sldMk cId="833150734" sldId="2695"/>
            <ac:graphicFrameMk id="86" creationId="{317F784E-A246-4DCE-B5BA-F3907C09FA37}"/>
          </ac:graphicFrameMkLst>
        </pc:graphicFrameChg>
        <pc:graphicFrameChg chg="modGraphic">
          <ac:chgData name="Hur Jung" userId="763133add284fb2e" providerId="LiveId" clId="{63265192-7B44-45D3-A1BC-CD20A66879BE}" dt="2020-06-28T05:15:58.822" v="10946" actId="14734"/>
          <ac:graphicFrameMkLst>
            <pc:docMk/>
            <pc:sldMk cId="833150734" sldId="2695"/>
            <ac:graphicFrameMk id="106" creationId="{4D5D5640-C672-4D30-B429-D4D8514A2157}"/>
          </ac:graphicFrameMkLst>
        </pc:graphicFrameChg>
      </pc:sldChg>
      <pc:sldChg chg="modSp">
        <pc:chgData name="Hur Jung" userId="763133add284fb2e" providerId="LiveId" clId="{63265192-7B44-45D3-A1BC-CD20A66879BE}" dt="2020-06-28T01:30:27.341" v="10677"/>
        <pc:sldMkLst>
          <pc:docMk/>
          <pc:sldMk cId="3881853591" sldId="2696"/>
        </pc:sldMkLst>
        <pc:graphicFrameChg chg="mod">
          <ac:chgData name="Hur Jung" userId="763133add284fb2e" providerId="LiveId" clId="{63265192-7B44-45D3-A1BC-CD20A66879BE}" dt="2020-06-28T01:30:27.341" v="10677"/>
          <ac:graphicFrameMkLst>
            <pc:docMk/>
            <pc:sldMk cId="3881853591" sldId="2696"/>
            <ac:graphicFrameMk id="77" creationId="{F5DEBF78-F2CC-4F85-8770-820933CE59A3}"/>
          </ac:graphicFrameMkLst>
        </pc:graphicFrameChg>
      </pc:sldChg>
      <pc:sldChg chg="addSp modSp mod">
        <pc:chgData name="Hur Jung" userId="763133add284fb2e" providerId="LiveId" clId="{63265192-7B44-45D3-A1BC-CD20A66879BE}" dt="2020-06-28T06:06:06.348" v="12382" actId="20577"/>
        <pc:sldMkLst>
          <pc:docMk/>
          <pc:sldMk cId="1107077004" sldId="2697"/>
        </pc:sldMkLst>
        <pc:spChg chg="mod">
          <ac:chgData name="Hur Jung" userId="763133add284fb2e" providerId="LiveId" clId="{63265192-7B44-45D3-A1BC-CD20A66879BE}" dt="2020-06-28T06:06:06.348" v="12382" actId="20577"/>
          <ac:spMkLst>
            <pc:docMk/>
            <pc:sldMk cId="1107077004" sldId="2697"/>
            <ac:spMk id="2" creationId="{7BD81DA4-00B3-4972-8588-E928EC125314}"/>
          </ac:spMkLst>
        </pc:spChg>
        <pc:spChg chg="mod">
          <ac:chgData name="Hur Jung" userId="763133add284fb2e" providerId="LiveId" clId="{63265192-7B44-45D3-A1BC-CD20A66879BE}" dt="2020-06-28T06:04:58.463" v="12310"/>
          <ac:spMkLst>
            <pc:docMk/>
            <pc:sldMk cId="1107077004" sldId="2697"/>
            <ac:spMk id="74" creationId="{7C66D21E-B469-45B2-A16F-160397BA2D02}"/>
          </ac:spMkLst>
        </pc:spChg>
        <pc:spChg chg="add mod">
          <ac:chgData name="Hur Jung" userId="763133add284fb2e" providerId="LiveId" clId="{63265192-7B44-45D3-A1BC-CD20A66879BE}" dt="2020-06-28T06:04:40.632" v="12299" actId="1076"/>
          <ac:spMkLst>
            <pc:docMk/>
            <pc:sldMk cId="1107077004" sldId="2697"/>
            <ac:spMk id="75" creationId="{A45D786C-AF85-46C3-BEA8-7558989F9FC9}"/>
          </ac:spMkLst>
        </pc:spChg>
        <pc:spChg chg="mod">
          <ac:chgData name="Hur Jung" userId="763133add284fb2e" providerId="LiveId" clId="{63265192-7B44-45D3-A1BC-CD20A66879BE}" dt="2020-06-28T06:05:08.668" v="12316"/>
          <ac:spMkLst>
            <pc:docMk/>
            <pc:sldMk cId="1107077004" sldId="2697"/>
            <ac:spMk id="78" creationId="{52EF7EFC-45AB-46AF-9FA8-71BCC5C8E80F}"/>
          </ac:spMkLst>
        </pc:spChg>
        <pc:spChg chg="mod">
          <ac:chgData name="Hur Jung" userId="763133add284fb2e" providerId="LiveId" clId="{63265192-7B44-45D3-A1BC-CD20A66879BE}" dt="2020-06-28T06:05:07.027" v="12313"/>
          <ac:spMkLst>
            <pc:docMk/>
            <pc:sldMk cId="1107077004" sldId="2697"/>
            <ac:spMk id="84" creationId="{54FF8FFC-9B1E-4CA5-8E87-56545B306BA8}"/>
          </ac:spMkLst>
        </pc:spChg>
        <pc:spChg chg="mod">
          <ac:chgData name="Hur Jung" userId="763133add284fb2e" providerId="LiveId" clId="{63265192-7B44-45D3-A1BC-CD20A66879BE}" dt="2020-06-28T06:03:53.885" v="12297" actId="14100"/>
          <ac:spMkLst>
            <pc:docMk/>
            <pc:sldMk cId="1107077004" sldId="2697"/>
            <ac:spMk id="94" creationId="{AB1930D9-85BD-4630-9E55-6E9A81068CA9}"/>
          </ac:spMkLst>
        </pc:spChg>
        <pc:grpChg chg="add mod">
          <ac:chgData name="Hur Jung" userId="763133add284fb2e" providerId="LiveId" clId="{63265192-7B44-45D3-A1BC-CD20A66879BE}" dt="2020-06-28T06:04:40.632" v="12299" actId="1076"/>
          <ac:grpSpMkLst>
            <pc:docMk/>
            <pc:sldMk cId="1107077004" sldId="2697"/>
            <ac:grpSpMk id="66" creationId="{1CA45B2B-F22C-49E2-B4C2-81C7BF248297}"/>
          </ac:grpSpMkLst>
        </pc:grpChg>
        <pc:grpChg chg="mod">
          <ac:chgData name="Hur Jung" userId="763133add284fb2e" providerId="LiveId" clId="{63265192-7B44-45D3-A1BC-CD20A66879BE}" dt="2020-06-28T06:04:52.712" v="12300" actId="408"/>
          <ac:grpSpMkLst>
            <pc:docMk/>
            <pc:sldMk cId="1107077004" sldId="2697"/>
            <ac:grpSpMk id="77" creationId="{1B4C0D67-44E7-483B-BFC4-DAEBDAB0A47F}"/>
          </ac:grpSpMkLst>
        </pc:grpChg>
        <pc:graphicFrameChg chg="mod modGraphic">
          <ac:chgData name="Hur Jung" userId="763133add284fb2e" providerId="LiveId" clId="{63265192-7B44-45D3-A1BC-CD20A66879BE}" dt="2020-06-28T06:02:50.885" v="12296"/>
          <ac:graphicFrameMkLst>
            <pc:docMk/>
            <pc:sldMk cId="1107077004" sldId="2697"/>
            <ac:graphicFrameMk id="198" creationId="{BD77F526-8B85-459F-BCD3-42E0C73FA75F}"/>
          </ac:graphicFrameMkLst>
        </pc:graphicFrameChg>
        <pc:picChg chg="mod">
          <ac:chgData name="Hur Jung" userId="763133add284fb2e" providerId="LiveId" clId="{63265192-7B44-45D3-A1BC-CD20A66879BE}" dt="2020-06-28T06:04:36.172" v="12298"/>
          <ac:picMkLst>
            <pc:docMk/>
            <pc:sldMk cId="1107077004" sldId="2697"/>
            <ac:picMk id="67" creationId="{6198B709-CBE8-479A-B93C-5604680DB701}"/>
          </ac:picMkLst>
        </pc:picChg>
      </pc:sldChg>
      <pc:sldChg chg="modSp mod">
        <pc:chgData name="Hur Jung" userId="763133add284fb2e" providerId="LiveId" clId="{63265192-7B44-45D3-A1BC-CD20A66879BE}" dt="2020-06-28T06:37:53.929" v="12433"/>
        <pc:sldMkLst>
          <pc:docMk/>
          <pc:sldMk cId="3359258113" sldId="2698"/>
        </pc:sldMkLst>
        <pc:graphicFrameChg chg="mod modGraphic">
          <ac:chgData name="Hur Jung" userId="763133add284fb2e" providerId="LiveId" clId="{63265192-7B44-45D3-A1BC-CD20A66879BE}" dt="2020-06-28T06:37:53.929" v="12433"/>
          <ac:graphicFrameMkLst>
            <pc:docMk/>
            <pc:sldMk cId="3359258113" sldId="2698"/>
            <ac:graphicFrameMk id="50" creationId="{45B3773A-D977-4B87-9A40-DA836204CA02}"/>
          </ac:graphicFrameMkLst>
        </pc:graphicFrameChg>
        <pc:graphicFrameChg chg="mod">
          <ac:chgData name="Hur Jung" userId="763133add284fb2e" providerId="LiveId" clId="{63265192-7B44-45D3-A1BC-CD20A66879BE}" dt="2020-06-28T01:30:27.341" v="10677"/>
          <ac:graphicFrameMkLst>
            <pc:docMk/>
            <pc:sldMk cId="3359258113" sldId="2698"/>
            <ac:graphicFrameMk id="82" creationId="{C185B7E0-FDA4-4051-9549-B710414501F6}"/>
          </ac:graphicFrameMkLst>
        </pc:graphicFrameChg>
      </pc:sldChg>
      <pc:sldChg chg="addSp delSp modSp mod">
        <pc:chgData name="Hur Jung" userId="763133add284fb2e" providerId="LiveId" clId="{63265192-7B44-45D3-A1BC-CD20A66879BE}" dt="2020-06-19T04:51:13.319" v="5776" actId="1076"/>
        <pc:sldMkLst>
          <pc:docMk/>
          <pc:sldMk cId="3112449053" sldId="2704"/>
        </pc:sldMkLst>
        <pc:spChg chg="mod">
          <ac:chgData name="Hur Jung" userId="763133add284fb2e" providerId="LiveId" clId="{63265192-7B44-45D3-A1BC-CD20A66879BE}" dt="2020-06-19T04:49:11.610" v="5711" actId="1036"/>
          <ac:spMkLst>
            <pc:docMk/>
            <pc:sldMk cId="3112449053" sldId="2704"/>
            <ac:spMk id="43" creationId="{A029FD30-2381-4221-AE4D-F28755ABF1ED}"/>
          </ac:spMkLst>
        </pc:spChg>
        <pc:spChg chg="mod">
          <ac:chgData name="Hur Jung" userId="763133add284fb2e" providerId="LiveId" clId="{63265192-7B44-45D3-A1BC-CD20A66879BE}" dt="2020-06-19T04:49:11.610" v="5711" actId="1036"/>
          <ac:spMkLst>
            <pc:docMk/>
            <pc:sldMk cId="3112449053" sldId="2704"/>
            <ac:spMk id="44" creationId="{98E61038-BAB3-4757-A89F-E7E8F380DD08}"/>
          </ac:spMkLst>
        </pc:spChg>
        <pc:spChg chg="mod">
          <ac:chgData name="Hur Jung" userId="763133add284fb2e" providerId="LiveId" clId="{63265192-7B44-45D3-A1BC-CD20A66879BE}" dt="2020-06-19T04:49:11.610" v="5711" actId="1036"/>
          <ac:spMkLst>
            <pc:docMk/>
            <pc:sldMk cId="3112449053" sldId="2704"/>
            <ac:spMk id="45" creationId="{158C0B47-1DE5-474D-AD42-BCD6861702AF}"/>
          </ac:spMkLst>
        </pc:spChg>
        <pc:spChg chg="mod">
          <ac:chgData name="Hur Jung" userId="763133add284fb2e" providerId="LiveId" clId="{63265192-7B44-45D3-A1BC-CD20A66879BE}" dt="2020-06-19T04:49:11.610" v="5711" actId="1036"/>
          <ac:spMkLst>
            <pc:docMk/>
            <pc:sldMk cId="3112449053" sldId="2704"/>
            <ac:spMk id="46" creationId="{C10A8CED-2A8F-43B5-B25C-5038D18EFFAA}"/>
          </ac:spMkLst>
        </pc:spChg>
        <pc:spChg chg="mod">
          <ac:chgData name="Hur Jung" userId="763133add284fb2e" providerId="LiveId" clId="{63265192-7B44-45D3-A1BC-CD20A66879BE}" dt="2020-06-19T04:49:27.633" v="5720" actId="1035"/>
          <ac:spMkLst>
            <pc:docMk/>
            <pc:sldMk cId="3112449053" sldId="2704"/>
            <ac:spMk id="47" creationId="{32D98C84-88C5-4426-958D-64962F5555F4}"/>
          </ac:spMkLst>
        </pc:spChg>
        <pc:spChg chg="mod">
          <ac:chgData name="Hur Jung" userId="763133add284fb2e" providerId="LiveId" clId="{63265192-7B44-45D3-A1BC-CD20A66879BE}" dt="2020-06-19T04:49:27.633" v="5720" actId="1035"/>
          <ac:spMkLst>
            <pc:docMk/>
            <pc:sldMk cId="3112449053" sldId="2704"/>
            <ac:spMk id="48" creationId="{B77695BA-6C84-463E-949C-287288F627CE}"/>
          </ac:spMkLst>
        </pc:spChg>
        <pc:spChg chg="mod">
          <ac:chgData name="Hur Jung" userId="763133add284fb2e" providerId="LiveId" clId="{63265192-7B44-45D3-A1BC-CD20A66879BE}" dt="2020-06-19T04:49:27.633" v="5720" actId="1035"/>
          <ac:spMkLst>
            <pc:docMk/>
            <pc:sldMk cId="3112449053" sldId="2704"/>
            <ac:spMk id="49" creationId="{0B550017-F917-4DEB-AFE0-98136562AA81}"/>
          </ac:spMkLst>
        </pc:spChg>
        <pc:spChg chg="mod">
          <ac:chgData name="Hur Jung" userId="763133add284fb2e" providerId="LiveId" clId="{63265192-7B44-45D3-A1BC-CD20A66879BE}" dt="2020-06-19T04:49:03.076" v="5702" actId="14100"/>
          <ac:spMkLst>
            <pc:docMk/>
            <pc:sldMk cId="3112449053" sldId="2704"/>
            <ac:spMk id="59" creationId="{21A2F3DB-51B2-4E21-9F5E-8CDFED6A75C9}"/>
          </ac:spMkLst>
        </pc:spChg>
        <pc:spChg chg="mod">
          <ac:chgData name="Hur Jung" userId="763133add284fb2e" providerId="LiveId" clId="{63265192-7B44-45D3-A1BC-CD20A66879BE}" dt="2020-06-19T04:48:58.144" v="5701" actId="1035"/>
          <ac:spMkLst>
            <pc:docMk/>
            <pc:sldMk cId="3112449053" sldId="2704"/>
            <ac:spMk id="60" creationId="{4597FE7B-1147-4796-9C4A-B3FABAA36945}"/>
          </ac:spMkLst>
        </pc:spChg>
        <pc:spChg chg="mod">
          <ac:chgData name="Hur Jung" userId="763133add284fb2e" providerId="LiveId" clId="{63265192-7B44-45D3-A1BC-CD20A66879BE}" dt="2020-06-19T04:49:11.610" v="5711" actId="1036"/>
          <ac:spMkLst>
            <pc:docMk/>
            <pc:sldMk cId="3112449053" sldId="2704"/>
            <ac:spMk id="74" creationId="{42202173-6148-43DC-AF10-FC3070708CF1}"/>
          </ac:spMkLst>
        </pc:spChg>
        <pc:spChg chg="mod">
          <ac:chgData name="Hur Jung" userId="763133add284fb2e" providerId="LiveId" clId="{63265192-7B44-45D3-A1BC-CD20A66879BE}" dt="2020-06-19T04:49:11.610" v="5711" actId="1036"/>
          <ac:spMkLst>
            <pc:docMk/>
            <pc:sldMk cId="3112449053" sldId="2704"/>
            <ac:spMk id="75" creationId="{F4A01ED7-03A6-4438-A511-AAE5A7BEB00A}"/>
          </ac:spMkLst>
        </pc:spChg>
        <pc:spChg chg="mod">
          <ac:chgData name="Hur Jung" userId="763133add284fb2e" providerId="LiveId" clId="{63265192-7B44-45D3-A1BC-CD20A66879BE}" dt="2020-06-19T04:51:08.816" v="5775" actId="20577"/>
          <ac:spMkLst>
            <pc:docMk/>
            <pc:sldMk cId="3112449053" sldId="2704"/>
            <ac:spMk id="76" creationId="{3F0F5089-DE29-46DE-90EC-97741FC837ED}"/>
          </ac:spMkLst>
        </pc:spChg>
        <pc:spChg chg="mod">
          <ac:chgData name="Hur Jung" userId="763133add284fb2e" providerId="LiveId" clId="{63265192-7B44-45D3-A1BC-CD20A66879BE}" dt="2020-06-19T04:49:11.610" v="5711" actId="1036"/>
          <ac:spMkLst>
            <pc:docMk/>
            <pc:sldMk cId="3112449053" sldId="2704"/>
            <ac:spMk id="77" creationId="{C951A5E6-7F48-4C76-8758-AA8943CEBF49}"/>
          </ac:spMkLst>
        </pc:spChg>
        <pc:spChg chg="mod">
          <ac:chgData name="Hur Jung" userId="763133add284fb2e" providerId="LiveId" clId="{63265192-7B44-45D3-A1BC-CD20A66879BE}" dt="2020-06-19T04:49:11.610" v="5711" actId="1036"/>
          <ac:spMkLst>
            <pc:docMk/>
            <pc:sldMk cId="3112449053" sldId="2704"/>
            <ac:spMk id="78" creationId="{E6F8E63B-AFA2-4C61-959F-0891EB052BF7}"/>
          </ac:spMkLst>
        </pc:spChg>
        <pc:spChg chg="mod">
          <ac:chgData name="Hur Jung" userId="763133add284fb2e" providerId="LiveId" clId="{63265192-7B44-45D3-A1BC-CD20A66879BE}" dt="2020-06-19T04:50:59.263" v="5773" actId="20577"/>
          <ac:spMkLst>
            <pc:docMk/>
            <pc:sldMk cId="3112449053" sldId="2704"/>
            <ac:spMk id="79" creationId="{21754927-26DB-4BA4-A5A8-67F31120C375}"/>
          </ac:spMkLst>
        </pc:spChg>
        <pc:spChg chg="mod">
          <ac:chgData name="Hur Jung" userId="763133add284fb2e" providerId="LiveId" clId="{63265192-7B44-45D3-A1BC-CD20A66879BE}" dt="2020-06-19T04:51:13.319" v="5776" actId="1076"/>
          <ac:spMkLst>
            <pc:docMk/>
            <pc:sldMk cId="3112449053" sldId="2704"/>
            <ac:spMk id="80" creationId="{7D2F8D0C-4F8A-4E5E-B1C9-B803AB3BEE06}"/>
          </ac:spMkLst>
        </pc:spChg>
        <pc:spChg chg="mod">
          <ac:chgData name="Hur Jung" userId="763133add284fb2e" providerId="LiveId" clId="{63265192-7B44-45D3-A1BC-CD20A66879BE}" dt="2020-06-19T04:49:27.633" v="5720" actId="1035"/>
          <ac:spMkLst>
            <pc:docMk/>
            <pc:sldMk cId="3112449053" sldId="2704"/>
            <ac:spMk id="82" creationId="{B253E350-B6D7-4291-8063-4E8915417A3B}"/>
          </ac:spMkLst>
        </pc:spChg>
        <pc:spChg chg="mod">
          <ac:chgData name="Hur Jung" userId="763133add284fb2e" providerId="LiveId" clId="{63265192-7B44-45D3-A1BC-CD20A66879BE}" dt="2020-06-19T04:49:27.633" v="5720" actId="1035"/>
          <ac:spMkLst>
            <pc:docMk/>
            <pc:sldMk cId="3112449053" sldId="2704"/>
            <ac:spMk id="83" creationId="{8A47F2A5-4DF8-4E2F-B2EF-266D0E69C93E}"/>
          </ac:spMkLst>
        </pc:spChg>
        <pc:spChg chg="mod">
          <ac:chgData name="Hur Jung" userId="763133add284fb2e" providerId="LiveId" clId="{63265192-7B44-45D3-A1BC-CD20A66879BE}" dt="2020-06-19T04:49:27.633" v="5720" actId="1035"/>
          <ac:spMkLst>
            <pc:docMk/>
            <pc:sldMk cId="3112449053" sldId="2704"/>
            <ac:spMk id="84" creationId="{E5943994-2D48-4590-979D-FC758942842C}"/>
          </ac:spMkLst>
        </pc:spChg>
        <pc:spChg chg="add mod">
          <ac:chgData name="Hur Jung" userId="763133add284fb2e" providerId="LiveId" clId="{63265192-7B44-45D3-A1BC-CD20A66879BE}" dt="2020-06-19T04:50:05.312" v="5768" actId="14100"/>
          <ac:spMkLst>
            <pc:docMk/>
            <pc:sldMk cId="3112449053" sldId="2704"/>
            <ac:spMk id="98" creationId="{1AF2D27C-11FE-46F0-A840-1F6C1C8D68BF}"/>
          </ac:spMkLst>
        </pc:spChg>
        <pc:spChg chg="add del mod">
          <ac:chgData name="Hur Jung" userId="763133add284fb2e" providerId="LiveId" clId="{63265192-7B44-45D3-A1BC-CD20A66879BE}" dt="2020-06-19T04:49:43.331" v="5741" actId="478"/>
          <ac:spMkLst>
            <pc:docMk/>
            <pc:sldMk cId="3112449053" sldId="2704"/>
            <ac:spMk id="99" creationId="{A48B3F7A-F5AF-4A78-B0F0-AE6A42B9CAB9}"/>
          </ac:spMkLst>
        </pc:spChg>
        <pc:spChg chg="add del mod">
          <ac:chgData name="Hur Jung" userId="763133add284fb2e" providerId="LiveId" clId="{63265192-7B44-45D3-A1BC-CD20A66879BE}" dt="2020-06-19T04:49:44.658" v="5742" actId="478"/>
          <ac:spMkLst>
            <pc:docMk/>
            <pc:sldMk cId="3112449053" sldId="2704"/>
            <ac:spMk id="100" creationId="{6718BF78-8CF7-4EF4-A98A-32EE9C4C8C01}"/>
          </ac:spMkLst>
        </pc:spChg>
        <pc:spChg chg="mod">
          <ac:chgData name="Hur Jung" userId="763133add284fb2e" providerId="LiveId" clId="{63265192-7B44-45D3-A1BC-CD20A66879BE}" dt="2020-06-19T04:50:15.358" v="5770" actId="20577"/>
          <ac:spMkLst>
            <pc:docMk/>
            <pc:sldMk cId="3112449053" sldId="2704"/>
            <ac:spMk id="103" creationId="{3E3E1557-5AE1-463C-98CF-C462B3336950}"/>
          </ac:spMkLst>
        </pc:spChg>
        <pc:spChg chg="add mod">
          <ac:chgData name="Hur Jung" userId="763133add284fb2e" providerId="LiveId" clId="{63265192-7B44-45D3-A1BC-CD20A66879BE}" dt="2020-06-19T04:50:39.254" v="5772" actId="1076"/>
          <ac:spMkLst>
            <pc:docMk/>
            <pc:sldMk cId="3112449053" sldId="2704"/>
            <ac:spMk id="105" creationId="{B9CD6584-ABBE-435B-8533-499FFBB0180F}"/>
          </ac:spMkLst>
        </pc:spChg>
        <pc:grpChg chg="mod">
          <ac:chgData name="Hur Jung" userId="763133add284fb2e" providerId="LiveId" clId="{63265192-7B44-45D3-A1BC-CD20A66879BE}" dt="2020-06-19T04:49:11.610" v="5711" actId="1036"/>
          <ac:grpSpMkLst>
            <pc:docMk/>
            <pc:sldMk cId="3112449053" sldId="2704"/>
            <ac:grpSpMk id="71" creationId="{011B1912-4A59-4902-98E2-A331C4442F3C}"/>
          </ac:grpSpMkLst>
        </pc:grpChg>
        <pc:grpChg chg="add mod">
          <ac:chgData name="Hur Jung" userId="763133add284fb2e" providerId="LiveId" clId="{63265192-7B44-45D3-A1BC-CD20A66879BE}" dt="2020-06-19T04:49:53.727" v="5745" actId="1076"/>
          <ac:grpSpMkLst>
            <pc:docMk/>
            <pc:sldMk cId="3112449053" sldId="2704"/>
            <ac:grpSpMk id="102" creationId="{346BC86F-1E14-4267-8B88-36FA18EEFC40}"/>
          </ac:grpSpMkLst>
        </pc:grpChg>
        <pc:picChg chg="mod">
          <ac:chgData name="Hur Jung" userId="763133add284fb2e" providerId="LiveId" clId="{63265192-7B44-45D3-A1BC-CD20A66879BE}" dt="2020-06-19T04:49:27.633" v="5720" actId="1035"/>
          <ac:picMkLst>
            <pc:docMk/>
            <pc:sldMk cId="3112449053" sldId="2704"/>
            <ac:picMk id="50" creationId="{D146D185-9BF9-4F52-879F-2DC623C881EA}"/>
          </ac:picMkLst>
        </pc:picChg>
        <pc:picChg chg="mod">
          <ac:chgData name="Hur Jung" userId="763133add284fb2e" providerId="LiveId" clId="{63265192-7B44-45D3-A1BC-CD20A66879BE}" dt="2020-06-19T04:49:11.610" v="5711" actId="1036"/>
          <ac:picMkLst>
            <pc:docMk/>
            <pc:sldMk cId="3112449053" sldId="2704"/>
            <ac:picMk id="81" creationId="{516045AA-0571-4A0F-8EE8-FA4EB03EABFE}"/>
          </ac:picMkLst>
        </pc:picChg>
        <pc:picChg chg="add del mod">
          <ac:chgData name="Hur Jung" userId="763133add284fb2e" providerId="LiveId" clId="{63265192-7B44-45D3-A1BC-CD20A66879BE}" dt="2020-06-19T04:49:45.545" v="5743" actId="478"/>
          <ac:picMkLst>
            <pc:docMk/>
            <pc:sldMk cId="3112449053" sldId="2704"/>
            <ac:picMk id="101" creationId="{736F97E6-A889-40CD-A609-5426DC90B23F}"/>
          </ac:picMkLst>
        </pc:picChg>
        <pc:picChg chg="mod">
          <ac:chgData name="Hur Jung" userId="763133add284fb2e" providerId="LiveId" clId="{63265192-7B44-45D3-A1BC-CD20A66879BE}" dt="2020-06-19T04:49:48.128" v="5744"/>
          <ac:picMkLst>
            <pc:docMk/>
            <pc:sldMk cId="3112449053" sldId="2704"/>
            <ac:picMk id="104" creationId="{3B66A2FE-FDA7-4ADC-B3D2-75A544AF4555}"/>
          </ac:picMkLst>
        </pc:picChg>
      </pc:sldChg>
      <pc:sldChg chg="addSp delSp modSp mod">
        <pc:chgData name="Hur Jung" userId="763133add284fb2e" providerId="LiveId" clId="{63265192-7B44-45D3-A1BC-CD20A66879BE}" dt="2020-06-19T09:19:09.692" v="5781" actId="478"/>
        <pc:sldMkLst>
          <pc:docMk/>
          <pc:sldMk cId="3396262118" sldId="2705"/>
        </pc:sldMkLst>
        <pc:spChg chg="add del mod">
          <ac:chgData name="Hur Jung" userId="763133add284fb2e" providerId="LiveId" clId="{63265192-7B44-45D3-A1BC-CD20A66879BE}" dt="2020-06-19T09:19:09.692" v="5781" actId="478"/>
          <ac:spMkLst>
            <pc:docMk/>
            <pc:sldMk cId="3396262118" sldId="2705"/>
            <ac:spMk id="7" creationId="{B07B0181-DAC0-40D5-887F-6EF9E2AC54EE}"/>
          </ac:spMkLst>
        </pc:spChg>
        <pc:graphicFrameChg chg="add del mod">
          <ac:chgData name="Hur Jung" userId="763133add284fb2e" providerId="LiveId" clId="{63265192-7B44-45D3-A1BC-CD20A66879BE}" dt="2020-06-19T09:19:04.492" v="5778"/>
          <ac:graphicFrameMkLst>
            <pc:docMk/>
            <pc:sldMk cId="3396262118" sldId="2705"/>
            <ac:graphicFrameMk id="6" creationId="{18093F23-40D5-43CA-95EE-ED6E9B771AC8}"/>
          </ac:graphicFrameMkLst>
        </pc:graphicFrameChg>
      </pc:sldChg>
      <pc:sldChg chg="addSp delSp modSp">
        <pc:chgData name="Hur Jung" userId="763133add284fb2e" providerId="LiveId" clId="{63265192-7B44-45D3-A1BC-CD20A66879BE}" dt="2020-06-17T12:04:02.001" v="5683"/>
        <pc:sldMkLst>
          <pc:docMk/>
          <pc:sldMk cId="2886116668" sldId="2707"/>
        </pc:sldMkLst>
        <pc:spChg chg="del">
          <ac:chgData name="Hur Jung" userId="763133add284fb2e" providerId="LiveId" clId="{63265192-7B44-45D3-A1BC-CD20A66879BE}" dt="2020-06-17T12:04:01.545" v="5682" actId="478"/>
          <ac:spMkLst>
            <pc:docMk/>
            <pc:sldMk cId="2886116668" sldId="2707"/>
            <ac:spMk id="6" creationId="{166267CC-EBDC-4FDD-A11D-FB93B4E1B3E0}"/>
          </ac:spMkLst>
        </pc:spChg>
        <pc:spChg chg="del">
          <ac:chgData name="Hur Jung" userId="763133add284fb2e" providerId="LiveId" clId="{63265192-7B44-45D3-A1BC-CD20A66879BE}" dt="2020-06-17T12:04:01.545" v="5682" actId="478"/>
          <ac:spMkLst>
            <pc:docMk/>
            <pc:sldMk cId="2886116668" sldId="2707"/>
            <ac:spMk id="55" creationId="{09EE0C3E-AC5D-4322-B3D2-54A654BEFCE2}"/>
          </ac:spMkLst>
        </pc:spChg>
        <pc:spChg chg="del">
          <ac:chgData name="Hur Jung" userId="763133add284fb2e" providerId="LiveId" clId="{63265192-7B44-45D3-A1BC-CD20A66879BE}" dt="2020-06-17T12:04:01.545" v="5682" actId="478"/>
          <ac:spMkLst>
            <pc:docMk/>
            <pc:sldMk cId="2886116668" sldId="2707"/>
            <ac:spMk id="56" creationId="{3145875E-ADC8-4256-8AD7-C83822002E0C}"/>
          </ac:spMkLst>
        </pc:spChg>
        <pc:spChg chg="del">
          <ac:chgData name="Hur Jung" userId="763133add284fb2e" providerId="LiveId" clId="{63265192-7B44-45D3-A1BC-CD20A66879BE}" dt="2020-06-17T12:04:01.545" v="5682" actId="478"/>
          <ac:spMkLst>
            <pc:docMk/>
            <pc:sldMk cId="2886116668" sldId="2707"/>
            <ac:spMk id="63" creationId="{34476F5A-8815-495D-AA24-F4488726C298}"/>
          </ac:spMkLst>
        </pc:spChg>
        <pc:spChg chg="del">
          <ac:chgData name="Hur Jung" userId="763133add284fb2e" providerId="LiveId" clId="{63265192-7B44-45D3-A1BC-CD20A66879BE}" dt="2020-06-17T12:04:01.545" v="5682" actId="478"/>
          <ac:spMkLst>
            <pc:docMk/>
            <pc:sldMk cId="2886116668" sldId="2707"/>
            <ac:spMk id="64" creationId="{725D8CD8-A0C1-4740-927D-57B686BEEF2C}"/>
          </ac:spMkLst>
        </pc:spChg>
        <pc:spChg chg="del">
          <ac:chgData name="Hur Jung" userId="763133add284fb2e" providerId="LiveId" clId="{63265192-7B44-45D3-A1BC-CD20A66879BE}" dt="2020-06-17T12:04:01.545" v="5682" actId="478"/>
          <ac:spMkLst>
            <pc:docMk/>
            <pc:sldMk cId="2886116668" sldId="2707"/>
            <ac:spMk id="66" creationId="{40DF0212-B30F-4696-BA35-F97F3659EF1D}"/>
          </ac:spMkLst>
        </pc:spChg>
        <pc:spChg chg="del">
          <ac:chgData name="Hur Jung" userId="763133add284fb2e" providerId="LiveId" clId="{63265192-7B44-45D3-A1BC-CD20A66879BE}" dt="2020-06-17T12:04:01.545" v="5682" actId="478"/>
          <ac:spMkLst>
            <pc:docMk/>
            <pc:sldMk cId="2886116668" sldId="2707"/>
            <ac:spMk id="67" creationId="{D5665185-D83B-418D-91D2-935B656E032C}"/>
          </ac:spMkLst>
        </pc:spChg>
        <pc:spChg chg="del">
          <ac:chgData name="Hur Jung" userId="763133add284fb2e" providerId="LiveId" clId="{63265192-7B44-45D3-A1BC-CD20A66879BE}" dt="2020-06-17T12:04:01.545" v="5682" actId="478"/>
          <ac:spMkLst>
            <pc:docMk/>
            <pc:sldMk cId="2886116668" sldId="2707"/>
            <ac:spMk id="71" creationId="{F362C2E5-1058-4679-AFBB-9947352C99B2}"/>
          </ac:spMkLst>
        </pc:spChg>
        <pc:spChg chg="del">
          <ac:chgData name="Hur Jung" userId="763133add284fb2e" providerId="LiveId" clId="{63265192-7B44-45D3-A1BC-CD20A66879BE}" dt="2020-06-17T12:04:01.545" v="5682" actId="478"/>
          <ac:spMkLst>
            <pc:docMk/>
            <pc:sldMk cId="2886116668" sldId="2707"/>
            <ac:spMk id="72" creationId="{3BDBC62E-AF9B-4084-B3A3-392281463BD4}"/>
          </ac:spMkLst>
        </pc:spChg>
        <pc:spChg chg="del">
          <ac:chgData name="Hur Jung" userId="763133add284fb2e" providerId="LiveId" clId="{63265192-7B44-45D3-A1BC-CD20A66879BE}" dt="2020-06-17T12:04:01.545" v="5682" actId="478"/>
          <ac:spMkLst>
            <pc:docMk/>
            <pc:sldMk cId="2886116668" sldId="2707"/>
            <ac:spMk id="73" creationId="{83F73006-A7D8-4651-B527-407D6D12D465}"/>
          </ac:spMkLst>
        </pc:spChg>
        <pc:spChg chg="del">
          <ac:chgData name="Hur Jung" userId="763133add284fb2e" providerId="LiveId" clId="{63265192-7B44-45D3-A1BC-CD20A66879BE}" dt="2020-06-17T12:04:01.545" v="5682" actId="478"/>
          <ac:spMkLst>
            <pc:docMk/>
            <pc:sldMk cId="2886116668" sldId="2707"/>
            <ac:spMk id="76" creationId="{5CFA3E59-E797-463C-A148-A3A2F6A589E5}"/>
          </ac:spMkLst>
        </pc:spChg>
        <pc:spChg chg="add mod">
          <ac:chgData name="Hur Jung" userId="763133add284fb2e" providerId="LiveId" clId="{63265192-7B44-45D3-A1BC-CD20A66879BE}" dt="2020-06-17T12:04:02.001" v="5683"/>
          <ac:spMkLst>
            <pc:docMk/>
            <pc:sldMk cId="2886116668" sldId="2707"/>
            <ac:spMk id="77" creationId="{B532E5D7-B382-4EB8-9195-8491588139AF}"/>
          </ac:spMkLst>
        </pc:spChg>
        <pc:spChg chg="del">
          <ac:chgData name="Hur Jung" userId="763133add284fb2e" providerId="LiveId" clId="{63265192-7B44-45D3-A1BC-CD20A66879BE}" dt="2020-06-17T12:04:01.545" v="5682" actId="478"/>
          <ac:spMkLst>
            <pc:docMk/>
            <pc:sldMk cId="2886116668" sldId="2707"/>
            <ac:spMk id="79" creationId="{EDE90CF4-352F-43A7-B9A1-B24447F0E4C6}"/>
          </ac:spMkLst>
        </pc:spChg>
        <pc:spChg chg="del">
          <ac:chgData name="Hur Jung" userId="763133add284fb2e" providerId="LiveId" clId="{63265192-7B44-45D3-A1BC-CD20A66879BE}" dt="2020-06-17T12:04:01.545" v="5682" actId="478"/>
          <ac:spMkLst>
            <pc:docMk/>
            <pc:sldMk cId="2886116668" sldId="2707"/>
            <ac:spMk id="80" creationId="{4428B43B-9D38-4F36-8B1D-C2C44597B28B}"/>
          </ac:spMkLst>
        </pc:spChg>
        <pc:spChg chg="del">
          <ac:chgData name="Hur Jung" userId="763133add284fb2e" providerId="LiveId" clId="{63265192-7B44-45D3-A1BC-CD20A66879BE}" dt="2020-06-17T12:04:01.545" v="5682" actId="478"/>
          <ac:spMkLst>
            <pc:docMk/>
            <pc:sldMk cId="2886116668" sldId="2707"/>
            <ac:spMk id="81" creationId="{71B1FB2A-5015-4871-82DD-912500223449}"/>
          </ac:spMkLst>
        </pc:spChg>
        <pc:spChg chg="del">
          <ac:chgData name="Hur Jung" userId="763133add284fb2e" providerId="LiveId" clId="{63265192-7B44-45D3-A1BC-CD20A66879BE}" dt="2020-06-17T12:04:01.545" v="5682" actId="478"/>
          <ac:spMkLst>
            <pc:docMk/>
            <pc:sldMk cId="2886116668" sldId="2707"/>
            <ac:spMk id="82" creationId="{582F9501-2956-486C-AB92-1E3DC848E4C1}"/>
          </ac:spMkLst>
        </pc:spChg>
        <pc:spChg chg="del">
          <ac:chgData name="Hur Jung" userId="763133add284fb2e" providerId="LiveId" clId="{63265192-7B44-45D3-A1BC-CD20A66879BE}" dt="2020-06-17T12:04:01.545" v="5682" actId="478"/>
          <ac:spMkLst>
            <pc:docMk/>
            <pc:sldMk cId="2886116668" sldId="2707"/>
            <ac:spMk id="83" creationId="{94BE40E0-CFE1-4411-9DE5-E8B102519663}"/>
          </ac:spMkLst>
        </pc:spChg>
        <pc:spChg chg="add mod">
          <ac:chgData name="Hur Jung" userId="763133add284fb2e" providerId="LiveId" clId="{63265192-7B44-45D3-A1BC-CD20A66879BE}" dt="2020-06-17T12:04:02.001" v="5683"/>
          <ac:spMkLst>
            <pc:docMk/>
            <pc:sldMk cId="2886116668" sldId="2707"/>
            <ac:spMk id="84" creationId="{4B7078E2-4CDD-4F77-9463-6E558115D372}"/>
          </ac:spMkLst>
        </pc:spChg>
        <pc:spChg chg="del">
          <ac:chgData name="Hur Jung" userId="763133add284fb2e" providerId="LiveId" clId="{63265192-7B44-45D3-A1BC-CD20A66879BE}" dt="2020-06-17T12:04:01.545" v="5682" actId="478"/>
          <ac:spMkLst>
            <pc:docMk/>
            <pc:sldMk cId="2886116668" sldId="2707"/>
            <ac:spMk id="85" creationId="{AB305C08-FA7D-495B-B011-E760C2531EE5}"/>
          </ac:spMkLst>
        </pc:spChg>
        <pc:spChg chg="del">
          <ac:chgData name="Hur Jung" userId="763133add284fb2e" providerId="LiveId" clId="{63265192-7B44-45D3-A1BC-CD20A66879BE}" dt="2020-06-17T12:04:01.545" v="5682" actId="478"/>
          <ac:spMkLst>
            <pc:docMk/>
            <pc:sldMk cId="2886116668" sldId="2707"/>
            <ac:spMk id="86" creationId="{18DC80EE-1746-4DDA-86A4-0529D37D2C17}"/>
          </ac:spMkLst>
        </pc:spChg>
        <pc:spChg chg="add mod">
          <ac:chgData name="Hur Jung" userId="763133add284fb2e" providerId="LiveId" clId="{63265192-7B44-45D3-A1BC-CD20A66879BE}" dt="2020-06-17T12:04:02.001" v="5683"/>
          <ac:spMkLst>
            <pc:docMk/>
            <pc:sldMk cId="2886116668" sldId="2707"/>
            <ac:spMk id="87" creationId="{384B0DBC-C80E-44B0-8F13-CF6AC321B0CC}"/>
          </ac:spMkLst>
        </pc:spChg>
        <pc:spChg chg="del">
          <ac:chgData name="Hur Jung" userId="763133add284fb2e" providerId="LiveId" clId="{63265192-7B44-45D3-A1BC-CD20A66879BE}" dt="2020-06-17T12:04:01.545" v="5682" actId="478"/>
          <ac:spMkLst>
            <pc:docMk/>
            <pc:sldMk cId="2886116668" sldId="2707"/>
            <ac:spMk id="92" creationId="{4E3D7D16-E65E-46B4-9F92-94EAB0B69315}"/>
          </ac:spMkLst>
        </pc:spChg>
        <pc:spChg chg="del">
          <ac:chgData name="Hur Jung" userId="763133add284fb2e" providerId="LiveId" clId="{63265192-7B44-45D3-A1BC-CD20A66879BE}" dt="2020-06-17T12:04:01.545" v="5682" actId="478"/>
          <ac:spMkLst>
            <pc:docMk/>
            <pc:sldMk cId="2886116668" sldId="2707"/>
            <ac:spMk id="93" creationId="{645DE10E-E411-4813-AD29-FA2557ABCE16}"/>
          </ac:spMkLst>
        </pc:spChg>
        <pc:spChg chg="del">
          <ac:chgData name="Hur Jung" userId="763133add284fb2e" providerId="LiveId" clId="{63265192-7B44-45D3-A1BC-CD20A66879BE}" dt="2020-06-17T12:04:01.545" v="5682" actId="478"/>
          <ac:spMkLst>
            <pc:docMk/>
            <pc:sldMk cId="2886116668" sldId="2707"/>
            <ac:spMk id="96" creationId="{90BA9DE7-A95C-4C0D-BF26-D48473609432}"/>
          </ac:spMkLst>
        </pc:spChg>
        <pc:spChg chg="del">
          <ac:chgData name="Hur Jung" userId="763133add284fb2e" providerId="LiveId" clId="{63265192-7B44-45D3-A1BC-CD20A66879BE}" dt="2020-06-17T12:04:01.545" v="5682" actId="478"/>
          <ac:spMkLst>
            <pc:docMk/>
            <pc:sldMk cId="2886116668" sldId="2707"/>
            <ac:spMk id="98" creationId="{A8051316-2AD0-44B5-924F-631F4B76A633}"/>
          </ac:spMkLst>
        </pc:spChg>
        <pc:spChg chg="del">
          <ac:chgData name="Hur Jung" userId="763133add284fb2e" providerId="LiveId" clId="{63265192-7B44-45D3-A1BC-CD20A66879BE}" dt="2020-06-17T12:04:01.545" v="5682" actId="478"/>
          <ac:spMkLst>
            <pc:docMk/>
            <pc:sldMk cId="2886116668" sldId="2707"/>
            <ac:spMk id="99" creationId="{685086E0-0097-4934-8757-D9C0FB5376A2}"/>
          </ac:spMkLst>
        </pc:spChg>
        <pc:spChg chg="del">
          <ac:chgData name="Hur Jung" userId="763133add284fb2e" providerId="LiveId" clId="{63265192-7B44-45D3-A1BC-CD20A66879BE}" dt="2020-06-17T12:04:01.545" v="5682" actId="478"/>
          <ac:spMkLst>
            <pc:docMk/>
            <pc:sldMk cId="2886116668" sldId="2707"/>
            <ac:spMk id="100" creationId="{78472BC4-6562-44A2-8A16-C2DEB1189AE2}"/>
          </ac:spMkLst>
        </pc:spChg>
        <pc:spChg chg="del">
          <ac:chgData name="Hur Jung" userId="763133add284fb2e" providerId="LiveId" clId="{63265192-7B44-45D3-A1BC-CD20A66879BE}" dt="2020-06-17T12:04:01.545" v="5682" actId="478"/>
          <ac:spMkLst>
            <pc:docMk/>
            <pc:sldMk cId="2886116668" sldId="2707"/>
            <ac:spMk id="101" creationId="{0CC93D31-5B5F-41A4-B64E-1C972584D900}"/>
          </ac:spMkLst>
        </pc:spChg>
        <pc:spChg chg="del">
          <ac:chgData name="Hur Jung" userId="763133add284fb2e" providerId="LiveId" clId="{63265192-7B44-45D3-A1BC-CD20A66879BE}" dt="2020-06-17T12:04:01.545" v="5682" actId="478"/>
          <ac:spMkLst>
            <pc:docMk/>
            <pc:sldMk cId="2886116668" sldId="2707"/>
            <ac:spMk id="102" creationId="{EDD514C8-CF69-405E-AF2E-AA3D0F2ED6C8}"/>
          </ac:spMkLst>
        </pc:spChg>
        <pc:spChg chg="del">
          <ac:chgData name="Hur Jung" userId="763133add284fb2e" providerId="LiveId" clId="{63265192-7B44-45D3-A1BC-CD20A66879BE}" dt="2020-06-17T12:04:01.545" v="5682" actId="478"/>
          <ac:spMkLst>
            <pc:docMk/>
            <pc:sldMk cId="2886116668" sldId="2707"/>
            <ac:spMk id="103" creationId="{BAA96318-42EC-47E9-A60C-E75F7C1D6E41}"/>
          </ac:spMkLst>
        </pc:spChg>
        <pc:spChg chg="mod">
          <ac:chgData name="Hur Jung" userId="763133add284fb2e" providerId="LiveId" clId="{63265192-7B44-45D3-A1BC-CD20A66879BE}" dt="2020-06-17T12:04:02.001" v="5683"/>
          <ac:spMkLst>
            <pc:docMk/>
            <pc:sldMk cId="2886116668" sldId="2707"/>
            <ac:spMk id="104" creationId="{72C073D3-336A-4E8B-BB2E-6A0CEB274FB8}"/>
          </ac:spMkLst>
        </pc:spChg>
        <pc:spChg chg="mod">
          <ac:chgData name="Hur Jung" userId="763133add284fb2e" providerId="LiveId" clId="{63265192-7B44-45D3-A1BC-CD20A66879BE}" dt="2020-06-17T12:04:02.001" v="5683"/>
          <ac:spMkLst>
            <pc:docMk/>
            <pc:sldMk cId="2886116668" sldId="2707"/>
            <ac:spMk id="107" creationId="{1494486F-A7C7-4494-A330-BF1E8A1D2D6C}"/>
          </ac:spMkLst>
        </pc:spChg>
        <pc:spChg chg="add mod">
          <ac:chgData name="Hur Jung" userId="763133add284fb2e" providerId="LiveId" clId="{63265192-7B44-45D3-A1BC-CD20A66879BE}" dt="2020-06-17T12:04:02.001" v="5683"/>
          <ac:spMkLst>
            <pc:docMk/>
            <pc:sldMk cId="2886116668" sldId="2707"/>
            <ac:spMk id="108" creationId="{9B185BBF-257C-49AB-85C8-B411EF1B3F50}"/>
          </ac:spMkLst>
        </pc:spChg>
        <pc:spChg chg="del">
          <ac:chgData name="Hur Jung" userId="763133add284fb2e" providerId="LiveId" clId="{63265192-7B44-45D3-A1BC-CD20A66879BE}" dt="2020-06-17T12:04:01.545" v="5682" actId="478"/>
          <ac:spMkLst>
            <pc:docMk/>
            <pc:sldMk cId="2886116668" sldId="2707"/>
            <ac:spMk id="112" creationId="{1E4D1397-2AA4-49CC-A851-A0028CD82084}"/>
          </ac:spMkLst>
        </pc:spChg>
        <pc:spChg chg="del">
          <ac:chgData name="Hur Jung" userId="763133add284fb2e" providerId="LiveId" clId="{63265192-7B44-45D3-A1BC-CD20A66879BE}" dt="2020-06-17T12:04:01.545" v="5682" actId="478"/>
          <ac:spMkLst>
            <pc:docMk/>
            <pc:sldMk cId="2886116668" sldId="2707"/>
            <ac:spMk id="113" creationId="{7961FEF9-BE9D-4B33-8E29-2A35A8114968}"/>
          </ac:spMkLst>
        </pc:spChg>
        <pc:spChg chg="add mod">
          <ac:chgData name="Hur Jung" userId="763133add284fb2e" providerId="LiveId" clId="{63265192-7B44-45D3-A1BC-CD20A66879BE}" dt="2020-06-17T12:04:02.001" v="5683"/>
          <ac:spMkLst>
            <pc:docMk/>
            <pc:sldMk cId="2886116668" sldId="2707"/>
            <ac:spMk id="114" creationId="{F053FEFD-FD1A-4CF6-8AD9-F31E66B61F39}"/>
          </ac:spMkLst>
        </pc:spChg>
        <pc:spChg chg="add mod">
          <ac:chgData name="Hur Jung" userId="763133add284fb2e" providerId="LiveId" clId="{63265192-7B44-45D3-A1BC-CD20A66879BE}" dt="2020-06-17T12:04:02.001" v="5683"/>
          <ac:spMkLst>
            <pc:docMk/>
            <pc:sldMk cId="2886116668" sldId="2707"/>
            <ac:spMk id="115" creationId="{72232A51-C06A-4629-9F94-91098399E5FD}"/>
          </ac:spMkLst>
        </pc:spChg>
        <pc:spChg chg="add mod">
          <ac:chgData name="Hur Jung" userId="763133add284fb2e" providerId="LiveId" clId="{63265192-7B44-45D3-A1BC-CD20A66879BE}" dt="2020-06-17T12:04:02.001" v="5683"/>
          <ac:spMkLst>
            <pc:docMk/>
            <pc:sldMk cId="2886116668" sldId="2707"/>
            <ac:spMk id="116" creationId="{FDE42042-9281-4C60-BFAC-24945C4ACE93}"/>
          </ac:spMkLst>
        </pc:spChg>
        <pc:spChg chg="mod">
          <ac:chgData name="Hur Jung" userId="763133add284fb2e" providerId="LiveId" clId="{63265192-7B44-45D3-A1BC-CD20A66879BE}" dt="2020-06-17T12:04:02.001" v="5683"/>
          <ac:spMkLst>
            <pc:docMk/>
            <pc:sldMk cId="2886116668" sldId="2707"/>
            <ac:spMk id="118" creationId="{3264E833-BA2A-47CA-9F32-297AE18A15CA}"/>
          </ac:spMkLst>
        </pc:spChg>
        <pc:spChg chg="add mod">
          <ac:chgData name="Hur Jung" userId="763133add284fb2e" providerId="LiveId" clId="{63265192-7B44-45D3-A1BC-CD20A66879BE}" dt="2020-06-17T12:04:02.001" v="5683"/>
          <ac:spMkLst>
            <pc:docMk/>
            <pc:sldMk cId="2886116668" sldId="2707"/>
            <ac:spMk id="120" creationId="{FDBF33C5-BF4C-4752-BA5E-2A672F8A19FE}"/>
          </ac:spMkLst>
        </pc:spChg>
        <pc:spChg chg="add mod">
          <ac:chgData name="Hur Jung" userId="763133add284fb2e" providerId="LiveId" clId="{63265192-7B44-45D3-A1BC-CD20A66879BE}" dt="2020-06-17T12:04:02.001" v="5683"/>
          <ac:spMkLst>
            <pc:docMk/>
            <pc:sldMk cId="2886116668" sldId="2707"/>
            <ac:spMk id="121" creationId="{B26D80A4-946F-462B-97B2-B133A6CAA2A1}"/>
          </ac:spMkLst>
        </pc:spChg>
        <pc:spChg chg="add mod">
          <ac:chgData name="Hur Jung" userId="763133add284fb2e" providerId="LiveId" clId="{63265192-7B44-45D3-A1BC-CD20A66879BE}" dt="2020-06-17T12:04:02.001" v="5683"/>
          <ac:spMkLst>
            <pc:docMk/>
            <pc:sldMk cId="2886116668" sldId="2707"/>
            <ac:spMk id="122" creationId="{F849E4C3-CD2B-4224-AFC0-F37D093A2D11}"/>
          </ac:spMkLst>
        </pc:spChg>
        <pc:spChg chg="add mod">
          <ac:chgData name="Hur Jung" userId="763133add284fb2e" providerId="LiveId" clId="{63265192-7B44-45D3-A1BC-CD20A66879BE}" dt="2020-06-17T12:04:02.001" v="5683"/>
          <ac:spMkLst>
            <pc:docMk/>
            <pc:sldMk cId="2886116668" sldId="2707"/>
            <ac:spMk id="124" creationId="{5AF1474B-5FF7-43F3-801C-ECB744A89B98}"/>
          </ac:spMkLst>
        </pc:spChg>
        <pc:spChg chg="add mod">
          <ac:chgData name="Hur Jung" userId="763133add284fb2e" providerId="LiveId" clId="{63265192-7B44-45D3-A1BC-CD20A66879BE}" dt="2020-06-17T12:04:02.001" v="5683"/>
          <ac:spMkLst>
            <pc:docMk/>
            <pc:sldMk cId="2886116668" sldId="2707"/>
            <ac:spMk id="125" creationId="{75BB7201-BA36-4F44-9B59-7CD1ACA6F454}"/>
          </ac:spMkLst>
        </pc:spChg>
        <pc:spChg chg="add mod">
          <ac:chgData name="Hur Jung" userId="763133add284fb2e" providerId="LiveId" clId="{63265192-7B44-45D3-A1BC-CD20A66879BE}" dt="2020-06-17T12:04:02.001" v="5683"/>
          <ac:spMkLst>
            <pc:docMk/>
            <pc:sldMk cId="2886116668" sldId="2707"/>
            <ac:spMk id="126" creationId="{C9230E74-8057-41A9-9026-701C3D574A83}"/>
          </ac:spMkLst>
        </pc:spChg>
        <pc:spChg chg="add mod">
          <ac:chgData name="Hur Jung" userId="763133add284fb2e" providerId="LiveId" clId="{63265192-7B44-45D3-A1BC-CD20A66879BE}" dt="2020-06-17T12:04:02.001" v="5683"/>
          <ac:spMkLst>
            <pc:docMk/>
            <pc:sldMk cId="2886116668" sldId="2707"/>
            <ac:spMk id="127" creationId="{08766C49-718E-4BE4-B067-736FB457E86F}"/>
          </ac:spMkLst>
        </pc:spChg>
        <pc:spChg chg="add mod">
          <ac:chgData name="Hur Jung" userId="763133add284fb2e" providerId="LiveId" clId="{63265192-7B44-45D3-A1BC-CD20A66879BE}" dt="2020-06-17T12:04:02.001" v="5683"/>
          <ac:spMkLst>
            <pc:docMk/>
            <pc:sldMk cId="2886116668" sldId="2707"/>
            <ac:spMk id="128" creationId="{1DFB8D9C-01EB-4644-BE30-A6C93F9DCC6C}"/>
          </ac:spMkLst>
        </pc:spChg>
        <pc:spChg chg="add mod">
          <ac:chgData name="Hur Jung" userId="763133add284fb2e" providerId="LiveId" clId="{63265192-7B44-45D3-A1BC-CD20A66879BE}" dt="2020-06-17T12:04:02.001" v="5683"/>
          <ac:spMkLst>
            <pc:docMk/>
            <pc:sldMk cId="2886116668" sldId="2707"/>
            <ac:spMk id="129" creationId="{6274EC51-76EA-4889-ABDB-51FEAD7DD745}"/>
          </ac:spMkLst>
        </pc:spChg>
        <pc:spChg chg="add mod">
          <ac:chgData name="Hur Jung" userId="763133add284fb2e" providerId="LiveId" clId="{63265192-7B44-45D3-A1BC-CD20A66879BE}" dt="2020-06-17T12:04:02.001" v="5683"/>
          <ac:spMkLst>
            <pc:docMk/>
            <pc:sldMk cId="2886116668" sldId="2707"/>
            <ac:spMk id="130" creationId="{2D6C5DFB-3A19-46F6-9358-F9F8B6BC7467}"/>
          </ac:spMkLst>
        </pc:spChg>
        <pc:spChg chg="mod">
          <ac:chgData name="Hur Jung" userId="763133add284fb2e" providerId="LiveId" clId="{63265192-7B44-45D3-A1BC-CD20A66879BE}" dt="2020-06-17T12:04:02.001" v="5683"/>
          <ac:spMkLst>
            <pc:docMk/>
            <pc:sldMk cId="2886116668" sldId="2707"/>
            <ac:spMk id="132" creationId="{ED59FE5E-1CEE-404D-A3BE-C2EFA1A104AE}"/>
          </ac:spMkLst>
        </pc:spChg>
        <pc:spChg chg="add mod">
          <ac:chgData name="Hur Jung" userId="763133add284fb2e" providerId="LiveId" clId="{63265192-7B44-45D3-A1BC-CD20A66879BE}" dt="2020-06-17T12:04:02.001" v="5683"/>
          <ac:spMkLst>
            <pc:docMk/>
            <pc:sldMk cId="2886116668" sldId="2707"/>
            <ac:spMk id="137" creationId="{81EFBFB2-B319-4AB4-8A97-0417B654A7AB}"/>
          </ac:spMkLst>
        </pc:spChg>
        <pc:spChg chg="add mod">
          <ac:chgData name="Hur Jung" userId="763133add284fb2e" providerId="LiveId" clId="{63265192-7B44-45D3-A1BC-CD20A66879BE}" dt="2020-06-17T12:04:02.001" v="5683"/>
          <ac:spMkLst>
            <pc:docMk/>
            <pc:sldMk cId="2886116668" sldId="2707"/>
            <ac:spMk id="138" creationId="{3CB1BC70-0872-4770-B9A6-045CFCD6D6F9}"/>
          </ac:spMkLst>
        </pc:spChg>
        <pc:spChg chg="add mod">
          <ac:chgData name="Hur Jung" userId="763133add284fb2e" providerId="LiveId" clId="{63265192-7B44-45D3-A1BC-CD20A66879BE}" dt="2020-06-17T12:04:02.001" v="5683"/>
          <ac:spMkLst>
            <pc:docMk/>
            <pc:sldMk cId="2886116668" sldId="2707"/>
            <ac:spMk id="139" creationId="{10D692EF-B57C-4F5F-98B8-F4D0AED0DE4A}"/>
          </ac:spMkLst>
        </pc:spChg>
        <pc:spChg chg="add mod">
          <ac:chgData name="Hur Jung" userId="763133add284fb2e" providerId="LiveId" clId="{63265192-7B44-45D3-A1BC-CD20A66879BE}" dt="2020-06-17T12:04:02.001" v="5683"/>
          <ac:spMkLst>
            <pc:docMk/>
            <pc:sldMk cId="2886116668" sldId="2707"/>
            <ac:spMk id="140" creationId="{16488017-3B9E-43F3-B626-80E400F77CCE}"/>
          </ac:spMkLst>
        </pc:spChg>
        <pc:spChg chg="add mod">
          <ac:chgData name="Hur Jung" userId="763133add284fb2e" providerId="LiveId" clId="{63265192-7B44-45D3-A1BC-CD20A66879BE}" dt="2020-06-17T12:04:02.001" v="5683"/>
          <ac:spMkLst>
            <pc:docMk/>
            <pc:sldMk cId="2886116668" sldId="2707"/>
            <ac:spMk id="141" creationId="{58DFBC0D-9C4A-4F1F-ACDA-EEF17A8FAC07}"/>
          </ac:spMkLst>
        </pc:spChg>
        <pc:spChg chg="add mod">
          <ac:chgData name="Hur Jung" userId="763133add284fb2e" providerId="LiveId" clId="{63265192-7B44-45D3-A1BC-CD20A66879BE}" dt="2020-06-17T12:04:02.001" v="5683"/>
          <ac:spMkLst>
            <pc:docMk/>
            <pc:sldMk cId="2886116668" sldId="2707"/>
            <ac:spMk id="142" creationId="{0E39A97C-5F6E-413B-9C41-73BA3A46EF67}"/>
          </ac:spMkLst>
        </pc:spChg>
        <pc:spChg chg="add mod">
          <ac:chgData name="Hur Jung" userId="763133add284fb2e" providerId="LiveId" clId="{63265192-7B44-45D3-A1BC-CD20A66879BE}" dt="2020-06-17T12:04:02.001" v="5683"/>
          <ac:spMkLst>
            <pc:docMk/>
            <pc:sldMk cId="2886116668" sldId="2707"/>
            <ac:spMk id="143" creationId="{4B36DA9A-EA3D-47A6-8FB7-9DF6039FCE3D}"/>
          </ac:spMkLst>
        </pc:spChg>
        <pc:spChg chg="add mod">
          <ac:chgData name="Hur Jung" userId="763133add284fb2e" providerId="LiveId" clId="{63265192-7B44-45D3-A1BC-CD20A66879BE}" dt="2020-06-17T12:04:02.001" v="5683"/>
          <ac:spMkLst>
            <pc:docMk/>
            <pc:sldMk cId="2886116668" sldId="2707"/>
            <ac:spMk id="146" creationId="{A1291AD8-B226-44E8-A4F2-893F8036E9E5}"/>
          </ac:spMkLst>
        </pc:spChg>
        <pc:spChg chg="add mod">
          <ac:chgData name="Hur Jung" userId="763133add284fb2e" providerId="LiveId" clId="{63265192-7B44-45D3-A1BC-CD20A66879BE}" dt="2020-06-17T12:04:02.001" v="5683"/>
          <ac:spMkLst>
            <pc:docMk/>
            <pc:sldMk cId="2886116668" sldId="2707"/>
            <ac:spMk id="147" creationId="{D6023302-24CD-4E0C-842E-D72B02B18DAA}"/>
          </ac:spMkLst>
        </pc:spChg>
        <pc:spChg chg="add mod">
          <ac:chgData name="Hur Jung" userId="763133add284fb2e" providerId="LiveId" clId="{63265192-7B44-45D3-A1BC-CD20A66879BE}" dt="2020-06-17T12:04:02.001" v="5683"/>
          <ac:spMkLst>
            <pc:docMk/>
            <pc:sldMk cId="2886116668" sldId="2707"/>
            <ac:spMk id="148" creationId="{12F02CD7-CDEC-4AA3-BA4A-90BF6C3D00B6}"/>
          </ac:spMkLst>
        </pc:spChg>
        <pc:spChg chg="mod">
          <ac:chgData name="Hur Jung" userId="763133add284fb2e" providerId="LiveId" clId="{63265192-7B44-45D3-A1BC-CD20A66879BE}" dt="2020-06-17T12:04:02.001" v="5683"/>
          <ac:spMkLst>
            <pc:docMk/>
            <pc:sldMk cId="2886116668" sldId="2707"/>
            <ac:spMk id="150" creationId="{EFCE68F6-2706-4A83-9774-CAE7D89CEFDE}"/>
          </ac:spMkLst>
        </pc:spChg>
        <pc:spChg chg="add mod">
          <ac:chgData name="Hur Jung" userId="763133add284fb2e" providerId="LiveId" clId="{63265192-7B44-45D3-A1BC-CD20A66879BE}" dt="2020-06-17T12:04:02.001" v="5683"/>
          <ac:spMkLst>
            <pc:docMk/>
            <pc:sldMk cId="2886116668" sldId="2707"/>
            <ac:spMk id="152" creationId="{43A492CF-4E9E-4EDF-A276-2FB17E0CEA85}"/>
          </ac:spMkLst>
        </pc:spChg>
        <pc:spChg chg="add mod">
          <ac:chgData name="Hur Jung" userId="763133add284fb2e" providerId="LiveId" clId="{63265192-7B44-45D3-A1BC-CD20A66879BE}" dt="2020-06-17T12:04:02.001" v="5683"/>
          <ac:spMkLst>
            <pc:docMk/>
            <pc:sldMk cId="2886116668" sldId="2707"/>
            <ac:spMk id="153" creationId="{C59BD6D8-01EF-4C24-9EE8-46BCD63007C6}"/>
          </ac:spMkLst>
        </pc:spChg>
        <pc:grpChg chg="del">
          <ac:chgData name="Hur Jung" userId="763133add284fb2e" providerId="LiveId" clId="{63265192-7B44-45D3-A1BC-CD20A66879BE}" dt="2020-06-17T12:04:01.545" v="5682" actId="478"/>
          <ac:grpSpMkLst>
            <pc:docMk/>
            <pc:sldMk cId="2886116668" sldId="2707"/>
            <ac:grpSpMk id="57" creationId="{FB417006-7FB8-45D8-B1EB-2315685BF0B4}"/>
          </ac:grpSpMkLst>
        </pc:grpChg>
        <pc:grpChg chg="del">
          <ac:chgData name="Hur Jung" userId="763133add284fb2e" providerId="LiveId" clId="{63265192-7B44-45D3-A1BC-CD20A66879BE}" dt="2020-06-17T12:04:01.545" v="5682" actId="478"/>
          <ac:grpSpMkLst>
            <pc:docMk/>
            <pc:sldMk cId="2886116668" sldId="2707"/>
            <ac:grpSpMk id="60" creationId="{5D62F82A-7E2C-41E5-9761-FADB37FE7784}"/>
          </ac:grpSpMkLst>
        </pc:grpChg>
        <pc:grpChg chg="del">
          <ac:chgData name="Hur Jung" userId="763133add284fb2e" providerId="LiveId" clId="{63265192-7B44-45D3-A1BC-CD20A66879BE}" dt="2020-06-17T12:04:01.545" v="5682" actId="478"/>
          <ac:grpSpMkLst>
            <pc:docMk/>
            <pc:sldMk cId="2886116668" sldId="2707"/>
            <ac:grpSpMk id="68" creationId="{4DB39EA6-F78A-4C78-9917-715BC85B5684}"/>
          </ac:grpSpMkLst>
        </pc:grpChg>
        <pc:grpChg chg="del">
          <ac:chgData name="Hur Jung" userId="763133add284fb2e" providerId="LiveId" clId="{63265192-7B44-45D3-A1BC-CD20A66879BE}" dt="2020-06-17T12:04:01.545" v="5682" actId="478"/>
          <ac:grpSpMkLst>
            <pc:docMk/>
            <pc:sldMk cId="2886116668" sldId="2707"/>
            <ac:grpSpMk id="88" creationId="{0AA5023B-7437-40A6-B149-7520619BBDC9}"/>
          </ac:grpSpMkLst>
        </pc:grpChg>
        <pc:grpChg chg="add mod">
          <ac:chgData name="Hur Jung" userId="763133add284fb2e" providerId="LiveId" clId="{63265192-7B44-45D3-A1BC-CD20A66879BE}" dt="2020-06-17T12:04:02.001" v="5683"/>
          <ac:grpSpMkLst>
            <pc:docMk/>
            <pc:sldMk cId="2886116668" sldId="2707"/>
            <ac:grpSpMk id="95" creationId="{9285BA16-DEBF-41A6-8D21-67B67C9EE169}"/>
          </ac:grpSpMkLst>
        </pc:grpChg>
        <pc:grpChg chg="add mod">
          <ac:chgData name="Hur Jung" userId="763133add284fb2e" providerId="LiveId" clId="{63265192-7B44-45D3-A1BC-CD20A66879BE}" dt="2020-06-17T12:04:02.001" v="5683"/>
          <ac:grpSpMkLst>
            <pc:docMk/>
            <pc:sldMk cId="2886116668" sldId="2707"/>
            <ac:grpSpMk id="105" creationId="{77727395-51CC-4DAA-8D15-69603CD1BDFA}"/>
          </ac:grpSpMkLst>
        </pc:grpChg>
        <pc:grpChg chg="del">
          <ac:chgData name="Hur Jung" userId="763133add284fb2e" providerId="LiveId" clId="{63265192-7B44-45D3-A1BC-CD20A66879BE}" dt="2020-06-17T12:04:01.545" v="5682" actId="478"/>
          <ac:grpSpMkLst>
            <pc:docMk/>
            <pc:sldMk cId="2886116668" sldId="2707"/>
            <ac:grpSpMk id="109" creationId="{AEDB1424-7DAB-46F0-9955-B20908085CB1}"/>
          </ac:grpSpMkLst>
        </pc:grpChg>
        <pc:grpChg chg="add mod">
          <ac:chgData name="Hur Jung" userId="763133add284fb2e" providerId="LiveId" clId="{63265192-7B44-45D3-A1BC-CD20A66879BE}" dt="2020-06-17T12:04:02.001" v="5683"/>
          <ac:grpSpMkLst>
            <pc:docMk/>
            <pc:sldMk cId="2886116668" sldId="2707"/>
            <ac:grpSpMk id="117" creationId="{0CC8E102-66E9-4504-A215-7C073A526A16}"/>
          </ac:grpSpMkLst>
        </pc:grpChg>
        <pc:grpChg chg="add mod">
          <ac:chgData name="Hur Jung" userId="763133add284fb2e" providerId="LiveId" clId="{63265192-7B44-45D3-A1BC-CD20A66879BE}" dt="2020-06-17T12:04:02.001" v="5683"/>
          <ac:grpSpMkLst>
            <pc:docMk/>
            <pc:sldMk cId="2886116668" sldId="2707"/>
            <ac:grpSpMk id="131" creationId="{916065FA-D815-4CA9-AA66-13761050FBA3}"/>
          </ac:grpSpMkLst>
        </pc:grpChg>
        <pc:grpChg chg="add mod">
          <ac:chgData name="Hur Jung" userId="763133add284fb2e" providerId="LiveId" clId="{63265192-7B44-45D3-A1BC-CD20A66879BE}" dt="2020-06-17T12:04:02.001" v="5683"/>
          <ac:grpSpMkLst>
            <pc:docMk/>
            <pc:sldMk cId="2886116668" sldId="2707"/>
            <ac:grpSpMk id="149" creationId="{14371435-601A-45C2-A9C1-6A765F80C2EA}"/>
          </ac:grpSpMkLst>
        </pc:grpChg>
        <pc:graphicFrameChg chg="del">
          <ac:chgData name="Hur Jung" userId="763133add284fb2e" providerId="LiveId" clId="{63265192-7B44-45D3-A1BC-CD20A66879BE}" dt="2020-06-17T12:04:01.545" v="5682" actId="478"/>
          <ac:graphicFrameMkLst>
            <pc:docMk/>
            <pc:sldMk cId="2886116668" sldId="2707"/>
            <ac:graphicFrameMk id="78" creationId="{05E7B2F6-A276-411F-8D31-DAA0AC0EAE99}"/>
          </ac:graphicFrameMkLst>
        </pc:graphicFrameChg>
        <pc:graphicFrameChg chg="add mod">
          <ac:chgData name="Hur Jung" userId="763133add284fb2e" providerId="LiveId" clId="{63265192-7B44-45D3-A1BC-CD20A66879BE}" dt="2020-06-17T12:04:02.001" v="5683"/>
          <ac:graphicFrameMkLst>
            <pc:docMk/>
            <pc:sldMk cId="2886116668" sldId="2707"/>
            <ac:graphicFrameMk id="123" creationId="{CF1219DA-4F00-4FFC-81C3-A21E4A2CC0B0}"/>
          </ac:graphicFrameMkLst>
        </pc:graphicFrameChg>
        <pc:picChg chg="del">
          <ac:chgData name="Hur Jung" userId="763133add284fb2e" providerId="LiveId" clId="{63265192-7B44-45D3-A1BC-CD20A66879BE}" dt="2020-06-17T12:04:01.545" v="5682" actId="478"/>
          <ac:picMkLst>
            <pc:docMk/>
            <pc:sldMk cId="2886116668" sldId="2707"/>
            <ac:picMk id="5" creationId="{C8F39401-22A5-4950-BF22-3F02065C5978}"/>
          </ac:picMkLst>
        </pc:picChg>
        <pc:picChg chg="del">
          <ac:chgData name="Hur Jung" userId="763133add284fb2e" providerId="LiveId" clId="{63265192-7B44-45D3-A1BC-CD20A66879BE}" dt="2020-06-17T12:04:01.545" v="5682" actId="478"/>
          <ac:picMkLst>
            <pc:docMk/>
            <pc:sldMk cId="2886116668" sldId="2707"/>
            <ac:picMk id="7" creationId="{813E96D5-7405-4B03-BDFC-EF0F880D7071}"/>
          </ac:picMkLst>
        </pc:picChg>
        <pc:picChg chg="del">
          <ac:chgData name="Hur Jung" userId="763133add284fb2e" providerId="LiveId" clId="{63265192-7B44-45D3-A1BC-CD20A66879BE}" dt="2020-06-17T12:04:01.545" v="5682" actId="478"/>
          <ac:picMkLst>
            <pc:docMk/>
            <pc:sldMk cId="2886116668" sldId="2707"/>
            <ac:picMk id="51" creationId="{2271E28B-1372-421B-BBC4-36407A6A452E}"/>
          </ac:picMkLst>
        </pc:picChg>
        <pc:picChg chg="del">
          <ac:chgData name="Hur Jung" userId="763133add284fb2e" providerId="LiveId" clId="{63265192-7B44-45D3-A1BC-CD20A66879BE}" dt="2020-06-17T12:04:01.545" v="5682" actId="478"/>
          <ac:picMkLst>
            <pc:docMk/>
            <pc:sldMk cId="2886116668" sldId="2707"/>
            <ac:picMk id="74" creationId="{1520CDEB-3275-4420-9874-64DC90EA824A}"/>
          </ac:picMkLst>
        </pc:picChg>
        <pc:picChg chg="add mod">
          <ac:chgData name="Hur Jung" userId="763133add284fb2e" providerId="LiveId" clId="{63265192-7B44-45D3-A1BC-CD20A66879BE}" dt="2020-06-17T12:04:02.001" v="5683"/>
          <ac:picMkLst>
            <pc:docMk/>
            <pc:sldMk cId="2886116668" sldId="2707"/>
            <ac:picMk id="75" creationId="{3C78F1BE-509D-42D7-B3C0-77654FFA357D}"/>
          </ac:picMkLst>
        </pc:picChg>
        <pc:picChg chg="del">
          <ac:chgData name="Hur Jung" userId="763133add284fb2e" providerId="LiveId" clId="{63265192-7B44-45D3-A1BC-CD20A66879BE}" dt="2020-06-17T12:04:01.545" v="5682" actId="478"/>
          <ac:picMkLst>
            <pc:docMk/>
            <pc:sldMk cId="2886116668" sldId="2707"/>
            <ac:picMk id="91" creationId="{DF26BC5A-37C2-49B0-B67A-53EF57764A17}"/>
          </ac:picMkLst>
        </pc:picChg>
        <pc:picChg chg="del">
          <ac:chgData name="Hur Jung" userId="763133add284fb2e" providerId="LiveId" clId="{63265192-7B44-45D3-A1BC-CD20A66879BE}" dt="2020-06-17T12:04:01.545" v="5682" actId="478"/>
          <ac:picMkLst>
            <pc:docMk/>
            <pc:sldMk cId="2886116668" sldId="2707"/>
            <ac:picMk id="94" creationId="{6098AFAE-BE7D-432E-8399-AC95FCA6C136}"/>
          </ac:picMkLst>
        </pc:picChg>
        <pc:picChg chg="mod">
          <ac:chgData name="Hur Jung" userId="763133add284fb2e" providerId="LiveId" clId="{63265192-7B44-45D3-A1BC-CD20A66879BE}" dt="2020-06-17T12:04:02.001" v="5683"/>
          <ac:picMkLst>
            <pc:docMk/>
            <pc:sldMk cId="2886116668" sldId="2707"/>
            <ac:picMk id="97" creationId="{418EEA1D-F1D9-4842-B86F-26F960C2651C}"/>
          </ac:picMkLst>
        </pc:picChg>
        <pc:picChg chg="mod">
          <ac:chgData name="Hur Jung" userId="763133add284fb2e" providerId="LiveId" clId="{63265192-7B44-45D3-A1BC-CD20A66879BE}" dt="2020-06-17T12:04:02.001" v="5683"/>
          <ac:picMkLst>
            <pc:docMk/>
            <pc:sldMk cId="2886116668" sldId="2707"/>
            <ac:picMk id="106" creationId="{17B7D378-47C3-41B7-8D0C-065272D34AD7}"/>
          </ac:picMkLst>
        </pc:picChg>
        <pc:picChg chg="mod">
          <ac:chgData name="Hur Jung" userId="763133add284fb2e" providerId="LiveId" clId="{63265192-7B44-45D3-A1BC-CD20A66879BE}" dt="2020-06-17T12:04:02.001" v="5683"/>
          <ac:picMkLst>
            <pc:docMk/>
            <pc:sldMk cId="2886116668" sldId="2707"/>
            <ac:picMk id="119" creationId="{FAD40209-61E5-4279-A4FA-8B37E9A138D2}"/>
          </ac:picMkLst>
        </pc:picChg>
        <pc:picChg chg="mod">
          <ac:chgData name="Hur Jung" userId="763133add284fb2e" providerId="LiveId" clId="{63265192-7B44-45D3-A1BC-CD20A66879BE}" dt="2020-06-17T12:04:02.001" v="5683"/>
          <ac:picMkLst>
            <pc:docMk/>
            <pc:sldMk cId="2886116668" sldId="2707"/>
            <ac:picMk id="133" creationId="{80121F4F-81EC-484C-909E-30F6F2AC3837}"/>
          </ac:picMkLst>
        </pc:picChg>
        <pc:picChg chg="add mod">
          <ac:chgData name="Hur Jung" userId="763133add284fb2e" providerId="LiveId" clId="{63265192-7B44-45D3-A1BC-CD20A66879BE}" dt="2020-06-17T12:04:02.001" v="5683"/>
          <ac:picMkLst>
            <pc:docMk/>
            <pc:sldMk cId="2886116668" sldId="2707"/>
            <ac:picMk id="134" creationId="{431FB799-3F47-4B81-869D-33F458C8945C}"/>
          </ac:picMkLst>
        </pc:picChg>
        <pc:picChg chg="add mod">
          <ac:chgData name="Hur Jung" userId="763133add284fb2e" providerId="LiveId" clId="{63265192-7B44-45D3-A1BC-CD20A66879BE}" dt="2020-06-17T12:04:02.001" v="5683"/>
          <ac:picMkLst>
            <pc:docMk/>
            <pc:sldMk cId="2886116668" sldId="2707"/>
            <ac:picMk id="135" creationId="{7B5F0660-46C9-45B6-B685-9CC79B2F61CE}"/>
          </ac:picMkLst>
        </pc:picChg>
        <pc:picChg chg="add mod">
          <ac:chgData name="Hur Jung" userId="763133add284fb2e" providerId="LiveId" clId="{63265192-7B44-45D3-A1BC-CD20A66879BE}" dt="2020-06-17T12:04:02.001" v="5683"/>
          <ac:picMkLst>
            <pc:docMk/>
            <pc:sldMk cId="2886116668" sldId="2707"/>
            <ac:picMk id="136" creationId="{CCEBBC6C-64F9-4AB2-97E0-8625827BC5E0}"/>
          </ac:picMkLst>
        </pc:picChg>
        <pc:picChg chg="add mod">
          <ac:chgData name="Hur Jung" userId="763133add284fb2e" providerId="LiveId" clId="{63265192-7B44-45D3-A1BC-CD20A66879BE}" dt="2020-06-17T12:04:02.001" v="5683"/>
          <ac:picMkLst>
            <pc:docMk/>
            <pc:sldMk cId="2886116668" sldId="2707"/>
            <ac:picMk id="144" creationId="{C1556FB7-547A-4672-B9F3-B47BFA41C848}"/>
          </ac:picMkLst>
        </pc:picChg>
        <pc:picChg chg="add mod">
          <ac:chgData name="Hur Jung" userId="763133add284fb2e" providerId="LiveId" clId="{63265192-7B44-45D3-A1BC-CD20A66879BE}" dt="2020-06-17T12:04:02.001" v="5683"/>
          <ac:picMkLst>
            <pc:docMk/>
            <pc:sldMk cId="2886116668" sldId="2707"/>
            <ac:picMk id="145" creationId="{756CC952-0CD2-49A9-900E-C9B7B848672A}"/>
          </ac:picMkLst>
        </pc:picChg>
        <pc:picChg chg="mod">
          <ac:chgData name="Hur Jung" userId="763133add284fb2e" providerId="LiveId" clId="{63265192-7B44-45D3-A1BC-CD20A66879BE}" dt="2020-06-17T12:04:02.001" v="5683"/>
          <ac:picMkLst>
            <pc:docMk/>
            <pc:sldMk cId="2886116668" sldId="2707"/>
            <ac:picMk id="151" creationId="{795D4205-9900-42D0-8819-F87D80496CB5}"/>
          </ac:picMkLst>
        </pc:picChg>
        <pc:picChg chg="add mod">
          <ac:chgData name="Hur Jung" userId="763133add284fb2e" providerId="LiveId" clId="{63265192-7B44-45D3-A1BC-CD20A66879BE}" dt="2020-06-17T12:04:02.001" v="5683"/>
          <ac:picMkLst>
            <pc:docMk/>
            <pc:sldMk cId="2886116668" sldId="2707"/>
            <ac:picMk id="154" creationId="{B2831778-7BFE-4FB3-91CC-7A5F8E3DE8D0}"/>
          </ac:picMkLst>
        </pc:picChg>
      </pc:sldChg>
      <pc:sldChg chg="modSp mod">
        <pc:chgData name="Hur Jung" userId="763133add284fb2e" providerId="LiveId" clId="{63265192-7B44-45D3-A1BC-CD20A66879BE}" dt="2020-06-17T12:06:53.379" v="5684" actId="20577"/>
        <pc:sldMkLst>
          <pc:docMk/>
          <pc:sldMk cId="3385438387" sldId="2711"/>
        </pc:sldMkLst>
        <pc:graphicFrameChg chg="modGraphic">
          <ac:chgData name="Hur Jung" userId="763133add284fb2e" providerId="LiveId" clId="{63265192-7B44-45D3-A1BC-CD20A66879BE}" dt="2020-06-17T12:06:53.379" v="5684" actId="20577"/>
          <ac:graphicFrameMkLst>
            <pc:docMk/>
            <pc:sldMk cId="3385438387" sldId="2711"/>
            <ac:graphicFrameMk id="72" creationId="{9C6B5EE5-4F35-4459-AF21-0E4FC592E875}"/>
          </ac:graphicFrameMkLst>
        </pc:graphicFrameChg>
      </pc:sldChg>
      <pc:sldChg chg="addSp modSp">
        <pc:chgData name="Hur Jung" userId="763133add284fb2e" providerId="LiveId" clId="{63265192-7B44-45D3-A1BC-CD20A66879BE}" dt="2020-06-17T12:09:50.606" v="5692"/>
        <pc:sldMkLst>
          <pc:docMk/>
          <pc:sldMk cId="3067488645" sldId="2713"/>
        </pc:sldMkLst>
        <pc:grpChg chg="add mod">
          <ac:chgData name="Hur Jung" userId="763133add284fb2e" providerId="LiveId" clId="{63265192-7B44-45D3-A1BC-CD20A66879BE}" dt="2020-06-17T12:09:50.606" v="5692"/>
          <ac:grpSpMkLst>
            <pc:docMk/>
            <pc:sldMk cId="3067488645" sldId="2713"/>
            <ac:grpSpMk id="54" creationId="{A4577FD0-BEA8-4D86-BFE2-958CE02501EC}"/>
          </ac:grpSpMkLst>
        </pc:grpChg>
        <pc:cxnChg chg="mod">
          <ac:chgData name="Hur Jung" userId="763133add284fb2e" providerId="LiveId" clId="{63265192-7B44-45D3-A1BC-CD20A66879BE}" dt="2020-06-17T12:09:50.606" v="5692"/>
          <ac:cxnSpMkLst>
            <pc:docMk/>
            <pc:sldMk cId="3067488645" sldId="2713"/>
            <ac:cxnSpMk id="55" creationId="{C853EBCF-08FC-4409-B861-8B8BA17BDD61}"/>
          </ac:cxnSpMkLst>
        </pc:cxnChg>
        <pc:cxnChg chg="mod">
          <ac:chgData name="Hur Jung" userId="763133add284fb2e" providerId="LiveId" clId="{63265192-7B44-45D3-A1BC-CD20A66879BE}" dt="2020-06-17T12:09:50.606" v="5692"/>
          <ac:cxnSpMkLst>
            <pc:docMk/>
            <pc:sldMk cId="3067488645" sldId="2713"/>
            <ac:cxnSpMk id="60" creationId="{24638D68-7A61-4E33-A96F-42869600E464}"/>
          </ac:cxnSpMkLst>
        </pc:cxnChg>
      </pc:sldChg>
      <pc:sldChg chg="addSp delSp modSp mod">
        <pc:chgData name="Hur Jung" userId="763133add284fb2e" providerId="LiveId" clId="{63265192-7B44-45D3-A1BC-CD20A66879BE}" dt="2020-06-17T11:38:55.620" v="5654" actId="20577"/>
        <pc:sldMkLst>
          <pc:docMk/>
          <pc:sldMk cId="3544560640" sldId="2720"/>
        </pc:sldMkLst>
        <pc:spChg chg="add del mod">
          <ac:chgData name="Hur Jung" userId="763133add284fb2e" providerId="LiveId" clId="{63265192-7B44-45D3-A1BC-CD20A66879BE}" dt="2020-06-17T11:38:54.177" v="5650" actId="478"/>
          <ac:spMkLst>
            <pc:docMk/>
            <pc:sldMk cId="3544560640" sldId="2720"/>
            <ac:spMk id="21" creationId="{ABE766E5-4BA4-412D-8B95-C95A8B0EBA3A}"/>
          </ac:spMkLst>
        </pc:spChg>
        <pc:graphicFrameChg chg="mod modGraphic">
          <ac:chgData name="Hur Jung" userId="763133add284fb2e" providerId="LiveId" clId="{63265192-7B44-45D3-A1BC-CD20A66879BE}" dt="2020-06-17T11:38:55.620" v="5654" actId="20577"/>
          <ac:graphicFrameMkLst>
            <pc:docMk/>
            <pc:sldMk cId="3544560640" sldId="2720"/>
            <ac:graphicFrameMk id="36" creationId="{378CE342-F579-4762-9A08-6F33B020A0B1}"/>
          </ac:graphicFrameMkLst>
        </pc:graphicFrameChg>
      </pc:sldChg>
      <pc:sldChg chg="addSp modSp">
        <pc:chgData name="Hur Jung" userId="763133add284fb2e" providerId="LiveId" clId="{63265192-7B44-45D3-A1BC-CD20A66879BE}" dt="2020-06-19T10:20:14.008" v="5782"/>
        <pc:sldMkLst>
          <pc:docMk/>
          <pc:sldMk cId="4137293068" sldId="2734"/>
        </pc:sldMkLst>
        <pc:picChg chg="add mod">
          <ac:chgData name="Hur Jung" userId="763133add284fb2e" providerId="LiveId" clId="{63265192-7B44-45D3-A1BC-CD20A66879BE}" dt="2020-06-19T10:20:14.008" v="5782"/>
          <ac:picMkLst>
            <pc:docMk/>
            <pc:sldMk cId="4137293068" sldId="2734"/>
            <ac:picMk id="17" creationId="{44E6D50B-7B71-4791-A5D2-729631AF7090}"/>
          </ac:picMkLst>
        </pc:picChg>
      </pc:sldChg>
      <pc:sldChg chg="addSp modSp mod">
        <pc:chgData name="Hur Jung" userId="763133add284fb2e" providerId="LiveId" clId="{63265192-7B44-45D3-A1BC-CD20A66879BE}" dt="2020-06-22T05:10:40.941" v="6054" actId="12789"/>
        <pc:sldMkLst>
          <pc:docMk/>
          <pc:sldMk cId="2230616356" sldId="2740"/>
        </pc:sldMkLst>
        <pc:spChg chg="add mod">
          <ac:chgData name="Hur Jung" userId="763133add284fb2e" providerId="LiveId" clId="{63265192-7B44-45D3-A1BC-CD20A66879BE}" dt="2020-06-22T05:10:40.941" v="6054" actId="12789"/>
          <ac:spMkLst>
            <pc:docMk/>
            <pc:sldMk cId="2230616356" sldId="2740"/>
            <ac:spMk id="50" creationId="{4E51D76D-B679-43CC-BFF4-80B07F75DAFD}"/>
          </ac:spMkLst>
        </pc:spChg>
        <pc:spChg chg="mod ord">
          <ac:chgData name="Hur Jung" userId="763133add284fb2e" providerId="LiveId" clId="{63265192-7B44-45D3-A1BC-CD20A66879BE}" dt="2020-06-21T23:40:07.284" v="5996" actId="167"/>
          <ac:spMkLst>
            <pc:docMk/>
            <pc:sldMk cId="2230616356" sldId="2740"/>
            <ac:spMk id="57" creationId="{49EEC2A6-EC13-4C95-8F9D-D25C79415221}"/>
          </ac:spMkLst>
        </pc:spChg>
        <pc:spChg chg="mod">
          <ac:chgData name="Hur Jung" userId="763133add284fb2e" providerId="LiveId" clId="{63265192-7B44-45D3-A1BC-CD20A66879BE}" dt="2020-06-21T23:39:30.424" v="5982" actId="1038"/>
          <ac:spMkLst>
            <pc:docMk/>
            <pc:sldMk cId="2230616356" sldId="2740"/>
            <ac:spMk id="88" creationId="{CBF3017A-4EBD-4ACD-8136-F3DDA8240AD8}"/>
          </ac:spMkLst>
        </pc:spChg>
        <pc:spChg chg="mod">
          <ac:chgData name="Hur Jung" userId="763133add284fb2e" providerId="LiveId" clId="{63265192-7B44-45D3-A1BC-CD20A66879BE}" dt="2020-06-21T23:39:30.424" v="5982" actId="1038"/>
          <ac:spMkLst>
            <pc:docMk/>
            <pc:sldMk cId="2230616356" sldId="2740"/>
            <ac:spMk id="89" creationId="{E53975EF-4BE8-42EA-8F88-3E6EA5E0E815}"/>
          </ac:spMkLst>
        </pc:spChg>
        <pc:spChg chg="mod">
          <ac:chgData name="Hur Jung" userId="763133add284fb2e" providerId="LiveId" clId="{63265192-7B44-45D3-A1BC-CD20A66879BE}" dt="2020-06-22T05:10:40.941" v="6054" actId="12789"/>
          <ac:spMkLst>
            <pc:docMk/>
            <pc:sldMk cId="2230616356" sldId="2740"/>
            <ac:spMk id="93" creationId="{2C7FE12E-3815-45EA-A173-B4225F1C98C2}"/>
          </ac:spMkLst>
        </pc:spChg>
        <pc:spChg chg="mod ord">
          <ac:chgData name="Hur Jung" userId="763133add284fb2e" providerId="LiveId" clId="{63265192-7B44-45D3-A1BC-CD20A66879BE}" dt="2020-06-22T05:10:40.941" v="6054" actId="12789"/>
          <ac:spMkLst>
            <pc:docMk/>
            <pc:sldMk cId="2230616356" sldId="2740"/>
            <ac:spMk id="106" creationId="{B77FF4DC-7E01-4518-96C3-29CE7A4EDEAA}"/>
          </ac:spMkLst>
        </pc:spChg>
        <pc:spChg chg="mod">
          <ac:chgData name="Hur Jung" userId="763133add284fb2e" providerId="LiveId" clId="{63265192-7B44-45D3-A1BC-CD20A66879BE}" dt="2020-06-22T05:10:40.941" v="6054" actId="12789"/>
          <ac:spMkLst>
            <pc:docMk/>
            <pc:sldMk cId="2230616356" sldId="2740"/>
            <ac:spMk id="147" creationId="{40F81932-2EA9-494A-B09A-1BB66D8B137D}"/>
          </ac:spMkLst>
        </pc:spChg>
        <pc:grpChg chg="mod">
          <ac:chgData name="Hur Jung" userId="763133add284fb2e" providerId="LiveId" clId="{63265192-7B44-45D3-A1BC-CD20A66879BE}" dt="2020-06-22T05:10:40.941" v="6054" actId="12789"/>
          <ac:grpSpMkLst>
            <pc:docMk/>
            <pc:sldMk cId="2230616356" sldId="2740"/>
            <ac:grpSpMk id="103" creationId="{50BA1B8D-8C10-4389-BF2D-B81A04CEFB59}"/>
          </ac:grpSpMkLst>
        </pc:grpChg>
        <pc:grpChg chg="mod">
          <ac:chgData name="Hur Jung" userId="763133add284fb2e" providerId="LiveId" clId="{63265192-7B44-45D3-A1BC-CD20A66879BE}" dt="2020-06-21T23:39:30.424" v="5982" actId="1038"/>
          <ac:grpSpMkLst>
            <pc:docMk/>
            <pc:sldMk cId="2230616356" sldId="2740"/>
            <ac:grpSpMk id="108" creationId="{7A2A83D4-5DFF-4AE7-BA5C-5F839CA544EA}"/>
          </ac:grpSpMkLst>
        </pc:grpChg>
        <pc:picChg chg="ord">
          <ac:chgData name="Hur Jung" userId="763133add284fb2e" providerId="LiveId" clId="{63265192-7B44-45D3-A1BC-CD20A66879BE}" dt="2020-06-21T23:40:11.199" v="5997" actId="167"/>
          <ac:picMkLst>
            <pc:docMk/>
            <pc:sldMk cId="2230616356" sldId="2740"/>
            <ac:picMk id="5" creationId="{7937DB1A-8EF1-4C11-AA46-C5A5665853C1}"/>
          </ac:picMkLst>
        </pc:picChg>
      </pc:sldChg>
      <pc:sldChg chg="addSp modSp mod">
        <pc:chgData name="Hur Jung" userId="763133add284fb2e" providerId="LiveId" clId="{63265192-7B44-45D3-A1BC-CD20A66879BE}" dt="2020-06-28T01:34:34.895" v="10749" actId="1076"/>
        <pc:sldMkLst>
          <pc:docMk/>
          <pc:sldMk cId="2893989508" sldId="2762"/>
        </pc:sldMkLst>
        <pc:spChg chg="add mod">
          <ac:chgData name="Hur Jung" userId="763133add284fb2e" providerId="LiveId" clId="{63265192-7B44-45D3-A1BC-CD20A66879BE}" dt="2020-06-28T01:34:34.895" v="10749" actId="1076"/>
          <ac:spMkLst>
            <pc:docMk/>
            <pc:sldMk cId="2893989508" sldId="2762"/>
            <ac:spMk id="5" creationId="{06D56E22-4243-45FE-B5B7-CB32B766AF1B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2893989508" sldId="2762"/>
            <ac:spMk id="8" creationId="{6E82CFB3-5E2C-42A1-8F0B-AEA19D88CF3B}"/>
          </ac:spMkLst>
        </pc:spChg>
        <pc:graphicFrameChg chg="mod">
          <ac:chgData name="Hur Jung" userId="763133add284fb2e" providerId="LiveId" clId="{63265192-7B44-45D3-A1BC-CD20A66879BE}" dt="2020-06-28T01:30:27.341" v="10677"/>
          <ac:graphicFrameMkLst>
            <pc:docMk/>
            <pc:sldMk cId="2893989508" sldId="2762"/>
            <ac:graphicFrameMk id="50" creationId="{F3CC7B25-E18B-4388-B614-E8CEE932C520}"/>
          </ac:graphicFrameMkLst>
        </pc:graphicFrameChg>
      </pc:sldChg>
      <pc:sldChg chg="addSp delSp modSp mod">
        <pc:chgData name="Hur Jung" userId="763133add284fb2e" providerId="LiveId" clId="{63265192-7B44-45D3-A1BC-CD20A66879BE}" dt="2020-06-22T05:10:44.183" v="6056"/>
        <pc:sldMkLst>
          <pc:docMk/>
          <pc:sldMk cId="3736096272" sldId="2764"/>
        </pc:sldMkLst>
        <pc:spChg chg="add del mod">
          <ac:chgData name="Hur Jung" userId="763133add284fb2e" providerId="LiveId" clId="{63265192-7B44-45D3-A1BC-CD20A66879BE}" dt="2020-06-22T05:10:44.183" v="6056"/>
          <ac:spMkLst>
            <pc:docMk/>
            <pc:sldMk cId="3736096272" sldId="2764"/>
            <ac:spMk id="17" creationId="{124609F5-A246-47B2-9412-D35BB4B0E49F}"/>
          </ac:spMkLst>
        </pc:spChg>
        <pc:spChg chg="add del mod">
          <ac:chgData name="Hur Jung" userId="763133add284fb2e" providerId="LiveId" clId="{63265192-7B44-45D3-A1BC-CD20A66879BE}" dt="2020-06-22T05:10:44.183" v="6056"/>
          <ac:spMkLst>
            <pc:docMk/>
            <pc:sldMk cId="3736096272" sldId="2764"/>
            <ac:spMk id="18" creationId="{5EBBC889-9EAF-4D13-82A2-FC8ADFDCBAFF}"/>
          </ac:spMkLst>
        </pc:spChg>
        <pc:spChg chg="add del mod">
          <ac:chgData name="Hur Jung" userId="763133add284fb2e" providerId="LiveId" clId="{63265192-7B44-45D3-A1BC-CD20A66879BE}" dt="2020-06-22T05:10:44.183" v="6056"/>
          <ac:spMkLst>
            <pc:docMk/>
            <pc:sldMk cId="3736096272" sldId="2764"/>
            <ac:spMk id="19" creationId="{9BD0D15A-6F0D-45B8-ACA3-47171D801D40}"/>
          </ac:spMkLst>
        </pc:spChg>
        <pc:spChg chg="add del mod">
          <ac:chgData name="Hur Jung" userId="763133add284fb2e" providerId="LiveId" clId="{63265192-7B44-45D3-A1BC-CD20A66879BE}" dt="2020-06-22T05:10:44.183" v="6056"/>
          <ac:spMkLst>
            <pc:docMk/>
            <pc:sldMk cId="3736096272" sldId="2764"/>
            <ac:spMk id="20" creationId="{26CB579B-3E4B-4D17-9311-D917A92AA87A}"/>
          </ac:spMkLst>
        </pc:spChg>
        <pc:graphicFrameChg chg="mod modGraphic">
          <ac:chgData name="Hur Jung" userId="763133add284fb2e" providerId="LiveId" clId="{63265192-7B44-45D3-A1BC-CD20A66879BE}" dt="2020-06-13T09:44:07.740" v="738" actId="1076"/>
          <ac:graphicFrameMkLst>
            <pc:docMk/>
            <pc:sldMk cId="3736096272" sldId="2764"/>
            <ac:graphicFrameMk id="6" creationId="{B701002B-F33F-4F69-9C41-3CE0C0D6B268}"/>
          </ac:graphicFrameMkLst>
        </pc:graphicFrameChg>
        <pc:graphicFrameChg chg="add del mod">
          <ac:chgData name="Hur Jung" userId="763133add284fb2e" providerId="LiveId" clId="{63265192-7B44-45D3-A1BC-CD20A66879BE}" dt="2020-06-22T05:10:44.183" v="6056"/>
          <ac:graphicFrameMkLst>
            <pc:docMk/>
            <pc:sldMk cId="3736096272" sldId="2764"/>
            <ac:graphicFrameMk id="21" creationId="{647B4580-736E-4B11-BDAB-FD5A1A34F6B4}"/>
          </ac:graphicFrameMkLst>
        </pc:graphicFrameChg>
        <pc:picChg chg="add del mod">
          <ac:chgData name="Hur Jung" userId="763133add284fb2e" providerId="LiveId" clId="{63265192-7B44-45D3-A1BC-CD20A66879BE}" dt="2020-06-22T05:10:44.183" v="6056"/>
          <ac:picMkLst>
            <pc:docMk/>
            <pc:sldMk cId="3736096272" sldId="2764"/>
            <ac:picMk id="15" creationId="{D9E4CEFE-BC15-486A-ADA2-A11F78A3AF5A}"/>
          </ac:picMkLst>
        </pc:picChg>
        <pc:picChg chg="mod">
          <ac:chgData name="Hur Jung" userId="763133add284fb2e" providerId="LiveId" clId="{63265192-7B44-45D3-A1BC-CD20A66879BE}" dt="2020-06-13T09:44:07.110" v="737" actId="1076"/>
          <ac:picMkLst>
            <pc:docMk/>
            <pc:sldMk cId="3736096272" sldId="2764"/>
            <ac:picMk id="98" creationId="{2EC47996-4905-4AAF-B4A6-3402C868E87A}"/>
          </ac:picMkLst>
        </pc:picChg>
      </pc:sldChg>
      <pc:sldChg chg="addSp delSp modSp mod">
        <pc:chgData name="Hur Jung" userId="763133add284fb2e" providerId="LiveId" clId="{63265192-7B44-45D3-A1BC-CD20A66879BE}" dt="2020-06-28T06:36:43.884" v="12401"/>
        <pc:sldMkLst>
          <pc:docMk/>
          <pc:sldMk cId="742933319" sldId="2766"/>
        </pc:sldMkLst>
        <pc:spChg chg="mod">
          <ac:chgData name="Hur Jung" userId="763133add284fb2e" providerId="LiveId" clId="{63265192-7B44-45D3-A1BC-CD20A66879BE}" dt="2020-06-28T06:08:21.209" v="12398" actId="20577"/>
          <ac:spMkLst>
            <pc:docMk/>
            <pc:sldMk cId="742933319" sldId="2766"/>
            <ac:spMk id="2" creationId="{7BD81DA4-00B3-4972-8588-E928EC125314}"/>
          </ac:spMkLst>
        </pc:spChg>
        <pc:spChg chg="del">
          <ac:chgData name="Hur Jung" userId="763133add284fb2e" providerId="LiveId" clId="{63265192-7B44-45D3-A1BC-CD20A66879BE}" dt="2020-06-28T06:07:27.259" v="12383" actId="478"/>
          <ac:spMkLst>
            <pc:docMk/>
            <pc:sldMk cId="742933319" sldId="2766"/>
            <ac:spMk id="98" creationId="{0A700884-9AF6-44DE-8518-34BBA0C4E74D}"/>
          </ac:spMkLst>
        </pc:spChg>
        <pc:spChg chg="del">
          <ac:chgData name="Hur Jung" userId="763133add284fb2e" providerId="LiveId" clId="{63265192-7B44-45D3-A1BC-CD20A66879BE}" dt="2020-06-28T06:07:27.259" v="12383" actId="478"/>
          <ac:spMkLst>
            <pc:docMk/>
            <pc:sldMk cId="742933319" sldId="2766"/>
            <ac:spMk id="102" creationId="{5D3CA57A-A235-4463-A296-42FF70775EF7}"/>
          </ac:spMkLst>
        </pc:spChg>
        <pc:spChg chg="mod">
          <ac:chgData name="Hur Jung" userId="763133add284fb2e" providerId="LiveId" clId="{63265192-7B44-45D3-A1BC-CD20A66879BE}" dt="2020-06-28T06:07:27.627" v="12384"/>
          <ac:spMkLst>
            <pc:docMk/>
            <pc:sldMk cId="742933319" sldId="2766"/>
            <ac:spMk id="123" creationId="{E7BFF69F-AB72-4640-9A49-AA552E74AD88}"/>
          </ac:spMkLst>
        </pc:spChg>
        <pc:spChg chg="add mod">
          <ac:chgData name="Hur Jung" userId="763133add284fb2e" providerId="LiveId" clId="{63265192-7B44-45D3-A1BC-CD20A66879BE}" dt="2020-06-28T06:07:38.766" v="12393"/>
          <ac:spMkLst>
            <pc:docMk/>
            <pc:sldMk cId="742933319" sldId="2766"/>
            <ac:spMk id="124" creationId="{7C1D87D0-CEB4-4F23-A65D-5E00E8C2FB8C}"/>
          </ac:spMkLst>
        </pc:spChg>
        <pc:spChg chg="mod">
          <ac:chgData name="Hur Jung" userId="763133add284fb2e" providerId="LiveId" clId="{63265192-7B44-45D3-A1BC-CD20A66879BE}" dt="2020-06-28T06:07:27.627" v="12384"/>
          <ac:spMkLst>
            <pc:docMk/>
            <pc:sldMk cId="742933319" sldId="2766"/>
            <ac:spMk id="127" creationId="{C2CB6036-17BF-4799-9058-B449D4183BCB}"/>
          </ac:spMkLst>
        </pc:spChg>
        <pc:spChg chg="add mod">
          <ac:chgData name="Hur Jung" userId="763133add284fb2e" providerId="LiveId" clId="{63265192-7B44-45D3-A1BC-CD20A66879BE}" dt="2020-06-28T06:07:37.194" v="12390"/>
          <ac:spMkLst>
            <pc:docMk/>
            <pc:sldMk cId="742933319" sldId="2766"/>
            <ac:spMk id="128" creationId="{EC0E12DF-85B0-43FF-9094-969714A4C8F8}"/>
          </ac:spMkLst>
        </pc:spChg>
        <pc:spChg chg="mod">
          <ac:chgData name="Hur Jung" userId="763133add284fb2e" providerId="LiveId" clId="{63265192-7B44-45D3-A1BC-CD20A66879BE}" dt="2020-06-28T06:07:27.627" v="12384"/>
          <ac:spMkLst>
            <pc:docMk/>
            <pc:sldMk cId="742933319" sldId="2766"/>
            <ac:spMk id="131" creationId="{9C4BCFBD-A0EF-4697-9165-28D6FCAB5344}"/>
          </ac:spMkLst>
        </pc:spChg>
        <pc:spChg chg="add mod">
          <ac:chgData name="Hur Jung" userId="763133add284fb2e" providerId="LiveId" clId="{63265192-7B44-45D3-A1BC-CD20A66879BE}" dt="2020-06-28T06:07:34.865" v="12387"/>
          <ac:spMkLst>
            <pc:docMk/>
            <pc:sldMk cId="742933319" sldId="2766"/>
            <ac:spMk id="132" creationId="{B54D9184-A617-4928-8A20-7FD7580BDBDE}"/>
          </ac:spMkLst>
        </pc:spChg>
        <pc:grpChg chg="del">
          <ac:chgData name="Hur Jung" userId="763133add284fb2e" providerId="LiveId" clId="{63265192-7B44-45D3-A1BC-CD20A66879BE}" dt="2020-06-28T06:07:27.259" v="12383" actId="478"/>
          <ac:grpSpMkLst>
            <pc:docMk/>
            <pc:sldMk cId="742933319" sldId="2766"/>
            <ac:grpSpMk id="94" creationId="{4D2A5528-D1FB-4397-A90B-E780002EB75D}"/>
          </ac:grpSpMkLst>
        </pc:grpChg>
        <pc:grpChg chg="del">
          <ac:chgData name="Hur Jung" userId="763133add284fb2e" providerId="LiveId" clId="{63265192-7B44-45D3-A1BC-CD20A66879BE}" dt="2020-06-28T06:07:27.259" v="12383" actId="478"/>
          <ac:grpSpMkLst>
            <pc:docMk/>
            <pc:sldMk cId="742933319" sldId="2766"/>
            <ac:grpSpMk id="99" creationId="{8161D4C3-BEF2-416F-8377-CA54D7618BE2}"/>
          </ac:grpSpMkLst>
        </pc:grpChg>
        <pc:grpChg chg="add mod">
          <ac:chgData name="Hur Jung" userId="763133add284fb2e" providerId="LiveId" clId="{63265192-7B44-45D3-A1BC-CD20A66879BE}" dt="2020-06-28T06:07:27.627" v="12384"/>
          <ac:grpSpMkLst>
            <pc:docMk/>
            <pc:sldMk cId="742933319" sldId="2766"/>
            <ac:grpSpMk id="121" creationId="{F3608AFC-17E5-4781-A59F-58D3F3CB51BF}"/>
          </ac:grpSpMkLst>
        </pc:grpChg>
        <pc:grpChg chg="add mod">
          <ac:chgData name="Hur Jung" userId="763133add284fb2e" providerId="LiveId" clId="{63265192-7B44-45D3-A1BC-CD20A66879BE}" dt="2020-06-28T06:07:27.627" v="12384"/>
          <ac:grpSpMkLst>
            <pc:docMk/>
            <pc:sldMk cId="742933319" sldId="2766"/>
            <ac:grpSpMk id="125" creationId="{14B32575-A3BD-4253-8C47-81C2FEE9A0B8}"/>
          </ac:grpSpMkLst>
        </pc:grpChg>
        <pc:grpChg chg="add mod">
          <ac:chgData name="Hur Jung" userId="763133add284fb2e" providerId="LiveId" clId="{63265192-7B44-45D3-A1BC-CD20A66879BE}" dt="2020-06-28T06:07:27.627" v="12384"/>
          <ac:grpSpMkLst>
            <pc:docMk/>
            <pc:sldMk cId="742933319" sldId="2766"/>
            <ac:grpSpMk id="129" creationId="{5B884A06-6C1E-427B-871D-1926E232855C}"/>
          </ac:grpSpMkLst>
        </pc:grpChg>
        <pc:graphicFrameChg chg="mod modGraphic">
          <ac:chgData name="Hur Jung" userId="763133add284fb2e" providerId="LiveId" clId="{63265192-7B44-45D3-A1BC-CD20A66879BE}" dt="2020-06-28T06:36:43.884" v="12401"/>
          <ac:graphicFrameMkLst>
            <pc:docMk/>
            <pc:sldMk cId="742933319" sldId="2766"/>
            <ac:graphicFrameMk id="77" creationId="{2235B29D-68ED-4A24-A4A6-24E7B966A6D2}"/>
          </ac:graphicFrameMkLst>
        </pc:graphicFrameChg>
        <pc:picChg chg="mod">
          <ac:chgData name="Hur Jung" userId="763133add284fb2e" providerId="LiveId" clId="{63265192-7B44-45D3-A1BC-CD20A66879BE}" dt="2020-06-28T06:07:27.627" v="12384"/>
          <ac:picMkLst>
            <pc:docMk/>
            <pc:sldMk cId="742933319" sldId="2766"/>
            <ac:picMk id="122" creationId="{AA67D0B6-2174-4306-AACE-795E11AE8EE0}"/>
          </ac:picMkLst>
        </pc:picChg>
        <pc:picChg chg="mod">
          <ac:chgData name="Hur Jung" userId="763133add284fb2e" providerId="LiveId" clId="{63265192-7B44-45D3-A1BC-CD20A66879BE}" dt="2020-06-28T06:07:27.627" v="12384"/>
          <ac:picMkLst>
            <pc:docMk/>
            <pc:sldMk cId="742933319" sldId="2766"/>
            <ac:picMk id="126" creationId="{2B5DE9D2-9D00-4CFB-9A42-1A7A49750DBA}"/>
          </ac:picMkLst>
        </pc:picChg>
        <pc:picChg chg="mod">
          <ac:chgData name="Hur Jung" userId="763133add284fb2e" providerId="LiveId" clId="{63265192-7B44-45D3-A1BC-CD20A66879BE}" dt="2020-06-28T06:07:27.627" v="12384"/>
          <ac:picMkLst>
            <pc:docMk/>
            <pc:sldMk cId="742933319" sldId="2766"/>
            <ac:picMk id="130" creationId="{4CADFD23-DD12-4358-8221-0DB53450956B}"/>
          </ac:picMkLst>
        </pc:picChg>
      </pc:sldChg>
      <pc:sldChg chg="del">
        <pc:chgData name="Hur Jung" userId="763133add284fb2e" providerId="LiveId" clId="{63265192-7B44-45D3-A1BC-CD20A66879BE}" dt="2020-06-27T09:12:22.409" v="9622" actId="2696"/>
        <pc:sldMkLst>
          <pc:docMk/>
          <pc:sldMk cId="867514505" sldId="2767"/>
        </pc:sldMkLst>
      </pc:sldChg>
      <pc:sldChg chg="addSp modSp del mod">
        <pc:chgData name="Hur Jung" userId="763133add284fb2e" providerId="LiveId" clId="{63265192-7B44-45D3-A1BC-CD20A66879BE}" dt="2020-06-27T09:12:22.409" v="9622" actId="2696"/>
        <pc:sldMkLst>
          <pc:docMk/>
          <pc:sldMk cId="1085528926" sldId="2768"/>
        </pc:sldMkLst>
        <pc:spChg chg="add mod">
          <ac:chgData name="Hur Jung" userId="763133add284fb2e" providerId="LiveId" clId="{63265192-7B44-45D3-A1BC-CD20A66879BE}" dt="2020-06-23T12:33:26.979" v="7009" actId="1036"/>
          <ac:spMkLst>
            <pc:docMk/>
            <pc:sldMk cId="1085528926" sldId="2768"/>
            <ac:spMk id="48" creationId="{AC9F372B-BA5B-459E-8AC3-D50BBDD43277}"/>
          </ac:spMkLst>
        </pc:spChg>
        <pc:spChg chg="add mod">
          <ac:chgData name="Hur Jung" userId="763133add284fb2e" providerId="LiveId" clId="{63265192-7B44-45D3-A1BC-CD20A66879BE}" dt="2020-06-23T12:33:26.979" v="7009" actId="1036"/>
          <ac:spMkLst>
            <pc:docMk/>
            <pc:sldMk cId="1085528926" sldId="2768"/>
            <ac:spMk id="49" creationId="{31B51487-8C68-4660-90B3-322DAFC2EF8E}"/>
          </ac:spMkLst>
        </pc:spChg>
        <pc:spChg chg="mod">
          <ac:chgData name="Hur Jung" userId="763133add284fb2e" providerId="LiveId" clId="{63265192-7B44-45D3-A1BC-CD20A66879BE}" dt="2020-06-23T12:33:26.979" v="7009" actId="1036"/>
          <ac:spMkLst>
            <pc:docMk/>
            <pc:sldMk cId="1085528926" sldId="2768"/>
            <ac:spMk id="53" creationId="{E65E446D-B3DB-4FD1-8B7E-C56D8D7F545E}"/>
          </ac:spMkLst>
        </pc:spChg>
        <pc:spChg chg="mod">
          <ac:chgData name="Hur Jung" userId="763133add284fb2e" providerId="LiveId" clId="{63265192-7B44-45D3-A1BC-CD20A66879BE}" dt="2020-06-23T12:33:26.979" v="7009" actId="1036"/>
          <ac:spMkLst>
            <pc:docMk/>
            <pc:sldMk cId="1085528926" sldId="2768"/>
            <ac:spMk id="54" creationId="{3CF575A7-CC38-4186-8851-0A6A1C8FC637}"/>
          </ac:spMkLst>
        </pc:spChg>
        <pc:spChg chg="mod">
          <ac:chgData name="Hur Jung" userId="763133add284fb2e" providerId="LiveId" clId="{63265192-7B44-45D3-A1BC-CD20A66879BE}" dt="2020-06-23T12:33:26.979" v="7009" actId="1036"/>
          <ac:spMkLst>
            <pc:docMk/>
            <pc:sldMk cId="1085528926" sldId="2768"/>
            <ac:spMk id="55" creationId="{CEE4A90B-373E-4EE8-B7CE-A158F209CCDC}"/>
          </ac:spMkLst>
        </pc:spChg>
        <pc:spChg chg="mod">
          <ac:chgData name="Hur Jung" userId="763133add284fb2e" providerId="LiveId" clId="{63265192-7B44-45D3-A1BC-CD20A66879BE}" dt="2020-06-23T12:33:26.979" v="7009" actId="1036"/>
          <ac:spMkLst>
            <pc:docMk/>
            <pc:sldMk cId="1085528926" sldId="2768"/>
            <ac:spMk id="56" creationId="{3C136D46-2DD4-4A64-A13C-C74BFA6975FD}"/>
          </ac:spMkLst>
        </pc:spChg>
        <pc:spChg chg="mod">
          <ac:chgData name="Hur Jung" userId="763133add284fb2e" providerId="LiveId" clId="{63265192-7B44-45D3-A1BC-CD20A66879BE}" dt="2020-06-23T12:33:26.979" v="7009" actId="1036"/>
          <ac:spMkLst>
            <pc:docMk/>
            <pc:sldMk cId="1085528926" sldId="2768"/>
            <ac:spMk id="57" creationId="{FBBB559F-D6E8-4162-8BD9-97E5732970E8}"/>
          </ac:spMkLst>
        </pc:spChg>
        <pc:spChg chg="mod">
          <ac:chgData name="Hur Jung" userId="763133add284fb2e" providerId="LiveId" clId="{63265192-7B44-45D3-A1BC-CD20A66879BE}" dt="2020-06-23T12:33:26.979" v="7009" actId="1036"/>
          <ac:spMkLst>
            <pc:docMk/>
            <pc:sldMk cId="1085528926" sldId="2768"/>
            <ac:spMk id="58" creationId="{6288420E-E9C4-4065-AAE3-1A21672E4BFC}"/>
          </ac:spMkLst>
        </pc:spChg>
        <pc:spChg chg="mod">
          <ac:chgData name="Hur Jung" userId="763133add284fb2e" providerId="LiveId" clId="{63265192-7B44-45D3-A1BC-CD20A66879BE}" dt="2020-06-23T12:33:26.979" v="7009" actId="1036"/>
          <ac:spMkLst>
            <pc:docMk/>
            <pc:sldMk cId="1085528926" sldId="2768"/>
            <ac:spMk id="59" creationId="{A91DF3EB-5C5E-40BF-BA50-910B7D64E63C}"/>
          </ac:spMkLst>
        </pc:spChg>
        <pc:spChg chg="mod">
          <ac:chgData name="Hur Jung" userId="763133add284fb2e" providerId="LiveId" clId="{63265192-7B44-45D3-A1BC-CD20A66879BE}" dt="2020-06-23T12:33:26.979" v="7009" actId="1036"/>
          <ac:spMkLst>
            <pc:docMk/>
            <pc:sldMk cId="1085528926" sldId="2768"/>
            <ac:spMk id="60" creationId="{DF579B93-C16B-41C5-AA7C-1FF507F5F5D7}"/>
          </ac:spMkLst>
        </pc:spChg>
        <pc:spChg chg="mod">
          <ac:chgData name="Hur Jung" userId="763133add284fb2e" providerId="LiveId" clId="{63265192-7B44-45D3-A1BC-CD20A66879BE}" dt="2020-06-23T12:33:26.979" v="7009" actId="1036"/>
          <ac:spMkLst>
            <pc:docMk/>
            <pc:sldMk cId="1085528926" sldId="2768"/>
            <ac:spMk id="61" creationId="{FF342BEF-A7D9-4B59-9A32-3262CBD58B44}"/>
          </ac:spMkLst>
        </pc:spChg>
        <pc:spChg chg="mod">
          <ac:chgData name="Hur Jung" userId="763133add284fb2e" providerId="LiveId" clId="{63265192-7B44-45D3-A1BC-CD20A66879BE}" dt="2020-06-23T12:33:26.979" v="7009" actId="1036"/>
          <ac:spMkLst>
            <pc:docMk/>
            <pc:sldMk cId="1085528926" sldId="2768"/>
            <ac:spMk id="62" creationId="{5A670F01-7D30-4E38-9EAC-6325D7858BB9}"/>
          </ac:spMkLst>
        </pc:spChg>
        <pc:spChg chg="mod">
          <ac:chgData name="Hur Jung" userId="763133add284fb2e" providerId="LiveId" clId="{63265192-7B44-45D3-A1BC-CD20A66879BE}" dt="2020-06-23T12:33:26.979" v="7009" actId="1036"/>
          <ac:spMkLst>
            <pc:docMk/>
            <pc:sldMk cId="1085528926" sldId="2768"/>
            <ac:spMk id="64" creationId="{52E0430B-C5A1-476F-98CE-063951C59278}"/>
          </ac:spMkLst>
        </pc:spChg>
        <pc:spChg chg="mod">
          <ac:chgData name="Hur Jung" userId="763133add284fb2e" providerId="LiveId" clId="{63265192-7B44-45D3-A1BC-CD20A66879BE}" dt="2020-06-13T01:33:07.189" v="433" actId="1076"/>
          <ac:spMkLst>
            <pc:docMk/>
            <pc:sldMk cId="1085528926" sldId="2768"/>
            <ac:spMk id="70" creationId="{203458D6-83DA-4E02-85C1-56E8BB8EB30E}"/>
          </ac:spMkLst>
        </pc:spChg>
        <pc:graphicFrameChg chg="mod modGraphic">
          <ac:chgData name="Hur Jung" userId="763133add284fb2e" providerId="LiveId" clId="{63265192-7B44-45D3-A1BC-CD20A66879BE}" dt="2020-06-13T01:32:59.319" v="432"/>
          <ac:graphicFrameMkLst>
            <pc:docMk/>
            <pc:sldMk cId="1085528926" sldId="2768"/>
            <ac:graphicFrameMk id="52" creationId="{E12E51E1-C20A-4F67-80FD-A7C97DE3950E}"/>
          </ac:graphicFrameMkLst>
        </pc:graphicFrameChg>
      </pc:sldChg>
      <pc:sldChg chg="addSp delSp modSp mod">
        <pc:chgData name="Hur Jung" userId="763133add284fb2e" providerId="LiveId" clId="{63265192-7B44-45D3-A1BC-CD20A66879BE}" dt="2020-06-28T01:30:27.341" v="10677"/>
        <pc:sldMkLst>
          <pc:docMk/>
          <pc:sldMk cId="667517739" sldId="2771"/>
        </pc:sldMkLst>
        <pc:spChg chg="add del mod">
          <ac:chgData name="Hur Jung" userId="763133add284fb2e" providerId="LiveId" clId="{63265192-7B44-45D3-A1BC-CD20A66879BE}" dt="2020-06-28T00:52:35.769" v="10271" actId="478"/>
          <ac:spMkLst>
            <pc:docMk/>
            <pc:sldMk cId="667517739" sldId="2771"/>
            <ac:spMk id="5" creationId="{A134D284-AC65-4FD1-995F-422A984D3924}"/>
          </ac:spMkLst>
        </pc:spChg>
        <pc:spChg chg="mod">
          <ac:chgData name="Hur Jung" userId="763133add284fb2e" providerId="LiveId" clId="{63265192-7B44-45D3-A1BC-CD20A66879BE}" dt="2020-06-28T01:17:35.806" v="10416" actId="207"/>
          <ac:spMkLst>
            <pc:docMk/>
            <pc:sldMk cId="667517739" sldId="2771"/>
            <ac:spMk id="12" creationId="{950B8EEF-4E62-415A-A1B1-92330E3EBCEB}"/>
          </ac:spMkLst>
        </pc:spChg>
        <pc:spChg chg="mod">
          <ac:chgData name="Hur Jung" userId="763133add284fb2e" providerId="LiveId" clId="{63265192-7B44-45D3-A1BC-CD20A66879BE}" dt="2020-06-28T00:51:10.425" v="10233" actId="1035"/>
          <ac:spMkLst>
            <pc:docMk/>
            <pc:sldMk cId="667517739" sldId="2771"/>
            <ac:spMk id="68" creationId="{47B98354-7181-4E68-9534-7F726D09A8D5}"/>
          </ac:spMkLst>
        </pc:spChg>
        <pc:spChg chg="mod">
          <ac:chgData name="Hur Jung" userId="763133add284fb2e" providerId="LiveId" clId="{63265192-7B44-45D3-A1BC-CD20A66879BE}" dt="2020-06-28T00:51:10.425" v="10233" actId="1035"/>
          <ac:spMkLst>
            <pc:docMk/>
            <pc:sldMk cId="667517739" sldId="2771"/>
            <ac:spMk id="69" creationId="{C94934C1-688B-4DE5-AEA8-04F2D6FB140C}"/>
          </ac:spMkLst>
        </pc:spChg>
        <pc:spChg chg="mod">
          <ac:chgData name="Hur Jung" userId="763133add284fb2e" providerId="LiveId" clId="{63265192-7B44-45D3-A1BC-CD20A66879BE}" dt="2020-06-28T00:51:10.425" v="10233" actId="1035"/>
          <ac:spMkLst>
            <pc:docMk/>
            <pc:sldMk cId="667517739" sldId="2771"/>
            <ac:spMk id="79" creationId="{BF2DBF2E-9A77-43DA-9538-C08AC5611BAA}"/>
          </ac:spMkLst>
        </pc:spChg>
        <pc:spChg chg="mod">
          <ac:chgData name="Hur Jung" userId="763133add284fb2e" providerId="LiveId" clId="{63265192-7B44-45D3-A1BC-CD20A66879BE}" dt="2020-06-28T00:51:05.168" v="10224" actId="14100"/>
          <ac:spMkLst>
            <pc:docMk/>
            <pc:sldMk cId="667517739" sldId="2771"/>
            <ac:spMk id="82" creationId="{072ECFB6-5C5D-45AE-B285-21A050359852}"/>
          </ac:spMkLst>
        </pc:spChg>
        <pc:graphicFrameChg chg="mod modGraphic">
          <ac:chgData name="Hur Jung" userId="763133add284fb2e" providerId="LiveId" clId="{63265192-7B44-45D3-A1BC-CD20A66879BE}" dt="2020-06-28T01:30:27.341" v="10677"/>
          <ac:graphicFrameMkLst>
            <pc:docMk/>
            <pc:sldMk cId="667517739" sldId="2771"/>
            <ac:graphicFrameMk id="198" creationId="{BD77F526-8B85-459F-BCD3-42E0C73FA75F}"/>
          </ac:graphicFrameMkLst>
        </pc:graphicFrameChg>
        <pc:picChg chg="mod">
          <ac:chgData name="Hur Jung" userId="763133add284fb2e" providerId="LiveId" clId="{63265192-7B44-45D3-A1BC-CD20A66879BE}" dt="2020-06-14T08:43:23.503" v="2206" actId="1076"/>
          <ac:picMkLst>
            <pc:docMk/>
            <pc:sldMk cId="667517739" sldId="2771"/>
            <ac:picMk id="105" creationId="{1A323AB7-55A3-4E5A-B58F-CC8A8D4FE8F2}"/>
          </ac:picMkLst>
        </pc:picChg>
        <pc:picChg chg="mod">
          <ac:chgData name="Hur Jung" userId="763133add284fb2e" providerId="LiveId" clId="{63265192-7B44-45D3-A1BC-CD20A66879BE}" dt="2020-06-14T08:43:23.503" v="2206" actId="1076"/>
          <ac:picMkLst>
            <pc:docMk/>
            <pc:sldMk cId="667517739" sldId="2771"/>
            <ac:picMk id="109" creationId="{6A48E9F9-0214-49EA-9858-EDB1A991E30A}"/>
          </ac:picMkLst>
        </pc:picChg>
        <pc:picChg chg="mod">
          <ac:chgData name="Hur Jung" userId="763133add284fb2e" providerId="LiveId" clId="{63265192-7B44-45D3-A1BC-CD20A66879BE}" dt="2020-06-14T08:43:23.503" v="2206" actId="1076"/>
          <ac:picMkLst>
            <pc:docMk/>
            <pc:sldMk cId="667517739" sldId="2771"/>
            <ac:picMk id="110" creationId="{600998D1-86AC-4EF2-BEFD-A1DF90FBE1B9}"/>
          </ac:picMkLst>
        </pc:picChg>
      </pc:sldChg>
      <pc:sldChg chg="modSp">
        <pc:chgData name="Hur Jung" userId="763133add284fb2e" providerId="LiveId" clId="{63265192-7B44-45D3-A1BC-CD20A66879BE}" dt="2020-06-28T01:30:27.341" v="10677"/>
        <pc:sldMkLst>
          <pc:docMk/>
          <pc:sldMk cId="3618831303" sldId="2772"/>
        </pc:sldMkLst>
        <pc:spChg chg="mod">
          <ac:chgData name="Hur Jung" userId="763133add284fb2e" providerId="LiveId" clId="{63265192-7B44-45D3-A1BC-CD20A66879BE}" dt="2020-06-28T01:30:27.341" v="10677"/>
          <ac:spMkLst>
            <pc:docMk/>
            <pc:sldMk cId="3618831303" sldId="2772"/>
            <ac:spMk id="3" creationId="{33EDFEF5-07B2-41DA-9044-87FC0D4242CE}"/>
          </ac:spMkLst>
        </pc:spChg>
        <pc:graphicFrameChg chg="mod">
          <ac:chgData name="Hur Jung" userId="763133add284fb2e" providerId="LiveId" clId="{63265192-7B44-45D3-A1BC-CD20A66879BE}" dt="2020-06-28T01:30:27.341" v="10677"/>
          <ac:graphicFrameMkLst>
            <pc:docMk/>
            <pc:sldMk cId="3618831303" sldId="2772"/>
            <ac:graphicFrameMk id="78" creationId="{7A8659A4-11ED-462B-BD10-CFFFAA5F9CC7}"/>
          </ac:graphicFrameMkLst>
        </pc:graphicFrameChg>
      </pc:sldChg>
      <pc:sldChg chg="addSp delSp modSp mod">
        <pc:chgData name="Hur Jung" userId="763133add284fb2e" providerId="LiveId" clId="{63265192-7B44-45D3-A1BC-CD20A66879BE}" dt="2020-06-28T06:42:56.225" v="12445" actId="6549"/>
        <pc:sldMkLst>
          <pc:docMk/>
          <pc:sldMk cId="91410301" sldId="2775"/>
        </pc:sldMkLst>
        <pc:spChg chg="mod">
          <ac:chgData name="Hur Jung" userId="763133add284fb2e" providerId="LiveId" clId="{63265192-7B44-45D3-A1BC-CD20A66879BE}" dt="2020-06-28T06:42:56.225" v="12445" actId="6549"/>
          <ac:spMkLst>
            <pc:docMk/>
            <pc:sldMk cId="91410301" sldId="2775"/>
            <ac:spMk id="5" creationId="{00000000-0000-0000-0000-000000000000}"/>
          </ac:spMkLst>
        </pc:spChg>
        <pc:spChg chg="del">
          <ac:chgData name="Hur Jung" userId="763133add284fb2e" providerId="LiveId" clId="{63265192-7B44-45D3-A1BC-CD20A66879BE}" dt="2020-06-28T06:41:54.633" v="12435" actId="478"/>
          <ac:spMkLst>
            <pc:docMk/>
            <pc:sldMk cId="91410301" sldId="2775"/>
            <ac:spMk id="50" creationId="{32F11679-6072-44E9-965F-9116064BF008}"/>
          </ac:spMkLst>
        </pc:spChg>
        <pc:spChg chg="mod">
          <ac:chgData name="Hur Jung" userId="763133add284fb2e" providerId="LiveId" clId="{63265192-7B44-45D3-A1BC-CD20A66879BE}" dt="2020-06-28T06:42:38.799" v="12444" actId="554"/>
          <ac:spMkLst>
            <pc:docMk/>
            <pc:sldMk cId="91410301" sldId="2775"/>
            <ac:spMk id="51" creationId="{E04DADCA-F85B-4448-8D9D-96C07FBEE3A4}"/>
          </ac:spMkLst>
        </pc:spChg>
        <pc:spChg chg="mod">
          <ac:chgData name="Hur Jung" userId="763133add284fb2e" providerId="LiveId" clId="{63265192-7B44-45D3-A1BC-CD20A66879BE}" dt="2020-06-28T06:42:38.799" v="12444" actId="554"/>
          <ac:spMkLst>
            <pc:docMk/>
            <pc:sldMk cId="91410301" sldId="2775"/>
            <ac:spMk id="52" creationId="{5CD82053-B0A8-48FD-9D3E-8F9E67364CAF}"/>
          </ac:spMkLst>
        </pc:spChg>
        <pc:spChg chg="del">
          <ac:chgData name="Hur Jung" userId="763133add284fb2e" providerId="LiveId" clId="{63265192-7B44-45D3-A1BC-CD20A66879BE}" dt="2020-06-28T06:41:47.886" v="12434" actId="478"/>
          <ac:spMkLst>
            <pc:docMk/>
            <pc:sldMk cId="91410301" sldId="2775"/>
            <ac:spMk id="53" creationId="{810F4BAC-96C8-4280-9DE9-8FF377568A37}"/>
          </ac:spMkLst>
        </pc:spChg>
        <pc:spChg chg="del">
          <ac:chgData name="Hur Jung" userId="763133add284fb2e" providerId="LiveId" clId="{63265192-7B44-45D3-A1BC-CD20A66879BE}" dt="2020-06-28T06:41:47.886" v="12434" actId="478"/>
          <ac:spMkLst>
            <pc:docMk/>
            <pc:sldMk cId="91410301" sldId="2775"/>
            <ac:spMk id="55" creationId="{AEA671DD-CF90-404B-887E-C36BD560760F}"/>
          </ac:spMkLst>
        </pc:spChg>
        <pc:spChg chg="del">
          <ac:chgData name="Hur Jung" userId="763133add284fb2e" providerId="LiveId" clId="{63265192-7B44-45D3-A1BC-CD20A66879BE}" dt="2020-06-28T06:41:47.886" v="12434" actId="478"/>
          <ac:spMkLst>
            <pc:docMk/>
            <pc:sldMk cId="91410301" sldId="2775"/>
            <ac:spMk id="56" creationId="{AF972E4D-A826-4DFD-A6E4-BFFBFA0A8568}"/>
          </ac:spMkLst>
        </pc:spChg>
        <pc:spChg chg="del mod">
          <ac:chgData name="Hur Jung" userId="763133add284fb2e" providerId="LiveId" clId="{63265192-7B44-45D3-A1BC-CD20A66879BE}" dt="2020-06-28T06:41:47.886" v="12434" actId="478"/>
          <ac:spMkLst>
            <pc:docMk/>
            <pc:sldMk cId="91410301" sldId="2775"/>
            <ac:spMk id="58" creationId="{35C091FC-AEE7-423D-9B1E-F632DB8F068A}"/>
          </ac:spMkLst>
        </pc:spChg>
        <pc:spChg chg="mod">
          <ac:chgData name="Hur Jung" userId="763133add284fb2e" providerId="LiveId" clId="{63265192-7B44-45D3-A1BC-CD20A66879BE}" dt="2020-06-28T06:42:06.719" v="12441" actId="1035"/>
          <ac:spMkLst>
            <pc:docMk/>
            <pc:sldMk cId="91410301" sldId="2775"/>
            <ac:spMk id="60" creationId="{D0052FD4-087F-46DD-AD77-33D3393CE243}"/>
          </ac:spMkLst>
        </pc:spChg>
        <pc:spChg chg="del">
          <ac:chgData name="Hur Jung" userId="763133add284fb2e" providerId="LiveId" clId="{63265192-7B44-45D3-A1BC-CD20A66879BE}" dt="2020-06-28T06:41:47.886" v="12434" actId="478"/>
          <ac:spMkLst>
            <pc:docMk/>
            <pc:sldMk cId="91410301" sldId="2775"/>
            <ac:spMk id="61" creationId="{ED0673BD-DC92-4DDD-8D3F-5422875C0417}"/>
          </ac:spMkLst>
        </pc:spChg>
        <pc:spChg chg="del">
          <ac:chgData name="Hur Jung" userId="763133add284fb2e" providerId="LiveId" clId="{63265192-7B44-45D3-A1BC-CD20A66879BE}" dt="2020-06-28T06:41:47.886" v="12434" actId="478"/>
          <ac:spMkLst>
            <pc:docMk/>
            <pc:sldMk cId="91410301" sldId="2775"/>
            <ac:spMk id="62" creationId="{B9693B56-48E2-47E6-8205-C71183098C93}"/>
          </ac:spMkLst>
        </pc:spChg>
        <pc:spChg chg="del">
          <ac:chgData name="Hur Jung" userId="763133add284fb2e" providerId="LiveId" clId="{63265192-7B44-45D3-A1BC-CD20A66879BE}" dt="2020-06-28T06:41:47.886" v="12434" actId="478"/>
          <ac:spMkLst>
            <pc:docMk/>
            <pc:sldMk cId="91410301" sldId="2775"/>
            <ac:spMk id="63" creationId="{86A6905A-E9B3-475D-B470-1755C689957A}"/>
          </ac:spMkLst>
        </pc:spChg>
        <pc:spChg chg="mod">
          <ac:chgData name="Hur Jung" userId="763133add284fb2e" providerId="LiveId" clId="{63265192-7B44-45D3-A1BC-CD20A66879BE}" dt="2020-06-19T23:40:44.144" v="5815"/>
          <ac:spMkLst>
            <pc:docMk/>
            <pc:sldMk cId="91410301" sldId="2775"/>
            <ac:spMk id="92" creationId="{EEFD6D75-B5F4-43B4-AD76-DF63BD0514D7}"/>
          </ac:spMkLst>
        </pc:spChg>
        <pc:grpChg chg="add del mod">
          <ac:chgData name="Hur Jung" userId="763133add284fb2e" providerId="LiveId" clId="{63265192-7B44-45D3-A1BC-CD20A66879BE}" dt="2020-06-28T06:41:47.886" v="12434" actId="478"/>
          <ac:grpSpMkLst>
            <pc:docMk/>
            <pc:sldMk cId="91410301" sldId="2775"/>
            <ac:grpSpMk id="10" creationId="{ECDB72C0-DF02-4BF3-BCF6-C71D47E57C6D}"/>
          </ac:grpSpMkLst>
        </pc:grpChg>
        <pc:graphicFrameChg chg="mod">
          <ac:chgData name="Hur Jung" userId="763133add284fb2e" providerId="LiveId" clId="{63265192-7B44-45D3-A1BC-CD20A66879BE}" dt="2020-06-28T01:30:27.341" v="10677"/>
          <ac:graphicFrameMkLst>
            <pc:docMk/>
            <pc:sldMk cId="91410301" sldId="2775"/>
            <ac:graphicFrameMk id="65" creationId="{BDFE75EB-6B67-4BE5-BB43-AF50C7AD7E15}"/>
          </ac:graphicFrameMkLst>
        </pc:graphicFrameChg>
        <pc:picChg chg="del">
          <ac:chgData name="Hur Jung" userId="763133add284fb2e" providerId="LiveId" clId="{63265192-7B44-45D3-A1BC-CD20A66879BE}" dt="2020-06-28T06:41:47.886" v="12434" actId="478"/>
          <ac:picMkLst>
            <pc:docMk/>
            <pc:sldMk cId="91410301" sldId="2775"/>
            <ac:picMk id="54" creationId="{84DA89EF-F1C2-4B24-819C-A5CD3365033C}"/>
          </ac:picMkLst>
        </pc:picChg>
        <pc:picChg chg="del">
          <ac:chgData name="Hur Jung" userId="763133add284fb2e" providerId="LiveId" clId="{63265192-7B44-45D3-A1BC-CD20A66879BE}" dt="2020-06-28T06:41:47.886" v="12434" actId="478"/>
          <ac:picMkLst>
            <pc:docMk/>
            <pc:sldMk cId="91410301" sldId="2775"/>
            <ac:picMk id="57" creationId="{7C9D1881-3258-498C-B34A-DF59E2510D2B}"/>
          </ac:picMkLst>
        </pc:picChg>
        <pc:cxnChg chg="add mod">
          <ac:chgData name="Hur Jung" userId="763133add284fb2e" providerId="LiveId" clId="{63265192-7B44-45D3-A1BC-CD20A66879BE}" dt="2020-06-19T23:39:35.855" v="5808" actId="164"/>
          <ac:cxnSpMkLst>
            <pc:docMk/>
            <pc:sldMk cId="91410301" sldId="2775"/>
            <ac:cxnSpMk id="4" creationId="{897D4240-5041-4E0C-9572-20216DDD585B}"/>
          </ac:cxnSpMkLst>
        </pc:cxnChg>
        <pc:cxnChg chg="add mod">
          <ac:chgData name="Hur Jung" userId="763133add284fb2e" providerId="LiveId" clId="{63265192-7B44-45D3-A1BC-CD20A66879BE}" dt="2020-06-19T23:39:35.855" v="5808" actId="164"/>
          <ac:cxnSpMkLst>
            <pc:docMk/>
            <pc:sldMk cId="91410301" sldId="2775"/>
            <ac:cxnSpMk id="71" creationId="{13C83C10-E0A5-4261-B27C-3489B72E18FE}"/>
          </ac:cxnSpMkLst>
        </pc:cxnChg>
      </pc:sldChg>
      <pc:sldChg chg="addSp modSp mod">
        <pc:chgData name="Hur Jung" userId="763133add284fb2e" providerId="LiveId" clId="{63265192-7B44-45D3-A1BC-CD20A66879BE}" dt="2020-06-17T12:09:44.472" v="5691" actId="164"/>
        <pc:sldMkLst>
          <pc:docMk/>
          <pc:sldMk cId="3779036018" sldId="2776"/>
        </pc:sldMkLst>
        <pc:grpChg chg="add mod">
          <ac:chgData name="Hur Jung" userId="763133add284fb2e" providerId="LiveId" clId="{63265192-7B44-45D3-A1BC-CD20A66879BE}" dt="2020-06-17T12:09:44.472" v="5691" actId="164"/>
          <ac:grpSpMkLst>
            <pc:docMk/>
            <pc:sldMk cId="3779036018" sldId="2776"/>
            <ac:grpSpMk id="10" creationId="{7FEB96B8-6DC2-420B-AA2E-6A0FEE8CC239}"/>
          </ac:grpSpMkLst>
        </pc:grpChg>
        <pc:cxnChg chg="add mod">
          <ac:chgData name="Hur Jung" userId="763133add284fb2e" providerId="LiveId" clId="{63265192-7B44-45D3-A1BC-CD20A66879BE}" dt="2020-06-17T12:09:44.472" v="5691" actId="164"/>
          <ac:cxnSpMkLst>
            <pc:docMk/>
            <pc:sldMk cId="3779036018" sldId="2776"/>
            <ac:cxnSpMk id="9" creationId="{C302400C-4CA4-4BAD-A047-55D26C40F86F}"/>
          </ac:cxnSpMkLst>
        </pc:cxnChg>
        <pc:cxnChg chg="add mod">
          <ac:chgData name="Hur Jung" userId="763133add284fb2e" providerId="LiveId" clId="{63265192-7B44-45D3-A1BC-CD20A66879BE}" dt="2020-06-17T12:09:44.472" v="5691" actId="164"/>
          <ac:cxnSpMkLst>
            <pc:docMk/>
            <pc:sldMk cId="3779036018" sldId="2776"/>
            <ac:cxnSpMk id="74" creationId="{A05CFFBE-D8E8-44F6-8EF0-E82F5E24B838}"/>
          </ac:cxnSpMkLst>
        </pc:cxnChg>
      </pc:sldChg>
      <pc:sldChg chg="modSp add del mod modClrScheme chgLayout">
        <pc:chgData name="Hur Jung" userId="763133add284fb2e" providerId="LiveId" clId="{63265192-7B44-45D3-A1BC-CD20A66879BE}" dt="2020-06-14T05:47:15.639" v="1890" actId="47"/>
        <pc:sldMkLst>
          <pc:docMk/>
          <pc:sldMk cId="3085208245" sldId="2789"/>
        </pc:sldMkLst>
        <pc:spChg chg="mod ord">
          <ac:chgData name="Hur Jung" userId="763133add284fb2e" providerId="LiveId" clId="{63265192-7B44-45D3-A1BC-CD20A66879BE}" dt="2020-06-14T01:16:00.633" v="1677" actId="700"/>
          <ac:spMkLst>
            <pc:docMk/>
            <pc:sldMk cId="3085208245" sldId="2789"/>
            <ac:spMk id="2" creationId="{D0ABC9F9-E28F-4226-8DBA-061A24E9B370}"/>
          </ac:spMkLst>
        </pc:spChg>
        <pc:spChg chg="mod ord">
          <ac:chgData name="Hur Jung" userId="763133add284fb2e" providerId="LiveId" clId="{63265192-7B44-45D3-A1BC-CD20A66879BE}" dt="2020-06-14T01:16:00.633" v="1677" actId="700"/>
          <ac:spMkLst>
            <pc:docMk/>
            <pc:sldMk cId="3085208245" sldId="2789"/>
            <ac:spMk id="5" creationId="{40EDD587-6C7E-439C-A958-DEC9DB83C0ED}"/>
          </ac:spMkLst>
        </pc:spChg>
        <pc:spChg chg="mod ord">
          <ac:chgData name="Hur Jung" userId="763133add284fb2e" providerId="LiveId" clId="{63265192-7B44-45D3-A1BC-CD20A66879BE}" dt="2020-06-14T01:16:00.633" v="1677" actId="700"/>
          <ac:spMkLst>
            <pc:docMk/>
            <pc:sldMk cId="3085208245" sldId="2789"/>
            <ac:spMk id="6" creationId="{E0BE623C-BFA9-4F00-9238-0DD3781F3C92}"/>
          </ac:spMkLst>
        </pc:spChg>
      </pc:sldChg>
      <pc:sldChg chg="modSp">
        <pc:chgData name="Hur Jung" userId="763133add284fb2e" providerId="LiveId" clId="{63265192-7B44-45D3-A1BC-CD20A66879BE}" dt="2020-06-28T01:30:27.341" v="10677"/>
        <pc:sldMkLst>
          <pc:docMk/>
          <pc:sldMk cId="887813519" sldId="2795"/>
        </pc:sldMkLst>
        <pc:graphicFrameChg chg="mod">
          <ac:chgData name="Hur Jung" userId="763133add284fb2e" providerId="LiveId" clId="{63265192-7B44-45D3-A1BC-CD20A66879BE}" dt="2020-06-28T01:30:27.341" v="10677"/>
          <ac:graphicFrameMkLst>
            <pc:docMk/>
            <pc:sldMk cId="887813519" sldId="2795"/>
            <ac:graphicFrameMk id="38" creationId="{F7440C72-399D-44B5-8CC2-7ECA06ADF532}"/>
          </ac:graphicFrameMkLst>
        </pc:graphicFrameChg>
      </pc:sldChg>
      <pc:sldChg chg="addSp delSp modSp mod">
        <pc:chgData name="Hur Jung" userId="763133add284fb2e" providerId="LiveId" clId="{63265192-7B44-45D3-A1BC-CD20A66879BE}" dt="2020-06-27T09:12:30.333" v="9623" actId="6549"/>
        <pc:sldMkLst>
          <pc:docMk/>
          <pc:sldMk cId="1912369767" sldId="2797"/>
        </pc:sldMkLst>
        <pc:spChg chg="mod">
          <ac:chgData name="Hur Jung" userId="763133add284fb2e" providerId="LiveId" clId="{63265192-7B44-45D3-A1BC-CD20A66879BE}" dt="2020-06-13T00:26:11.479" v="5" actId="1076"/>
          <ac:spMkLst>
            <pc:docMk/>
            <pc:sldMk cId="1912369767" sldId="2797"/>
            <ac:spMk id="3" creationId="{E11A3BC8-0F1D-4E0D-8922-F9937470E3B9}"/>
          </ac:spMkLst>
        </pc:spChg>
        <pc:spChg chg="mod">
          <ac:chgData name="Hur Jung" userId="763133add284fb2e" providerId="LiveId" clId="{63265192-7B44-45D3-A1BC-CD20A66879BE}" dt="2020-06-27T09:12:30.333" v="9623" actId="6549"/>
          <ac:spMkLst>
            <pc:docMk/>
            <pc:sldMk cId="1912369767" sldId="2797"/>
            <ac:spMk id="5" creationId="{2647A46F-341F-46E2-A1A0-F81027AE9911}"/>
          </ac:spMkLst>
        </pc:spChg>
        <pc:spChg chg="add del mod">
          <ac:chgData name="Hur Jung" userId="763133add284fb2e" providerId="LiveId" clId="{63265192-7B44-45D3-A1BC-CD20A66879BE}" dt="2020-06-13T00:56:55.268" v="215" actId="478"/>
          <ac:spMkLst>
            <pc:docMk/>
            <pc:sldMk cId="1912369767" sldId="2797"/>
            <ac:spMk id="6" creationId="{EC7589AA-D855-4E2A-990A-CCC49E8F0431}"/>
          </ac:spMkLst>
        </pc:spChg>
      </pc:sldChg>
      <pc:sldChg chg="modSp mod">
        <pc:chgData name="Hur Jung" userId="763133add284fb2e" providerId="LiveId" clId="{63265192-7B44-45D3-A1BC-CD20A66879BE}" dt="2020-06-21T23:39:30.173" v="5981" actId="1076"/>
        <pc:sldMkLst>
          <pc:docMk/>
          <pc:sldMk cId="2200430639" sldId="2803"/>
        </pc:sldMkLst>
        <pc:spChg chg="mod">
          <ac:chgData name="Hur Jung" userId="763133add284fb2e" providerId="LiveId" clId="{63265192-7B44-45D3-A1BC-CD20A66879BE}" dt="2020-06-21T23:39:30.173" v="5981" actId="1076"/>
          <ac:spMkLst>
            <pc:docMk/>
            <pc:sldMk cId="2200430639" sldId="2803"/>
            <ac:spMk id="47" creationId="{76CCE87B-CD03-411C-910A-6FF633B9B19B}"/>
          </ac:spMkLst>
        </pc:spChg>
      </pc:sldChg>
      <pc:sldChg chg="modSp">
        <pc:chgData name="Hur Jung" userId="763133add284fb2e" providerId="LiveId" clId="{63265192-7B44-45D3-A1BC-CD20A66879BE}" dt="2020-06-28T01:30:27.341" v="10677"/>
        <pc:sldMkLst>
          <pc:docMk/>
          <pc:sldMk cId="3065983077" sldId="2808"/>
        </pc:sldMkLst>
        <pc:spChg chg="mod">
          <ac:chgData name="Hur Jung" userId="763133add284fb2e" providerId="LiveId" clId="{63265192-7B44-45D3-A1BC-CD20A66879BE}" dt="2020-06-28T01:30:27.341" v="10677"/>
          <ac:spMkLst>
            <pc:docMk/>
            <pc:sldMk cId="3065983077" sldId="2808"/>
            <ac:spMk id="2" creationId="{7BD81DA4-00B3-4972-8588-E928EC125314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3065983077" sldId="2808"/>
            <ac:spMk id="3" creationId="{33EDFEF5-07B2-41DA-9044-87FC0D4242CE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3065983077" sldId="2808"/>
            <ac:spMk id="8" creationId="{6E82CFB3-5E2C-42A1-8F0B-AEA19D88CF3B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3065983077" sldId="2808"/>
            <ac:spMk id="12" creationId="{950B8EEF-4E62-415A-A1B1-92330E3EBCEB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3065983077" sldId="2808"/>
            <ac:spMk id="102" creationId="{CD01450C-664A-450F-BB24-9B618CBA26FA}"/>
          </ac:spMkLst>
        </pc:spChg>
        <pc:graphicFrameChg chg="mod">
          <ac:chgData name="Hur Jung" userId="763133add284fb2e" providerId="LiveId" clId="{63265192-7B44-45D3-A1BC-CD20A66879BE}" dt="2020-06-28T01:30:27.341" v="10677"/>
          <ac:graphicFrameMkLst>
            <pc:docMk/>
            <pc:sldMk cId="3065983077" sldId="2808"/>
            <ac:graphicFrameMk id="82" creationId="{A8622703-9E41-4F36-9E0C-82BB9D2F734F}"/>
          </ac:graphicFrameMkLst>
        </pc:graphicFrameChg>
      </pc:sldChg>
      <pc:sldChg chg="modSp">
        <pc:chgData name="Hur Jung" userId="763133add284fb2e" providerId="LiveId" clId="{63265192-7B44-45D3-A1BC-CD20A66879BE}" dt="2020-06-28T01:30:27.341" v="10677"/>
        <pc:sldMkLst>
          <pc:docMk/>
          <pc:sldMk cId="3110772057" sldId="2809"/>
        </pc:sldMkLst>
        <pc:graphicFrameChg chg="mod">
          <ac:chgData name="Hur Jung" userId="763133add284fb2e" providerId="LiveId" clId="{63265192-7B44-45D3-A1BC-CD20A66879BE}" dt="2020-06-28T01:30:27.341" v="10677"/>
          <ac:graphicFrameMkLst>
            <pc:docMk/>
            <pc:sldMk cId="3110772057" sldId="2809"/>
            <ac:graphicFrameMk id="198" creationId="{BD77F526-8B85-459F-BCD3-42E0C73FA75F}"/>
          </ac:graphicFrameMkLst>
        </pc:graphicFrameChg>
      </pc:sldChg>
      <pc:sldChg chg="modSp mod">
        <pc:chgData name="Hur Jung" userId="763133add284fb2e" providerId="LiveId" clId="{63265192-7B44-45D3-A1BC-CD20A66879BE}" dt="2020-06-28T01:30:27.341" v="10677"/>
        <pc:sldMkLst>
          <pc:docMk/>
          <pc:sldMk cId="3052290454" sldId="2810"/>
        </pc:sldMkLst>
        <pc:spChg chg="mod">
          <ac:chgData name="Hur Jung" userId="763133add284fb2e" providerId="LiveId" clId="{63265192-7B44-45D3-A1BC-CD20A66879BE}" dt="2020-06-28T01:30:27.341" v="10677"/>
          <ac:spMkLst>
            <pc:docMk/>
            <pc:sldMk cId="3052290454" sldId="2810"/>
            <ac:spMk id="2" creationId="{7BD81DA4-00B3-4972-8588-E928EC125314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3052290454" sldId="2810"/>
            <ac:spMk id="3" creationId="{33EDFEF5-07B2-41DA-9044-87FC0D4242CE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3052290454" sldId="2810"/>
            <ac:spMk id="8" creationId="{6E82CFB3-5E2C-42A1-8F0B-AEA19D88CF3B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3052290454" sldId="2810"/>
            <ac:spMk id="12" creationId="{950B8EEF-4E62-415A-A1B1-92330E3EBCEB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3052290454" sldId="2810"/>
            <ac:spMk id="85" creationId="{81091F4D-78F8-4E9F-9D16-F977A5D792A9}"/>
          </ac:spMkLst>
        </pc:spChg>
        <pc:graphicFrameChg chg="mod modGraphic">
          <ac:chgData name="Hur Jung" userId="763133add284fb2e" providerId="LiveId" clId="{63265192-7B44-45D3-A1BC-CD20A66879BE}" dt="2020-06-28T00:50:33.386" v="10222"/>
          <ac:graphicFrameMkLst>
            <pc:docMk/>
            <pc:sldMk cId="3052290454" sldId="2810"/>
            <ac:graphicFrameMk id="54" creationId="{5DAB6617-9B21-4FED-959D-12C82DDA685F}"/>
          </ac:graphicFrameMkLst>
        </pc:graphicFrameChg>
      </pc:sldChg>
      <pc:sldChg chg="modSp mod">
        <pc:chgData name="Hur Jung" userId="763133add284fb2e" providerId="LiveId" clId="{63265192-7B44-45D3-A1BC-CD20A66879BE}" dt="2020-06-28T01:30:27.341" v="10677"/>
        <pc:sldMkLst>
          <pc:docMk/>
          <pc:sldMk cId="814784505" sldId="2811"/>
        </pc:sldMkLst>
        <pc:spChg chg="mod">
          <ac:chgData name="Hur Jung" userId="763133add284fb2e" providerId="LiveId" clId="{63265192-7B44-45D3-A1BC-CD20A66879BE}" dt="2020-06-28T01:30:27.341" v="10677"/>
          <ac:spMkLst>
            <pc:docMk/>
            <pc:sldMk cId="814784505" sldId="2811"/>
            <ac:spMk id="2" creationId="{06073308-4E16-4356-BA0A-F915E98AB01E}"/>
          </ac:spMkLst>
        </pc:spChg>
        <pc:spChg chg="mod">
          <ac:chgData name="Hur Jung" userId="763133add284fb2e" providerId="LiveId" clId="{63265192-7B44-45D3-A1BC-CD20A66879BE}" dt="2020-06-14T00:29:31.296" v="1377" actId="14100"/>
          <ac:spMkLst>
            <pc:docMk/>
            <pc:sldMk cId="814784505" sldId="2811"/>
            <ac:spMk id="5" creationId="{2647A46F-341F-46E2-A1A0-F81027AE9911}"/>
          </ac:spMkLst>
        </pc:spChg>
        <pc:spChg chg="mod">
          <ac:chgData name="Hur Jung" userId="763133add284fb2e" providerId="LiveId" clId="{63265192-7B44-45D3-A1BC-CD20A66879BE}" dt="2020-06-14T00:29:45.596" v="1378" actId="14100"/>
          <ac:spMkLst>
            <pc:docMk/>
            <pc:sldMk cId="814784505" sldId="2811"/>
            <ac:spMk id="6" creationId="{69AE0A71-0BBE-4D29-96B7-3D533BE54F79}"/>
          </ac:spMkLst>
        </pc:spChg>
      </pc:sldChg>
      <pc:sldChg chg="addSp delSp modSp add">
        <pc:chgData name="Hur Jung" userId="763133add284fb2e" providerId="LiveId" clId="{63265192-7B44-45D3-A1BC-CD20A66879BE}" dt="2020-06-15T07:57:55.475" v="3079"/>
        <pc:sldMkLst>
          <pc:docMk/>
          <pc:sldMk cId="3333024791" sldId="2850"/>
        </pc:sldMkLst>
        <pc:spChg chg="add del mod">
          <ac:chgData name="Hur Jung" userId="763133add284fb2e" providerId="LiveId" clId="{63265192-7B44-45D3-A1BC-CD20A66879BE}" dt="2020-06-15T07:57:55.475" v="3079"/>
          <ac:spMkLst>
            <pc:docMk/>
            <pc:sldMk cId="3333024791" sldId="2850"/>
            <ac:spMk id="5" creationId="{0C2F02F4-03A0-4B5B-B955-DD92CCDE9621}"/>
          </ac:spMkLst>
        </pc:spChg>
        <pc:spChg chg="add del mod">
          <ac:chgData name="Hur Jung" userId="763133add284fb2e" providerId="LiveId" clId="{63265192-7B44-45D3-A1BC-CD20A66879BE}" dt="2020-06-15T07:57:55.475" v="3079"/>
          <ac:spMkLst>
            <pc:docMk/>
            <pc:sldMk cId="3333024791" sldId="2850"/>
            <ac:spMk id="6" creationId="{A9E7A9D1-1BD3-4697-A39F-1EBED757DEEF}"/>
          </ac:spMkLst>
        </pc:spChg>
        <pc:spChg chg="mod">
          <ac:chgData name="Hur Jung" userId="763133add284fb2e" providerId="LiveId" clId="{63265192-7B44-45D3-A1BC-CD20A66879BE}" dt="2020-06-15T07:57:55.475" v="3079"/>
          <ac:spMkLst>
            <pc:docMk/>
            <pc:sldMk cId="3333024791" sldId="2850"/>
            <ac:spMk id="27" creationId="{F7CAEE6E-F278-4D6E-B43F-26FD2B03B0CD}"/>
          </ac:spMkLst>
        </pc:spChg>
      </pc:sldChg>
      <pc:sldChg chg="addSp delSp modSp mod">
        <pc:chgData name="Hur Jung" userId="763133add284fb2e" providerId="LiveId" clId="{63265192-7B44-45D3-A1BC-CD20A66879BE}" dt="2020-06-24T00:36:05.262" v="7154" actId="21"/>
        <pc:sldMkLst>
          <pc:docMk/>
          <pc:sldMk cId="2016437137" sldId="2899"/>
        </pc:sldMkLst>
        <pc:spChg chg="mod">
          <ac:chgData name="Hur Jung" userId="763133add284fb2e" providerId="LiveId" clId="{63265192-7B44-45D3-A1BC-CD20A66879BE}" dt="2020-06-13T06:42:28.044" v="596" actId="1076"/>
          <ac:spMkLst>
            <pc:docMk/>
            <pc:sldMk cId="2016437137" sldId="2899"/>
            <ac:spMk id="31" creationId="{66195BCE-DA5D-44D2-B724-8E9FB76D17A9}"/>
          </ac:spMkLst>
        </pc:spChg>
        <pc:spChg chg="add mod">
          <ac:chgData name="Hur Jung" userId="763133add284fb2e" providerId="LiveId" clId="{63265192-7B44-45D3-A1BC-CD20A66879BE}" dt="2020-06-13T06:45:50.098" v="661" actId="20577"/>
          <ac:spMkLst>
            <pc:docMk/>
            <pc:sldMk cId="2016437137" sldId="2899"/>
            <ac:spMk id="41" creationId="{C63C22FA-B033-408D-87F9-C921185DDAB1}"/>
          </ac:spMkLst>
        </pc:spChg>
        <pc:spChg chg="mod">
          <ac:chgData name="Hur Jung" userId="763133add284fb2e" providerId="LiveId" clId="{63265192-7B44-45D3-A1BC-CD20A66879BE}" dt="2020-06-13T06:41:17.750" v="592" actId="20577"/>
          <ac:spMkLst>
            <pc:docMk/>
            <pc:sldMk cId="2016437137" sldId="2899"/>
            <ac:spMk id="42" creationId="{7153747F-DB61-477A-BE4E-23C10A0E35FF}"/>
          </ac:spMkLst>
        </pc:spChg>
        <pc:spChg chg="mod">
          <ac:chgData name="Hur Jung" userId="763133add284fb2e" providerId="LiveId" clId="{63265192-7B44-45D3-A1BC-CD20A66879BE}" dt="2020-06-23T23:18:21.656" v="7125" actId="20577"/>
          <ac:spMkLst>
            <pc:docMk/>
            <pc:sldMk cId="2016437137" sldId="2899"/>
            <ac:spMk id="46" creationId="{641F0294-AE2B-4F4D-BE17-DA1960099CBC}"/>
          </ac:spMkLst>
        </pc:spChg>
        <pc:spChg chg="mod">
          <ac:chgData name="Hur Jung" userId="763133add284fb2e" providerId="LiveId" clId="{63265192-7B44-45D3-A1BC-CD20A66879BE}" dt="2020-06-13T06:43:47.842" v="631" actId="1076"/>
          <ac:spMkLst>
            <pc:docMk/>
            <pc:sldMk cId="2016437137" sldId="2899"/>
            <ac:spMk id="50" creationId="{8755FE99-52D3-47E1-A004-8123B1EC9C71}"/>
          </ac:spMkLst>
        </pc:spChg>
        <pc:spChg chg="mod">
          <ac:chgData name="Hur Jung" userId="763133add284fb2e" providerId="LiveId" clId="{63265192-7B44-45D3-A1BC-CD20A66879BE}" dt="2020-06-13T06:42:46.709" v="599" actId="1076"/>
          <ac:spMkLst>
            <pc:docMk/>
            <pc:sldMk cId="2016437137" sldId="2899"/>
            <ac:spMk id="63" creationId="{BB4C4AFA-9370-4C8C-A15D-8FC5ECB60D69}"/>
          </ac:spMkLst>
        </pc:spChg>
        <pc:spChg chg="mod">
          <ac:chgData name="Hur Jung" userId="763133add284fb2e" providerId="LiveId" clId="{63265192-7B44-45D3-A1BC-CD20A66879BE}" dt="2020-06-13T06:44:04.875" v="634" actId="1076"/>
          <ac:spMkLst>
            <pc:docMk/>
            <pc:sldMk cId="2016437137" sldId="2899"/>
            <ac:spMk id="68" creationId="{AC03A26E-A162-4479-9117-2DBBAFF7A47F}"/>
          </ac:spMkLst>
        </pc:spChg>
        <pc:spChg chg="mod">
          <ac:chgData name="Hur Jung" userId="763133add284fb2e" providerId="LiveId" clId="{63265192-7B44-45D3-A1BC-CD20A66879BE}" dt="2020-06-13T06:40:46.769" v="585" actId="1038"/>
          <ac:spMkLst>
            <pc:docMk/>
            <pc:sldMk cId="2016437137" sldId="2899"/>
            <ac:spMk id="98" creationId="{60455575-93A4-497F-B5A7-BD2AC7C4423E}"/>
          </ac:spMkLst>
        </pc:spChg>
        <pc:picChg chg="add del mod">
          <ac:chgData name="Hur Jung" userId="763133add284fb2e" providerId="LiveId" clId="{63265192-7B44-45D3-A1BC-CD20A66879BE}" dt="2020-06-24T00:36:05.262" v="7154" actId="21"/>
          <ac:picMkLst>
            <pc:docMk/>
            <pc:sldMk cId="2016437137" sldId="2899"/>
            <ac:picMk id="3" creationId="{47D4DC70-34ED-47EA-BEF2-944EBFBDDD07}"/>
          </ac:picMkLst>
        </pc:picChg>
        <pc:picChg chg="add del mod">
          <ac:chgData name="Hur Jung" userId="763133add284fb2e" providerId="LiveId" clId="{63265192-7B44-45D3-A1BC-CD20A66879BE}" dt="2020-06-14T09:23:18.636" v="2208" actId="21"/>
          <ac:picMkLst>
            <pc:docMk/>
            <pc:sldMk cId="2016437137" sldId="2899"/>
            <ac:picMk id="3" creationId="{65DE8DFD-F4AE-4D4B-8776-229CA8992A71}"/>
          </ac:picMkLst>
        </pc:picChg>
        <pc:picChg chg="add del mod">
          <ac:chgData name="Hur Jung" userId="763133add284fb2e" providerId="LiveId" clId="{63265192-7B44-45D3-A1BC-CD20A66879BE}" dt="2020-06-24T00:36:05.262" v="7154" actId="21"/>
          <ac:picMkLst>
            <pc:docMk/>
            <pc:sldMk cId="2016437137" sldId="2899"/>
            <ac:picMk id="43" creationId="{98ECB960-D416-44D4-87F5-ABAE6CFB8F38}"/>
          </ac:picMkLst>
        </pc:picChg>
        <pc:cxnChg chg="mod">
          <ac:chgData name="Hur Jung" userId="763133add284fb2e" providerId="LiveId" clId="{63265192-7B44-45D3-A1BC-CD20A66879BE}" dt="2020-06-13T06:42:23.713" v="595" actId="14100"/>
          <ac:cxnSpMkLst>
            <pc:docMk/>
            <pc:sldMk cId="2016437137" sldId="2899"/>
            <ac:cxnSpMk id="32" creationId="{A172A51F-EA61-48E1-91D2-357D783BF4BD}"/>
          </ac:cxnSpMkLst>
        </pc:cxnChg>
        <pc:cxnChg chg="mod">
          <ac:chgData name="Hur Jung" userId="763133add284fb2e" providerId="LiveId" clId="{63265192-7B44-45D3-A1BC-CD20A66879BE}" dt="2020-06-13T06:42:41.847" v="598" actId="14100"/>
          <ac:cxnSpMkLst>
            <pc:docMk/>
            <pc:sldMk cId="2016437137" sldId="2899"/>
            <ac:cxnSpMk id="60" creationId="{C1620606-54AB-42FB-9C77-FDADDED2C029}"/>
          </ac:cxnSpMkLst>
        </pc:cxnChg>
      </pc:sldChg>
      <pc:sldChg chg="modSp add mod">
        <pc:chgData name="Hur Jung" userId="763133add284fb2e" providerId="LiveId" clId="{63265192-7B44-45D3-A1BC-CD20A66879BE}" dt="2020-06-13T06:52:10.545" v="716" actId="14100"/>
        <pc:sldMkLst>
          <pc:docMk/>
          <pc:sldMk cId="282792704" sldId="2911"/>
        </pc:sldMkLst>
        <pc:spChg chg="mod">
          <ac:chgData name="Hur Jung" userId="763133add284fb2e" providerId="LiveId" clId="{63265192-7B44-45D3-A1BC-CD20A66879BE}" dt="2020-06-13T06:52:10.545" v="716" actId="14100"/>
          <ac:spMkLst>
            <pc:docMk/>
            <pc:sldMk cId="282792704" sldId="2911"/>
            <ac:spMk id="20" creationId="{C206B0B2-D079-4D7B-86FA-08BF69813C8F}"/>
          </ac:spMkLst>
        </pc:spChg>
      </pc:sldChg>
      <pc:sldChg chg="add">
        <pc:chgData name="Hur Jung" userId="763133add284fb2e" providerId="LiveId" clId="{63265192-7B44-45D3-A1BC-CD20A66879BE}" dt="2020-06-13T00:30:02.727" v="6"/>
        <pc:sldMkLst>
          <pc:docMk/>
          <pc:sldMk cId="3951330374" sldId="2912"/>
        </pc:sldMkLst>
      </pc:sldChg>
      <pc:sldChg chg="modSp add del mod modClrScheme chgLayout">
        <pc:chgData name="Hur Jung" userId="763133add284fb2e" providerId="LiveId" clId="{63265192-7B44-45D3-A1BC-CD20A66879BE}" dt="2020-06-14T05:47:31.032" v="1893" actId="47"/>
        <pc:sldMkLst>
          <pc:docMk/>
          <pc:sldMk cId="836044849" sldId="2929"/>
        </pc:sldMkLst>
        <pc:spChg chg="mod ord">
          <ac:chgData name="Hur Jung" userId="763133add284fb2e" providerId="LiveId" clId="{63265192-7B44-45D3-A1BC-CD20A66879BE}" dt="2020-06-14T01:16:46.929" v="1683" actId="700"/>
          <ac:spMkLst>
            <pc:docMk/>
            <pc:sldMk cId="836044849" sldId="2929"/>
            <ac:spMk id="4" creationId="{452F04F3-C4E6-41E5-AF51-87D15B3DCF68}"/>
          </ac:spMkLst>
        </pc:spChg>
        <pc:spChg chg="mod ord">
          <ac:chgData name="Hur Jung" userId="763133add284fb2e" providerId="LiveId" clId="{63265192-7B44-45D3-A1BC-CD20A66879BE}" dt="2020-06-14T01:16:51.877" v="1685" actId="14100"/>
          <ac:spMkLst>
            <pc:docMk/>
            <pc:sldMk cId="836044849" sldId="2929"/>
            <ac:spMk id="44" creationId="{77F2BBF6-87FE-4393-9F56-F51A143500AA}"/>
          </ac:spMkLst>
        </pc:spChg>
      </pc:sldChg>
      <pc:sldChg chg="modSp mod">
        <pc:chgData name="Hur Jung" userId="763133add284fb2e" providerId="LiveId" clId="{63265192-7B44-45D3-A1BC-CD20A66879BE}" dt="2020-06-23T23:19:13.022" v="7140" actId="20577"/>
        <pc:sldMkLst>
          <pc:docMk/>
          <pc:sldMk cId="3502725564" sldId="2934"/>
        </pc:sldMkLst>
        <pc:spChg chg="mod">
          <ac:chgData name="Hur Jung" userId="763133add284fb2e" providerId="LiveId" clId="{63265192-7B44-45D3-A1BC-CD20A66879BE}" dt="2020-06-23T23:19:13.022" v="7140" actId="20577"/>
          <ac:spMkLst>
            <pc:docMk/>
            <pc:sldMk cId="3502725564" sldId="2934"/>
            <ac:spMk id="46" creationId="{641F0294-AE2B-4F4D-BE17-DA1960099CBC}"/>
          </ac:spMkLst>
        </pc:spChg>
      </pc:sldChg>
      <pc:sldChg chg="addSp delSp modSp add mod">
        <pc:chgData name="Hur Jung" userId="763133add284fb2e" providerId="LiveId" clId="{63265192-7B44-45D3-A1BC-CD20A66879BE}" dt="2020-06-13T00:31:19.704" v="20" actId="478"/>
        <pc:sldMkLst>
          <pc:docMk/>
          <pc:sldMk cId="2108284574" sldId="2937"/>
        </pc:sldMkLst>
        <pc:picChg chg="del">
          <ac:chgData name="Hur Jung" userId="763133add284fb2e" providerId="LiveId" clId="{63265192-7B44-45D3-A1BC-CD20A66879BE}" dt="2020-06-13T00:31:19.704" v="20" actId="478"/>
          <ac:picMkLst>
            <pc:docMk/>
            <pc:sldMk cId="2108284574" sldId="2937"/>
            <ac:picMk id="2" creationId="{C5F201BC-4634-4CDB-B829-48BA0B918723}"/>
          </ac:picMkLst>
        </pc:picChg>
        <pc:picChg chg="add mod ord">
          <ac:chgData name="Hur Jung" userId="763133add284fb2e" providerId="LiveId" clId="{63265192-7B44-45D3-A1BC-CD20A66879BE}" dt="2020-06-13T00:31:15.467" v="19" actId="167"/>
          <ac:picMkLst>
            <pc:docMk/>
            <pc:sldMk cId="2108284574" sldId="2937"/>
            <ac:picMk id="5" creationId="{4F0E32CA-9B86-4169-B8C0-8D5D7FC27A15}"/>
          </ac:picMkLst>
        </pc:picChg>
      </pc:sldChg>
      <pc:sldChg chg="addSp modSp mod ord">
        <pc:chgData name="Hur Jung" userId="763133add284fb2e" providerId="LiveId" clId="{63265192-7B44-45D3-A1BC-CD20A66879BE}" dt="2020-06-25T12:24:41.335" v="7219" actId="20577"/>
        <pc:sldMkLst>
          <pc:docMk/>
          <pc:sldMk cId="3261783564" sldId="2938"/>
        </pc:sldMkLst>
        <pc:spChg chg="mod">
          <ac:chgData name="Hur Jung" userId="763133add284fb2e" providerId="LiveId" clId="{63265192-7B44-45D3-A1BC-CD20A66879BE}" dt="2020-06-13T00:25:52.626" v="4"/>
          <ac:spMkLst>
            <pc:docMk/>
            <pc:sldMk cId="3261783564" sldId="2938"/>
            <ac:spMk id="5" creationId="{40EDD587-6C7E-439C-A958-DEC9DB83C0ED}"/>
          </ac:spMkLst>
        </pc:spChg>
        <pc:spChg chg="add mod">
          <ac:chgData name="Hur Jung" userId="763133add284fb2e" providerId="LiveId" clId="{63265192-7B44-45D3-A1BC-CD20A66879BE}" dt="2020-06-15T11:45:28.559" v="4583" actId="1038"/>
          <ac:spMkLst>
            <pc:docMk/>
            <pc:sldMk cId="3261783564" sldId="2938"/>
            <ac:spMk id="41" creationId="{3FA3110F-16BA-4848-859E-3529A8DB8D90}"/>
          </ac:spMkLst>
        </pc:spChg>
        <pc:spChg chg="mod">
          <ac:chgData name="Hur Jung" userId="763133add284fb2e" providerId="LiveId" clId="{63265192-7B44-45D3-A1BC-CD20A66879BE}" dt="2020-06-15T11:42:55.292" v="4511" actId="14100"/>
          <ac:spMkLst>
            <pc:docMk/>
            <pc:sldMk cId="3261783564" sldId="2938"/>
            <ac:spMk id="83" creationId="{0922D32A-C2B6-4A8B-83A1-ADF7C6405D90}"/>
          </ac:spMkLst>
        </pc:spChg>
        <pc:spChg chg="mod">
          <ac:chgData name="Hur Jung" userId="763133add284fb2e" providerId="LiveId" clId="{63265192-7B44-45D3-A1BC-CD20A66879BE}" dt="2020-06-15T11:42:55.292" v="4511" actId="14100"/>
          <ac:spMkLst>
            <pc:docMk/>
            <pc:sldMk cId="3261783564" sldId="2938"/>
            <ac:spMk id="86" creationId="{2C0D0112-A344-4445-865D-106BC72E3FD5}"/>
          </ac:spMkLst>
        </pc:spChg>
        <pc:spChg chg="mod ord">
          <ac:chgData name="Hur Jung" userId="763133add284fb2e" providerId="LiveId" clId="{63265192-7B44-45D3-A1BC-CD20A66879BE}" dt="2020-06-15T11:49:11.590" v="4616" actId="167"/>
          <ac:spMkLst>
            <pc:docMk/>
            <pc:sldMk cId="3261783564" sldId="2938"/>
            <ac:spMk id="88" creationId="{2F256AE6-DD74-420A-8D6E-A31C0543B3A3}"/>
          </ac:spMkLst>
        </pc:spChg>
        <pc:spChg chg="mod">
          <ac:chgData name="Hur Jung" userId="763133add284fb2e" providerId="LiveId" clId="{63265192-7B44-45D3-A1BC-CD20A66879BE}" dt="2020-06-15T11:41:52.133" v="4470" actId="14100"/>
          <ac:spMkLst>
            <pc:docMk/>
            <pc:sldMk cId="3261783564" sldId="2938"/>
            <ac:spMk id="90" creationId="{4310CEFD-4900-48A7-9F65-6504F3F55EE4}"/>
          </ac:spMkLst>
        </pc:spChg>
        <pc:spChg chg="mod">
          <ac:chgData name="Hur Jung" userId="763133add284fb2e" providerId="LiveId" clId="{63265192-7B44-45D3-A1BC-CD20A66879BE}" dt="2020-06-15T11:41:52.133" v="4470" actId="14100"/>
          <ac:spMkLst>
            <pc:docMk/>
            <pc:sldMk cId="3261783564" sldId="2938"/>
            <ac:spMk id="92" creationId="{E4E594B3-4B79-42E8-B1C9-9A2E36C8DD21}"/>
          </ac:spMkLst>
        </pc:spChg>
        <pc:spChg chg="mod">
          <ac:chgData name="Hur Jung" userId="763133add284fb2e" providerId="LiveId" clId="{63265192-7B44-45D3-A1BC-CD20A66879BE}" dt="2020-06-15T11:42:34.268" v="4487" actId="1036"/>
          <ac:spMkLst>
            <pc:docMk/>
            <pc:sldMk cId="3261783564" sldId="2938"/>
            <ac:spMk id="93" creationId="{3BF2956A-EC83-4963-B541-730C88B5B3A8}"/>
          </ac:spMkLst>
        </pc:spChg>
        <pc:spChg chg="mod">
          <ac:chgData name="Hur Jung" userId="763133add284fb2e" providerId="LiveId" clId="{63265192-7B44-45D3-A1BC-CD20A66879BE}" dt="2020-06-15T11:46:12.255" v="4602" actId="1037"/>
          <ac:spMkLst>
            <pc:docMk/>
            <pc:sldMk cId="3261783564" sldId="2938"/>
            <ac:spMk id="97" creationId="{B72A2948-7F5A-49C9-AFBE-2F78692372C9}"/>
          </ac:spMkLst>
        </pc:spChg>
        <pc:spChg chg="mod">
          <ac:chgData name="Hur Jung" userId="763133add284fb2e" providerId="LiveId" clId="{63265192-7B44-45D3-A1BC-CD20A66879BE}" dt="2020-06-15T11:46:12.255" v="4602" actId="1037"/>
          <ac:spMkLst>
            <pc:docMk/>
            <pc:sldMk cId="3261783564" sldId="2938"/>
            <ac:spMk id="99" creationId="{14EC7001-7DAE-4CA9-B4A8-024FC12C4F38}"/>
          </ac:spMkLst>
        </pc:spChg>
        <pc:spChg chg="mod">
          <ac:chgData name="Hur Jung" userId="763133add284fb2e" providerId="LiveId" clId="{63265192-7B44-45D3-A1BC-CD20A66879BE}" dt="2020-06-15T11:47:12.464" v="4605" actId="14100"/>
          <ac:spMkLst>
            <pc:docMk/>
            <pc:sldMk cId="3261783564" sldId="2938"/>
            <ac:spMk id="103" creationId="{ABA0A1D9-3891-46EE-94E1-F763909E7FD0}"/>
          </ac:spMkLst>
        </pc:spChg>
        <pc:spChg chg="mod">
          <ac:chgData name="Hur Jung" userId="763133add284fb2e" providerId="LiveId" clId="{63265192-7B44-45D3-A1BC-CD20A66879BE}" dt="2020-06-15T12:03:27.602" v="4859"/>
          <ac:spMkLst>
            <pc:docMk/>
            <pc:sldMk cId="3261783564" sldId="2938"/>
            <ac:spMk id="106" creationId="{DF99EA9A-2F51-46D7-9A68-5B98F48F3B58}"/>
          </ac:spMkLst>
        </pc:spChg>
        <pc:spChg chg="mod">
          <ac:chgData name="Hur Jung" userId="763133add284fb2e" providerId="LiveId" clId="{63265192-7B44-45D3-A1BC-CD20A66879BE}" dt="2020-06-15T11:42:06.052" v="4478" actId="1035"/>
          <ac:spMkLst>
            <pc:docMk/>
            <pc:sldMk cId="3261783564" sldId="2938"/>
            <ac:spMk id="107" creationId="{894A682D-C2E9-45A8-813A-E03FC2C1C643}"/>
          </ac:spMkLst>
        </pc:spChg>
        <pc:spChg chg="mod">
          <ac:chgData name="Hur Jung" userId="763133add284fb2e" providerId="LiveId" clId="{63265192-7B44-45D3-A1BC-CD20A66879BE}" dt="2020-06-25T12:24:41.335" v="7219" actId="20577"/>
          <ac:spMkLst>
            <pc:docMk/>
            <pc:sldMk cId="3261783564" sldId="2938"/>
            <ac:spMk id="108" creationId="{C0A66C92-E49F-41A5-A0AC-9C9633FA9E3C}"/>
          </ac:spMkLst>
        </pc:spChg>
        <pc:spChg chg="mod">
          <ac:chgData name="Hur Jung" userId="763133add284fb2e" providerId="LiveId" clId="{63265192-7B44-45D3-A1BC-CD20A66879BE}" dt="2020-06-15T11:46:40.461" v="4604" actId="12788"/>
          <ac:spMkLst>
            <pc:docMk/>
            <pc:sldMk cId="3261783564" sldId="2938"/>
            <ac:spMk id="109" creationId="{DA2976C7-B03B-4ECC-8C4E-2260ABF37B6E}"/>
          </ac:spMkLst>
        </pc:spChg>
        <pc:spChg chg="mod">
          <ac:chgData name="Hur Jung" userId="763133add284fb2e" providerId="LiveId" clId="{63265192-7B44-45D3-A1BC-CD20A66879BE}" dt="2020-06-15T12:03:39.459" v="4880" actId="20577"/>
          <ac:spMkLst>
            <pc:docMk/>
            <pc:sldMk cId="3261783564" sldId="2938"/>
            <ac:spMk id="114" creationId="{245F862F-C427-4DB3-8229-D94290FFCD8A}"/>
          </ac:spMkLst>
        </pc:spChg>
        <pc:spChg chg="mod">
          <ac:chgData name="Hur Jung" userId="763133add284fb2e" providerId="LiveId" clId="{63265192-7B44-45D3-A1BC-CD20A66879BE}" dt="2020-06-15T11:51:26.905" v="4637" actId="20577"/>
          <ac:spMkLst>
            <pc:docMk/>
            <pc:sldMk cId="3261783564" sldId="2938"/>
            <ac:spMk id="126" creationId="{A67D14BE-4FE9-4280-A5C3-CE82D2A728D0}"/>
          </ac:spMkLst>
        </pc:spChg>
        <pc:spChg chg="mod">
          <ac:chgData name="Hur Jung" userId="763133add284fb2e" providerId="LiveId" clId="{63265192-7B44-45D3-A1BC-CD20A66879BE}" dt="2020-06-15T11:46:12.255" v="4602" actId="1037"/>
          <ac:spMkLst>
            <pc:docMk/>
            <pc:sldMk cId="3261783564" sldId="2938"/>
            <ac:spMk id="146" creationId="{0EEFA3BE-4F82-478D-8635-04B27D280825}"/>
          </ac:spMkLst>
        </pc:spChg>
        <pc:grpChg chg="add mod">
          <ac:chgData name="Hur Jung" userId="763133add284fb2e" providerId="LiveId" clId="{63265192-7B44-45D3-A1BC-CD20A66879BE}" dt="2020-06-15T11:49:14.732" v="4617" actId="1076"/>
          <ac:grpSpMkLst>
            <pc:docMk/>
            <pc:sldMk cId="3261783564" sldId="2938"/>
            <ac:grpSpMk id="59" creationId="{48DB3387-9F7F-4892-9668-41E6CFBC9613}"/>
          </ac:grpSpMkLst>
        </pc:grpChg>
        <pc:picChg chg="mod">
          <ac:chgData name="Hur Jung" userId="763133add284fb2e" providerId="LiveId" clId="{63265192-7B44-45D3-A1BC-CD20A66879BE}" dt="2020-06-15T11:47:17.945" v="4609" actId="1036"/>
          <ac:picMkLst>
            <pc:docMk/>
            <pc:sldMk cId="3261783564" sldId="2938"/>
            <ac:picMk id="52" creationId="{50C75646-2AC8-49C0-A8D8-E1EFD483D5B9}"/>
          </ac:picMkLst>
        </pc:picChg>
        <pc:picChg chg="mod">
          <ac:chgData name="Hur Jung" userId="763133add284fb2e" providerId="LiveId" clId="{63265192-7B44-45D3-A1BC-CD20A66879BE}" dt="2020-06-15T11:49:14.732" v="4617" actId="1076"/>
          <ac:picMkLst>
            <pc:docMk/>
            <pc:sldMk cId="3261783564" sldId="2938"/>
            <ac:picMk id="60" creationId="{123419EF-F5C8-4F91-A8CE-0F564EE49800}"/>
          </ac:picMkLst>
        </pc:picChg>
        <pc:picChg chg="mod">
          <ac:chgData name="Hur Jung" userId="763133add284fb2e" providerId="LiveId" clId="{63265192-7B44-45D3-A1BC-CD20A66879BE}" dt="2020-06-15T11:49:14.732" v="4617" actId="1076"/>
          <ac:picMkLst>
            <pc:docMk/>
            <pc:sldMk cId="3261783564" sldId="2938"/>
            <ac:picMk id="61" creationId="{F4BF73E2-EF9F-4A52-A691-5F16A89AE799}"/>
          </ac:picMkLst>
        </pc:picChg>
        <pc:picChg chg="mod">
          <ac:chgData name="Hur Jung" userId="763133add284fb2e" providerId="LiveId" clId="{63265192-7B44-45D3-A1BC-CD20A66879BE}" dt="2020-06-15T11:49:14.732" v="4617" actId="1076"/>
          <ac:picMkLst>
            <pc:docMk/>
            <pc:sldMk cId="3261783564" sldId="2938"/>
            <ac:picMk id="62" creationId="{02B0E95A-CCCC-44B1-94E2-982A527B027E}"/>
          </ac:picMkLst>
        </pc:picChg>
        <pc:cxnChg chg="mod">
          <ac:chgData name="Hur Jung" userId="763133add284fb2e" providerId="LiveId" clId="{63265192-7B44-45D3-A1BC-CD20A66879BE}" dt="2020-06-15T11:47:12.464" v="4605" actId="14100"/>
          <ac:cxnSpMkLst>
            <pc:docMk/>
            <pc:sldMk cId="3261783564" sldId="2938"/>
            <ac:cxnSpMk id="47" creationId="{485F3411-1EDF-454D-9DD2-B35CFB9C00B5}"/>
          </ac:cxnSpMkLst>
        </pc:cxnChg>
        <pc:cxnChg chg="add mod">
          <ac:chgData name="Hur Jung" userId="763133add284fb2e" providerId="LiveId" clId="{63265192-7B44-45D3-A1BC-CD20A66879BE}" dt="2020-06-15T11:46:12.255" v="4602" actId="1037"/>
          <ac:cxnSpMkLst>
            <pc:docMk/>
            <pc:sldMk cId="3261783564" sldId="2938"/>
            <ac:cxnSpMk id="48" creationId="{65E9AA2D-8CBD-4396-8426-3815CC6405E1}"/>
          </ac:cxnSpMkLst>
        </pc:cxnChg>
        <pc:cxnChg chg="add mod">
          <ac:chgData name="Hur Jung" userId="763133add284fb2e" providerId="LiveId" clId="{63265192-7B44-45D3-A1BC-CD20A66879BE}" dt="2020-06-15T11:50:22.040" v="4619" actId="693"/>
          <ac:cxnSpMkLst>
            <pc:docMk/>
            <pc:sldMk cId="3261783564" sldId="2938"/>
            <ac:cxnSpMk id="51" creationId="{06D7EB96-3C62-43FD-98A6-C3D8BF35C581}"/>
          </ac:cxnSpMkLst>
        </pc:cxnChg>
        <pc:cxnChg chg="mod">
          <ac:chgData name="Hur Jung" userId="763133add284fb2e" providerId="LiveId" clId="{63265192-7B44-45D3-A1BC-CD20A66879BE}" dt="2020-06-15T11:46:12.255" v="4602" actId="1037"/>
          <ac:cxnSpMkLst>
            <pc:docMk/>
            <pc:sldMk cId="3261783564" sldId="2938"/>
            <ac:cxnSpMk id="102" creationId="{7663BB63-D740-4F50-839D-DD6E7CCAC73E}"/>
          </ac:cxnSpMkLst>
        </pc:cxnChg>
        <pc:cxnChg chg="mod">
          <ac:chgData name="Hur Jung" userId="763133add284fb2e" providerId="LiveId" clId="{63265192-7B44-45D3-A1BC-CD20A66879BE}" dt="2020-06-15T11:47:12.464" v="4605" actId="14100"/>
          <ac:cxnSpMkLst>
            <pc:docMk/>
            <pc:sldMk cId="3261783564" sldId="2938"/>
            <ac:cxnSpMk id="112" creationId="{584BA5E0-410B-44CB-BFDC-F1CDBE9C2C2A}"/>
          </ac:cxnSpMkLst>
        </pc:cxnChg>
        <pc:cxnChg chg="mod">
          <ac:chgData name="Hur Jung" userId="763133add284fb2e" providerId="LiveId" clId="{63265192-7B44-45D3-A1BC-CD20A66879BE}" dt="2020-06-15T11:42:06.052" v="4478" actId="1035"/>
          <ac:cxnSpMkLst>
            <pc:docMk/>
            <pc:sldMk cId="3261783564" sldId="2938"/>
            <ac:cxnSpMk id="117" creationId="{92A3671C-4907-465E-BD49-B9B1DC8F22BF}"/>
          </ac:cxnSpMkLst>
        </pc:cxnChg>
        <pc:cxnChg chg="mod">
          <ac:chgData name="Hur Jung" userId="763133add284fb2e" providerId="LiveId" clId="{63265192-7B44-45D3-A1BC-CD20A66879BE}" dt="2020-06-15T11:46:12.255" v="4602" actId="1037"/>
          <ac:cxnSpMkLst>
            <pc:docMk/>
            <pc:sldMk cId="3261783564" sldId="2938"/>
            <ac:cxnSpMk id="118" creationId="{A41BA555-6682-4CBB-8A10-BE38A4228AB3}"/>
          </ac:cxnSpMkLst>
        </pc:cxnChg>
        <pc:cxnChg chg="mod">
          <ac:chgData name="Hur Jung" userId="763133add284fb2e" providerId="LiveId" clId="{63265192-7B44-45D3-A1BC-CD20A66879BE}" dt="2020-06-15T11:46:40.461" v="4604" actId="12788"/>
          <ac:cxnSpMkLst>
            <pc:docMk/>
            <pc:sldMk cId="3261783564" sldId="2938"/>
            <ac:cxnSpMk id="119" creationId="{9EC91E26-91AB-40EE-8604-28249EE2B582}"/>
          </ac:cxnSpMkLst>
        </pc:cxnChg>
        <pc:cxnChg chg="mod">
          <ac:chgData name="Hur Jung" userId="763133add284fb2e" providerId="LiveId" clId="{63265192-7B44-45D3-A1BC-CD20A66879BE}" dt="2020-06-15T11:42:34.268" v="4487" actId="1036"/>
          <ac:cxnSpMkLst>
            <pc:docMk/>
            <pc:sldMk cId="3261783564" sldId="2938"/>
            <ac:cxnSpMk id="134" creationId="{43BD4A1E-E3A4-479F-80A2-A15E8CEB8BEB}"/>
          </ac:cxnSpMkLst>
        </pc:cxnChg>
        <pc:cxnChg chg="mod">
          <ac:chgData name="Hur Jung" userId="763133add284fb2e" providerId="LiveId" clId="{63265192-7B44-45D3-A1BC-CD20A66879BE}" dt="2020-06-15T11:46:12.255" v="4602" actId="1037"/>
          <ac:cxnSpMkLst>
            <pc:docMk/>
            <pc:sldMk cId="3261783564" sldId="2938"/>
            <ac:cxnSpMk id="148" creationId="{BFB4AF60-D159-45DE-89D2-7FA5CF10609F}"/>
          </ac:cxnSpMkLst>
        </pc:cxnChg>
      </pc:sldChg>
      <pc:sldChg chg="addSp delSp modSp mod">
        <pc:chgData name="Hur Jung" userId="763133add284fb2e" providerId="LiveId" clId="{63265192-7B44-45D3-A1BC-CD20A66879BE}" dt="2020-06-27T00:29:26.319" v="7350" actId="207"/>
        <pc:sldMkLst>
          <pc:docMk/>
          <pc:sldMk cId="4266795122" sldId="2939"/>
        </pc:sldMkLst>
        <pc:spChg chg="mod">
          <ac:chgData name="Hur Jung" userId="763133add284fb2e" providerId="LiveId" clId="{63265192-7B44-45D3-A1BC-CD20A66879BE}" dt="2020-06-13T01:35:33.224" v="452" actId="1037"/>
          <ac:spMkLst>
            <pc:docMk/>
            <pc:sldMk cId="4266795122" sldId="2939"/>
            <ac:spMk id="9" creationId="{BBA14EF1-1985-403D-A6C6-339E468259A7}"/>
          </ac:spMkLst>
        </pc:spChg>
        <pc:spChg chg="mod">
          <ac:chgData name="Hur Jung" userId="763133add284fb2e" providerId="LiveId" clId="{63265192-7B44-45D3-A1BC-CD20A66879BE}" dt="2020-06-27T00:24:09.091" v="7264" actId="5793"/>
          <ac:spMkLst>
            <pc:docMk/>
            <pc:sldMk cId="4266795122" sldId="2939"/>
            <ac:spMk id="10" creationId="{BB937DB0-60E9-4598-AC40-4E59C9CB6A24}"/>
          </ac:spMkLst>
        </pc:spChg>
        <pc:spChg chg="mod">
          <ac:chgData name="Hur Jung" userId="763133add284fb2e" providerId="LiveId" clId="{63265192-7B44-45D3-A1BC-CD20A66879BE}" dt="2020-06-27T00:28:26.392" v="7339" actId="1038"/>
          <ac:spMkLst>
            <pc:docMk/>
            <pc:sldMk cId="4266795122" sldId="2939"/>
            <ac:spMk id="14" creationId="{220C1761-03D1-4E56-83DE-0F8EA3C33C91}"/>
          </ac:spMkLst>
        </pc:spChg>
        <pc:spChg chg="mod">
          <ac:chgData name="Hur Jung" userId="763133add284fb2e" providerId="LiveId" clId="{63265192-7B44-45D3-A1BC-CD20A66879BE}" dt="2020-06-27T00:28:22.451" v="7332" actId="1038"/>
          <ac:spMkLst>
            <pc:docMk/>
            <pc:sldMk cId="4266795122" sldId="2939"/>
            <ac:spMk id="15" creationId="{AB99D5CF-D01B-45D3-9E5B-0B09C0079BF6}"/>
          </ac:spMkLst>
        </pc:spChg>
        <pc:spChg chg="mod">
          <ac:chgData name="Hur Jung" userId="763133add284fb2e" providerId="LiveId" clId="{63265192-7B44-45D3-A1BC-CD20A66879BE}" dt="2020-06-13T01:35:33.224" v="452" actId="1037"/>
          <ac:spMkLst>
            <pc:docMk/>
            <pc:sldMk cId="4266795122" sldId="2939"/>
            <ac:spMk id="21" creationId="{6B0CDA5E-9D51-4414-9D82-6D9EDF95FBA1}"/>
          </ac:spMkLst>
        </pc:spChg>
        <pc:spChg chg="mod">
          <ac:chgData name="Hur Jung" userId="763133add284fb2e" providerId="LiveId" clId="{63265192-7B44-45D3-A1BC-CD20A66879BE}" dt="2020-06-27T00:25:19.219" v="7282" actId="20577"/>
          <ac:spMkLst>
            <pc:docMk/>
            <pc:sldMk cId="4266795122" sldId="2939"/>
            <ac:spMk id="22" creationId="{98C91BCC-338E-4568-944C-02684A821C4C}"/>
          </ac:spMkLst>
        </pc:spChg>
        <pc:spChg chg="mod">
          <ac:chgData name="Hur Jung" userId="763133add284fb2e" providerId="LiveId" clId="{63265192-7B44-45D3-A1BC-CD20A66879BE}" dt="2020-06-13T01:35:33.224" v="452" actId="1037"/>
          <ac:spMkLst>
            <pc:docMk/>
            <pc:sldMk cId="4266795122" sldId="2939"/>
            <ac:spMk id="49" creationId="{1765F764-36C8-425D-9FAA-0AB81318EE8F}"/>
          </ac:spMkLst>
        </pc:spChg>
        <pc:spChg chg="mod">
          <ac:chgData name="Hur Jung" userId="763133add284fb2e" providerId="LiveId" clId="{63265192-7B44-45D3-A1BC-CD20A66879BE}" dt="2020-06-13T01:39:33.302" v="557" actId="1036"/>
          <ac:spMkLst>
            <pc:docMk/>
            <pc:sldMk cId="4266795122" sldId="2939"/>
            <ac:spMk id="52" creationId="{80E2DB66-E1F8-4F9C-8E62-2037495F80D7}"/>
          </ac:spMkLst>
        </pc:spChg>
        <pc:spChg chg="mod">
          <ac:chgData name="Hur Jung" userId="763133add284fb2e" providerId="LiveId" clId="{63265192-7B44-45D3-A1BC-CD20A66879BE}" dt="2020-06-13T01:35:33.224" v="452" actId="1037"/>
          <ac:spMkLst>
            <pc:docMk/>
            <pc:sldMk cId="4266795122" sldId="2939"/>
            <ac:spMk id="55" creationId="{F234A2D4-7939-403B-B0AD-53E1613FF23B}"/>
          </ac:spMkLst>
        </pc:spChg>
        <pc:spChg chg="mod">
          <ac:chgData name="Hur Jung" userId="763133add284fb2e" providerId="LiveId" clId="{63265192-7B44-45D3-A1BC-CD20A66879BE}" dt="2020-06-27T00:23:08.871" v="7227" actId="20577"/>
          <ac:spMkLst>
            <pc:docMk/>
            <pc:sldMk cId="4266795122" sldId="2939"/>
            <ac:spMk id="56" creationId="{89318243-2396-4306-8730-878E7D44F06A}"/>
          </ac:spMkLst>
        </pc:spChg>
        <pc:spChg chg="add mod">
          <ac:chgData name="Hur Jung" userId="763133add284fb2e" providerId="LiveId" clId="{63265192-7B44-45D3-A1BC-CD20A66879BE}" dt="2020-06-27T00:29:26.319" v="7350" actId="207"/>
          <ac:spMkLst>
            <pc:docMk/>
            <pc:sldMk cId="4266795122" sldId="2939"/>
            <ac:spMk id="80" creationId="{2EE1EBF5-52AF-44D9-A85B-F6FF60150C8F}"/>
          </ac:spMkLst>
        </pc:spChg>
        <pc:spChg chg="mod">
          <ac:chgData name="Hur Jung" userId="763133add284fb2e" providerId="LiveId" clId="{63265192-7B44-45D3-A1BC-CD20A66879BE}" dt="2020-06-27T00:26:01.451" v="7285" actId="555"/>
          <ac:spMkLst>
            <pc:docMk/>
            <pc:sldMk cId="4266795122" sldId="2939"/>
            <ac:spMk id="83" creationId="{D2D047AC-4C9F-4F34-9049-4C3FB130F4DB}"/>
          </ac:spMkLst>
        </pc:spChg>
        <pc:spChg chg="mod">
          <ac:chgData name="Hur Jung" userId="763133add284fb2e" providerId="LiveId" clId="{63265192-7B44-45D3-A1BC-CD20A66879BE}" dt="2020-06-27T00:23:12.562" v="7228" actId="20577"/>
          <ac:spMkLst>
            <pc:docMk/>
            <pc:sldMk cId="4266795122" sldId="2939"/>
            <ac:spMk id="84" creationId="{19F3AA02-C267-4621-96EB-6DB0A36C1473}"/>
          </ac:spMkLst>
        </pc:spChg>
        <pc:spChg chg="mod">
          <ac:chgData name="Hur Jung" userId="763133add284fb2e" providerId="LiveId" clId="{63265192-7B44-45D3-A1BC-CD20A66879BE}" dt="2020-06-27T00:26:01.451" v="7285" actId="555"/>
          <ac:spMkLst>
            <pc:docMk/>
            <pc:sldMk cId="4266795122" sldId="2939"/>
            <ac:spMk id="90" creationId="{FFE4B3D0-E073-4AE7-96A8-068B700D8791}"/>
          </ac:spMkLst>
        </pc:spChg>
        <pc:spChg chg="del mod">
          <ac:chgData name="Hur Jung" userId="763133add284fb2e" providerId="LiveId" clId="{63265192-7B44-45D3-A1BC-CD20A66879BE}" dt="2020-06-13T01:36:26.623" v="517" actId="478"/>
          <ac:spMkLst>
            <pc:docMk/>
            <pc:sldMk cId="4266795122" sldId="2939"/>
            <ac:spMk id="91" creationId="{DA62656D-DAAF-4961-948E-8975AB911B32}"/>
          </ac:spMkLst>
        </pc:spChg>
        <pc:spChg chg="mod">
          <ac:chgData name="Hur Jung" userId="763133add284fb2e" providerId="LiveId" clId="{63265192-7B44-45D3-A1BC-CD20A66879BE}" dt="2020-06-13T01:36:49.541" v="521" actId="1076"/>
          <ac:spMkLst>
            <pc:docMk/>
            <pc:sldMk cId="4266795122" sldId="2939"/>
            <ac:spMk id="111" creationId="{73E6E301-EE4C-40CF-9446-A1E32B01B27B}"/>
          </ac:spMkLst>
        </pc:spChg>
        <pc:spChg chg="mod">
          <ac:chgData name="Hur Jung" userId="763133add284fb2e" providerId="LiveId" clId="{63265192-7B44-45D3-A1BC-CD20A66879BE}" dt="2020-06-13T01:36:53.692" v="522" actId="1076"/>
          <ac:spMkLst>
            <pc:docMk/>
            <pc:sldMk cId="4266795122" sldId="2939"/>
            <ac:spMk id="119" creationId="{31791E90-06DC-4FCB-907A-A62C78956292}"/>
          </ac:spMkLst>
        </pc:spChg>
        <pc:spChg chg="mod">
          <ac:chgData name="Hur Jung" userId="763133add284fb2e" providerId="LiveId" clId="{63265192-7B44-45D3-A1BC-CD20A66879BE}" dt="2020-06-13T01:35:33.224" v="452" actId="1037"/>
          <ac:spMkLst>
            <pc:docMk/>
            <pc:sldMk cId="4266795122" sldId="2939"/>
            <ac:spMk id="121" creationId="{A188D07D-8A7F-483C-800F-328C035EB939}"/>
          </ac:spMkLst>
        </pc:spChg>
        <pc:spChg chg="mod">
          <ac:chgData name="Hur Jung" userId="763133add284fb2e" providerId="LiveId" clId="{63265192-7B44-45D3-A1BC-CD20A66879BE}" dt="2020-06-13T06:39:30.087" v="571" actId="1038"/>
          <ac:spMkLst>
            <pc:docMk/>
            <pc:sldMk cId="4266795122" sldId="2939"/>
            <ac:spMk id="145" creationId="{E4C248F2-253C-4878-B7A2-83E2E45570D8}"/>
          </ac:spMkLst>
        </pc:spChg>
        <pc:spChg chg="mod">
          <ac:chgData name="Hur Jung" userId="763133add284fb2e" providerId="LiveId" clId="{63265192-7B44-45D3-A1BC-CD20A66879BE}" dt="2020-06-13T01:42:20.263" v="564" actId="1037"/>
          <ac:spMkLst>
            <pc:docMk/>
            <pc:sldMk cId="4266795122" sldId="2939"/>
            <ac:spMk id="173" creationId="{8EA88DE1-0BB6-414F-8DDC-D4A1918FBEEF}"/>
          </ac:spMkLst>
        </pc:spChg>
        <pc:spChg chg="mod">
          <ac:chgData name="Hur Jung" userId="763133add284fb2e" providerId="LiveId" clId="{63265192-7B44-45D3-A1BC-CD20A66879BE}" dt="2020-06-27T00:23:16.747" v="7229" actId="20577"/>
          <ac:spMkLst>
            <pc:docMk/>
            <pc:sldMk cId="4266795122" sldId="2939"/>
            <ac:spMk id="179" creationId="{7D64AE60-B59F-400A-ACB5-2E5D006FF8C5}"/>
          </ac:spMkLst>
        </pc:spChg>
        <pc:spChg chg="mod">
          <ac:chgData name="Hur Jung" userId="763133add284fb2e" providerId="LiveId" clId="{63265192-7B44-45D3-A1BC-CD20A66879BE}" dt="2020-06-27T00:27:08.241" v="7292" actId="1035"/>
          <ac:spMkLst>
            <pc:docMk/>
            <pc:sldMk cId="4266795122" sldId="2939"/>
            <ac:spMk id="189" creationId="{E22E77B8-3ED8-4E6D-87D6-90778E10EA3E}"/>
          </ac:spMkLst>
        </pc:spChg>
        <pc:spChg chg="mod">
          <ac:chgData name="Hur Jung" userId="763133add284fb2e" providerId="LiveId" clId="{63265192-7B44-45D3-A1BC-CD20A66879BE}" dt="2020-06-27T00:27:16.658" v="7303" actId="1036"/>
          <ac:spMkLst>
            <pc:docMk/>
            <pc:sldMk cId="4266795122" sldId="2939"/>
            <ac:spMk id="201" creationId="{EA7967CC-957F-459C-88BB-C75768EA36BE}"/>
          </ac:spMkLst>
        </pc:spChg>
        <pc:picChg chg="mod">
          <ac:chgData name="Hur Jung" userId="763133add284fb2e" providerId="LiveId" clId="{63265192-7B44-45D3-A1BC-CD20A66879BE}" dt="2020-06-13T01:36:03.117" v="516" actId="1036"/>
          <ac:picMkLst>
            <pc:docMk/>
            <pc:sldMk cId="4266795122" sldId="2939"/>
            <ac:picMk id="8" creationId="{460CE47C-252D-42B1-8596-1F469169E1C9}"/>
          </ac:picMkLst>
        </pc:picChg>
        <pc:picChg chg="mod">
          <ac:chgData name="Hur Jung" userId="763133add284fb2e" providerId="LiveId" clId="{63265192-7B44-45D3-A1BC-CD20A66879BE}" dt="2020-06-13T01:35:33.224" v="452" actId="1037"/>
          <ac:picMkLst>
            <pc:docMk/>
            <pc:sldMk cId="4266795122" sldId="2939"/>
            <ac:picMk id="36" creationId="{C2EDE6E9-E34A-449A-A041-D1CAD9F2322E}"/>
          </ac:picMkLst>
        </pc:picChg>
        <pc:picChg chg="mod">
          <ac:chgData name="Hur Jung" userId="763133add284fb2e" providerId="LiveId" clId="{63265192-7B44-45D3-A1BC-CD20A66879BE}" dt="2020-06-13T01:36:03.117" v="516" actId="1036"/>
          <ac:picMkLst>
            <pc:docMk/>
            <pc:sldMk cId="4266795122" sldId="2939"/>
            <ac:picMk id="38" creationId="{DF7746D4-B34E-4789-AF8A-6B7C1C7809C8}"/>
          </ac:picMkLst>
        </pc:picChg>
        <pc:picChg chg="mod">
          <ac:chgData name="Hur Jung" userId="763133add284fb2e" providerId="LiveId" clId="{63265192-7B44-45D3-A1BC-CD20A66879BE}" dt="2020-06-27T00:27:51.220" v="7304" actId="1076"/>
          <ac:picMkLst>
            <pc:docMk/>
            <pc:sldMk cId="4266795122" sldId="2939"/>
            <ac:picMk id="123" creationId="{7C756BFE-43C3-4417-B4A3-8EE858AC7420}"/>
          </ac:picMkLst>
        </pc:picChg>
        <pc:cxnChg chg="mod">
          <ac:chgData name="Hur Jung" userId="763133add284fb2e" providerId="LiveId" clId="{63265192-7B44-45D3-A1BC-CD20A66879BE}" dt="2020-06-27T00:28:26.392" v="7339" actId="1038"/>
          <ac:cxnSpMkLst>
            <pc:docMk/>
            <pc:sldMk cId="4266795122" sldId="2939"/>
            <ac:cxnSpMk id="18" creationId="{BCDC3870-4FEE-41CD-B697-1A4587BB629C}"/>
          </ac:cxnSpMkLst>
        </pc:cxnChg>
        <pc:cxnChg chg="mod">
          <ac:chgData name="Hur Jung" userId="763133add284fb2e" providerId="LiveId" clId="{63265192-7B44-45D3-A1BC-CD20A66879BE}" dt="2020-06-13T01:39:04.650" v="555" actId="14100"/>
          <ac:cxnSpMkLst>
            <pc:docMk/>
            <pc:sldMk cId="4266795122" sldId="2939"/>
            <ac:cxnSpMk id="23" creationId="{2475EAD3-DEC1-4FFC-B787-DF6A200F0C1E}"/>
          </ac:cxnSpMkLst>
        </pc:cxnChg>
        <pc:cxnChg chg="mod">
          <ac:chgData name="Hur Jung" userId="763133add284fb2e" providerId="LiveId" clId="{63265192-7B44-45D3-A1BC-CD20A66879BE}" dt="2020-06-13T01:39:33.302" v="557" actId="1036"/>
          <ac:cxnSpMkLst>
            <pc:docMk/>
            <pc:sldMk cId="4266795122" sldId="2939"/>
            <ac:cxnSpMk id="24" creationId="{F1C4052A-4B27-40E0-932D-B2BDEF4739D7}"/>
          </ac:cxnSpMkLst>
        </pc:cxnChg>
        <pc:cxnChg chg="mod">
          <ac:chgData name="Hur Jung" userId="763133add284fb2e" providerId="LiveId" clId="{63265192-7B44-45D3-A1BC-CD20A66879BE}" dt="2020-06-13T01:35:33.224" v="452" actId="1037"/>
          <ac:cxnSpMkLst>
            <pc:docMk/>
            <pc:sldMk cId="4266795122" sldId="2939"/>
            <ac:cxnSpMk id="25" creationId="{8AD4ED1B-19EB-4BD3-B222-79B1CA3F4C1B}"/>
          </ac:cxnSpMkLst>
        </pc:cxnChg>
        <pc:cxnChg chg="mod">
          <ac:chgData name="Hur Jung" userId="763133add284fb2e" providerId="LiveId" clId="{63265192-7B44-45D3-A1BC-CD20A66879BE}" dt="2020-06-13T01:35:33.224" v="452" actId="1037"/>
          <ac:cxnSpMkLst>
            <pc:docMk/>
            <pc:sldMk cId="4266795122" sldId="2939"/>
            <ac:cxnSpMk id="44" creationId="{643B1038-DC9A-419F-AD22-6B1F39611F8E}"/>
          </ac:cxnSpMkLst>
        </pc:cxnChg>
        <pc:cxnChg chg="mod">
          <ac:chgData name="Hur Jung" userId="763133add284fb2e" providerId="LiveId" clId="{63265192-7B44-45D3-A1BC-CD20A66879BE}" dt="2020-06-13T01:39:33.302" v="557" actId="1036"/>
          <ac:cxnSpMkLst>
            <pc:docMk/>
            <pc:sldMk cId="4266795122" sldId="2939"/>
            <ac:cxnSpMk id="53" creationId="{1D3D31AA-A56D-47C5-B266-A268E7E95077}"/>
          </ac:cxnSpMkLst>
        </pc:cxnChg>
        <pc:cxnChg chg="mod">
          <ac:chgData name="Hur Jung" userId="763133add284fb2e" providerId="LiveId" clId="{63265192-7B44-45D3-A1BC-CD20A66879BE}" dt="2020-06-13T06:39:39.793" v="572" actId="14100"/>
          <ac:cxnSpMkLst>
            <pc:docMk/>
            <pc:sldMk cId="4266795122" sldId="2939"/>
            <ac:cxnSpMk id="57" creationId="{5BE32A5C-177B-4C43-B7E8-F49DA4C357D4}"/>
          </ac:cxnSpMkLst>
        </pc:cxnChg>
        <pc:cxnChg chg="mod">
          <ac:chgData name="Hur Jung" userId="763133add284fb2e" providerId="LiveId" clId="{63265192-7B44-45D3-A1BC-CD20A66879BE}" dt="2020-06-13T01:36:39.573" v="519" actId="14100"/>
          <ac:cxnSpMkLst>
            <pc:docMk/>
            <pc:sldMk cId="4266795122" sldId="2939"/>
            <ac:cxnSpMk id="81" creationId="{672FC7F6-F99C-42E5-B831-FE0219ECC436}"/>
          </ac:cxnSpMkLst>
        </pc:cxnChg>
        <pc:cxnChg chg="del mod">
          <ac:chgData name="Hur Jung" userId="763133add284fb2e" providerId="LiveId" clId="{63265192-7B44-45D3-A1BC-CD20A66879BE}" dt="2020-06-13T01:36:28.895" v="518" actId="478"/>
          <ac:cxnSpMkLst>
            <pc:docMk/>
            <pc:sldMk cId="4266795122" sldId="2939"/>
            <ac:cxnSpMk id="85" creationId="{DB4F4C41-A83C-42A9-8806-BF3650128E73}"/>
          </ac:cxnSpMkLst>
        </pc:cxnChg>
        <pc:cxnChg chg="mod">
          <ac:chgData name="Hur Jung" userId="763133add284fb2e" providerId="LiveId" clId="{63265192-7B44-45D3-A1BC-CD20A66879BE}" dt="2020-06-27T00:26:01.451" v="7285" actId="555"/>
          <ac:cxnSpMkLst>
            <pc:docMk/>
            <pc:sldMk cId="4266795122" sldId="2939"/>
            <ac:cxnSpMk id="86" creationId="{A702D72D-C838-4291-A165-63D6DD0E2928}"/>
          </ac:cxnSpMkLst>
        </pc:cxnChg>
        <pc:cxnChg chg="mod">
          <ac:chgData name="Hur Jung" userId="763133add284fb2e" providerId="LiveId" clId="{63265192-7B44-45D3-A1BC-CD20A66879BE}" dt="2020-06-13T01:41:08.931" v="560" actId="1038"/>
          <ac:cxnSpMkLst>
            <pc:docMk/>
            <pc:sldMk cId="4266795122" sldId="2939"/>
            <ac:cxnSpMk id="95" creationId="{42703952-6CAA-4A36-9945-B42D170C21BF}"/>
          </ac:cxnSpMkLst>
        </pc:cxnChg>
        <pc:cxnChg chg="mod">
          <ac:chgData name="Hur Jung" userId="763133add284fb2e" providerId="LiveId" clId="{63265192-7B44-45D3-A1BC-CD20A66879BE}" dt="2020-06-13T01:41:08.931" v="560" actId="1038"/>
          <ac:cxnSpMkLst>
            <pc:docMk/>
            <pc:sldMk cId="4266795122" sldId="2939"/>
            <ac:cxnSpMk id="125" creationId="{89757599-E837-4CC5-8EAB-1686C498B34F}"/>
          </ac:cxnSpMkLst>
        </pc:cxnChg>
        <pc:cxnChg chg="mod">
          <ac:chgData name="Hur Jung" userId="763133add284fb2e" providerId="LiveId" clId="{63265192-7B44-45D3-A1BC-CD20A66879BE}" dt="2020-06-13T01:42:20.263" v="564" actId="1037"/>
          <ac:cxnSpMkLst>
            <pc:docMk/>
            <pc:sldMk cId="4266795122" sldId="2939"/>
            <ac:cxnSpMk id="129" creationId="{39788564-AF7C-4672-A8C1-A5E9CCCEE0B7}"/>
          </ac:cxnSpMkLst>
        </pc:cxnChg>
        <pc:cxnChg chg="mod">
          <ac:chgData name="Hur Jung" userId="763133add284fb2e" providerId="LiveId" clId="{63265192-7B44-45D3-A1BC-CD20A66879BE}" dt="2020-06-27T00:26:01.451" v="7285" actId="555"/>
          <ac:cxnSpMkLst>
            <pc:docMk/>
            <pc:sldMk cId="4266795122" sldId="2939"/>
            <ac:cxnSpMk id="152" creationId="{D852E701-6B89-4A18-9653-FB1735031C8B}"/>
          </ac:cxnSpMkLst>
        </pc:cxnChg>
        <pc:cxnChg chg="mod">
          <ac:chgData name="Hur Jung" userId="763133add284fb2e" providerId="LiveId" clId="{63265192-7B44-45D3-A1BC-CD20A66879BE}" dt="2020-06-27T00:26:01.451" v="7285" actId="555"/>
          <ac:cxnSpMkLst>
            <pc:docMk/>
            <pc:sldMk cId="4266795122" sldId="2939"/>
            <ac:cxnSpMk id="155" creationId="{D35D3E0A-1DE7-4B18-A8BF-551A23DAA83B}"/>
          </ac:cxnSpMkLst>
        </pc:cxnChg>
        <pc:cxnChg chg="mod">
          <ac:chgData name="Hur Jung" userId="763133add284fb2e" providerId="LiveId" clId="{63265192-7B44-45D3-A1BC-CD20A66879BE}" dt="2020-06-13T01:35:33.224" v="452" actId="1037"/>
          <ac:cxnSpMkLst>
            <pc:docMk/>
            <pc:sldMk cId="4266795122" sldId="2939"/>
            <ac:cxnSpMk id="157" creationId="{2861B3DC-851B-4953-A06E-E2C91EF9AD01}"/>
          </ac:cxnSpMkLst>
        </pc:cxnChg>
        <pc:cxnChg chg="mod">
          <ac:chgData name="Hur Jung" userId="763133add284fb2e" providerId="LiveId" clId="{63265192-7B44-45D3-A1BC-CD20A66879BE}" dt="2020-06-27T00:28:26.392" v="7339" actId="1038"/>
          <ac:cxnSpMkLst>
            <pc:docMk/>
            <pc:sldMk cId="4266795122" sldId="2939"/>
            <ac:cxnSpMk id="163" creationId="{B360C137-D34B-4BC6-82E5-D6B876118BCD}"/>
          </ac:cxnSpMkLst>
        </pc:cxnChg>
        <pc:cxnChg chg="mod">
          <ac:chgData name="Hur Jung" userId="763133add284fb2e" providerId="LiveId" clId="{63265192-7B44-45D3-A1BC-CD20A66879BE}" dt="2020-06-27T00:28:26.392" v="7339" actId="1038"/>
          <ac:cxnSpMkLst>
            <pc:docMk/>
            <pc:sldMk cId="4266795122" sldId="2939"/>
            <ac:cxnSpMk id="174" creationId="{30E89506-1498-421F-B87F-9D23DC42EAF7}"/>
          </ac:cxnSpMkLst>
        </pc:cxnChg>
        <pc:cxnChg chg="mod">
          <ac:chgData name="Hur Jung" userId="763133add284fb2e" providerId="LiveId" clId="{63265192-7B44-45D3-A1BC-CD20A66879BE}" dt="2020-06-27T00:27:08.241" v="7292" actId="1035"/>
          <ac:cxnSpMkLst>
            <pc:docMk/>
            <pc:sldMk cId="4266795122" sldId="2939"/>
            <ac:cxnSpMk id="180" creationId="{C656141B-96FC-4FFE-BDD7-124E709AE012}"/>
          </ac:cxnSpMkLst>
        </pc:cxnChg>
        <pc:cxnChg chg="mod">
          <ac:chgData name="Hur Jung" userId="763133add284fb2e" providerId="LiveId" clId="{63265192-7B44-45D3-A1BC-CD20A66879BE}" dt="2020-06-27T00:27:08.241" v="7292" actId="1035"/>
          <ac:cxnSpMkLst>
            <pc:docMk/>
            <pc:sldMk cId="4266795122" sldId="2939"/>
            <ac:cxnSpMk id="190" creationId="{8C7BD248-994E-4B5C-9CFA-EA3F319F12D2}"/>
          </ac:cxnSpMkLst>
        </pc:cxnChg>
      </pc:sldChg>
      <pc:sldChg chg="addSp delSp modSp mod modClrScheme chgLayout">
        <pc:chgData name="Hur Jung" userId="763133add284fb2e" providerId="LiveId" clId="{63265192-7B44-45D3-A1BC-CD20A66879BE}" dt="2020-06-14T01:15:46.458" v="1676" actId="478"/>
        <pc:sldMkLst>
          <pc:docMk/>
          <pc:sldMk cId="2803051156" sldId="2944"/>
        </pc:sldMkLst>
        <pc:spChg chg="mod ord">
          <ac:chgData name="Hur Jung" userId="763133add284fb2e" providerId="LiveId" clId="{63265192-7B44-45D3-A1BC-CD20A66879BE}" dt="2020-06-14T01:15:42.148" v="1675" actId="700"/>
          <ac:spMkLst>
            <pc:docMk/>
            <pc:sldMk cId="2803051156" sldId="2944"/>
            <ac:spMk id="2" creationId="{5BAA4498-F98C-4365-866E-C3CEC6D25572}"/>
          </ac:spMkLst>
        </pc:spChg>
        <pc:spChg chg="add del mod ord">
          <ac:chgData name="Hur Jung" userId="763133add284fb2e" providerId="LiveId" clId="{63265192-7B44-45D3-A1BC-CD20A66879BE}" dt="2020-06-14T01:15:46.458" v="1676" actId="478"/>
          <ac:spMkLst>
            <pc:docMk/>
            <pc:sldMk cId="2803051156" sldId="2944"/>
            <ac:spMk id="6" creationId="{9283B762-3C54-4D2D-A495-8F61E1FEF500}"/>
          </ac:spMkLst>
        </pc:spChg>
        <pc:spChg chg="mod">
          <ac:chgData name="Hur Jung" userId="763133add284fb2e" providerId="LiveId" clId="{63265192-7B44-45D3-A1BC-CD20A66879BE}" dt="2020-06-14T00:31:10.673" v="1397" actId="20577"/>
          <ac:spMkLst>
            <pc:docMk/>
            <pc:sldMk cId="2803051156" sldId="2944"/>
            <ac:spMk id="60" creationId="{FEFD1AA9-9B2C-49D5-868B-6818E6EC66E0}"/>
          </ac:spMkLst>
        </pc:spChg>
        <pc:spChg chg="mod">
          <ac:chgData name="Hur Jung" userId="763133add284fb2e" providerId="LiveId" clId="{63265192-7B44-45D3-A1BC-CD20A66879BE}" dt="2020-06-14T00:32:34.069" v="1405" actId="1076"/>
          <ac:spMkLst>
            <pc:docMk/>
            <pc:sldMk cId="2803051156" sldId="2944"/>
            <ac:spMk id="82" creationId="{F63E529E-11F1-422D-ACB6-5B263D81E2D8}"/>
          </ac:spMkLst>
        </pc:spChg>
        <pc:spChg chg="mod">
          <ac:chgData name="Hur Jung" userId="763133add284fb2e" providerId="LiveId" clId="{63265192-7B44-45D3-A1BC-CD20A66879BE}" dt="2020-06-14T00:31:32.128" v="1400" actId="1076"/>
          <ac:spMkLst>
            <pc:docMk/>
            <pc:sldMk cId="2803051156" sldId="2944"/>
            <ac:spMk id="83" creationId="{AC251C98-79EC-4FE5-8848-C0A17060D093}"/>
          </ac:spMkLst>
        </pc:spChg>
        <pc:spChg chg="mod">
          <ac:chgData name="Hur Jung" userId="763133add284fb2e" providerId="LiveId" clId="{63265192-7B44-45D3-A1BC-CD20A66879BE}" dt="2020-06-14T00:31:45.378" v="1402" actId="1076"/>
          <ac:spMkLst>
            <pc:docMk/>
            <pc:sldMk cId="2803051156" sldId="2944"/>
            <ac:spMk id="90" creationId="{ECD795A6-62BF-44CC-B532-E395B7C140DA}"/>
          </ac:spMkLst>
        </pc:spChg>
        <pc:spChg chg="del">
          <ac:chgData name="Hur Jung" userId="763133add284fb2e" providerId="LiveId" clId="{63265192-7B44-45D3-A1BC-CD20A66879BE}" dt="2020-06-14T00:32:11.217" v="1404" actId="478"/>
          <ac:spMkLst>
            <pc:docMk/>
            <pc:sldMk cId="2803051156" sldId="2944"/>
            <ac:spMk id="114" creationId="{FE58E8C7-B6F8-40CE-BB7D-895605EA7012}"/>
          </ac:spMkLst>
        </pc:spChg>
        <pc:cxnChg chg="mod">
          <ac:chgData name="Hur Jung" userId="763133add284fb2e" providerId="LiveId" clId="{63265192-7B44-45D3-A1BC-CD20A66879BE}" dt="2020-06-14T00:31:37.709" v="1401" actId="14100"/>
          <ac:cxnSpMkLst>
            <pc:docMk/>
            <pc:sldMk cId="2803051156" sldId="2944"/>
            <ac:cxnSpMk id="88" creationId="{5F45C4B5-96F6-4CBB-ADE0-96CD7A14EBD8}"/>
          </ac:cxnSpMkLst>
        </pc:cxnChg>
        <pc:cxnChg chg="del mod">
          <ac:chgData name="Hur Jung" userId="763133add284fb2e" providerId="LiveId" clId="{63265192-7B44-45D3-A1BC-CD20A66879BE}" dt="2020-06-14T00:32:09.436" v="1403" actId="478"/>
          <ac:cxnSpMkLst>
            <pc:docMk/>
            <pc:sldMk cId="2803051156" sldId="2944"/>
            <ac:cxnSpMk id="105" creationId="{C0BD2186-4EF5-46C8-9D52-2AA56D114B90}"/>
          </ac:cxnSpMkLst>
        </pc:cxnChg>
      </pc:sldChg>
      <pc:sldChg chg="addSp delSp modSp mod">
        <pc:chgData name="Hur Jung" userId="763133add284fb2e" providerId="LiveId" clId="{63265192-7B44-45D3-A1BC-CD20A66879BE}" dt="2020-06-24T06:52:01.547" v="7169" actId="21"/>
        <pc:sldMkLst>
          <pc:docMk/>
          <pc:sldMk cId="3141255880" sldId="2973"/>
        </pc:sldMkLst>
        <pc:spChg chg="add del mod">
          <ac:chgData name="Hur Jung" userId="763133add284fb2e" providerId="LiveId" clId="{63265192-7B44-45D3-A1BC-CD20A66879BE}" dt="2020-06-24T06:52:01.547" v="7169" actId="21"/>
          <ac:spMkLst>
            <pc:docMk/>
            <pc:sldMk cId="3141255880" sldId="2973"/>
            <ac:spMk id="4" creationId="{0781F7BD-0479-43AA-ADA5-EBDEA1408553}"/>
          </ac:spMkLst>
        </pc:spChg>
        <pc:spChg chg="add mod">
          <ac:chgData name="Hur Jung" userId="763133add284fb2e" providerId="LiveId" clId="{63265192-7B44-45D3-A1BC-CD20A66879BE}" dt="2020-06-13T06:47:40.397" v="706" actId="20577"/>
          <ac:spMkLst>
            <pc:docMk/>
            <pc:sldMk cId="3141255880" sldId="2973"/>
            <ac:spMk id="28" creationId="{A92F66B3-99F8-4195-9D1E-98175188B562}"/>
          </ac:spMkLst>
        </pc:spChg>
        <pc:spChg chg="mod">
          <ac:chgData name="Hur Jung" userId="763133add284fb2e" providerId="LiveId" clId="{63265192-7B44-45D3-A1BC-CD20A66879BE}" dt="2020-06-23T23:18:00.436" v="7124" actId="20577"/>
          <ac:spMkLst>
            <pc:docMk/>
            <pc:sldMk cId="3141255880" sldId="2973"/>
            <ac:spMk id="42" creationId="{7153747F-DB61-477A-BE4E-23C10A0E35FF}"/>
          </ac:spMkLst>
        </pc:spChg>
        <pc:spChg chg="del">
          <ac:chgData name="Hur Jung" userId="763133add284fb2e" providerId="LiveId" clId="{63265192-7B44-45D3-A1BC-CD20A66879BE}" dt="2020-06-15T01:54:11.016" v="2211" actId="478"/>
          <ac:spMkLst>
            <pc:docMk/>
            <pc:sldMk cId="3141255880" sldId="2973"/>
            <ac:spMk id="68" creationId="{AC03A26E-A162-4479-9117-2DBBAFF7A47F}"/>
          </ac:spMkLst>
        </pc:spChg>
        <pc:spChg chg="mod">
          <ac:chgData name="Hur Jung" userId="763133add284fb2e" providerId="LiveId" clId="{63265192-7B44-45D3-A1BC-CD20A66879BE}" dt="2020-06-13T06:48:12.494" v="714"/>
          <ac:spMkLst>
            <pc:docMk/>
            <pc:sldMk cId="3141255880" sldId="2973"/>
            <ac:spMk id="79" creationId="{DFDF117D-821F-4F95-8B7C-D28D539B17BF}"/>
          </ac:spMkLst>
        </pc:spChg>
        <pc:spChg chg="mod">
          <ac:chgData name="Hur Jung" userId="763133add284fb2e" providerId="LiveId" clId="{63265192-7B44-45D3-A1BC-CD20A66879BE}" dt="2020-06-13T06:46:34.021" v="669" actId="20577"/>
          <ac:spMkLst>
            <pc:docMk/>
            <pc:sldMk cId="3141255880" sldId="2973"/>
            <ac:spMk id="85" creationId="{2601E287-C84C-43CC-9666-CA494031A191}"/>
          </ac:spMkLst>
        </pc:spChg>
        <pc:spChg chg="del">
          <ac:chgData name="Hur Jung" userId="763133add284fb2e" providerId="LiveId" clId="{63265192-7B44-45D3-A1BC-CD20A66879BE}" dt="2020-06-15T01:54:12.451" v="2212" actId="478"/>
          <ac:spMkLst>
            <pc:docMk/>
            <pc:sldMk cId="3141255880" sldId="2973"/>
            <ac:spMk id="94" creationId="{F42D0C13-D9E8-4322-AEE1-0E77D790E2E8}"/>
          </ac:spMkLst>
        </pc:spChg>
        <pc:picChg chg="add del mod">
          <ac:chgData name="Hur Jung" userId="763133add284fb2e" providerId="LiveId" clId="{63265192-7B44-45D3-A1BC-CD20A66879BE}" dt="2020-06-24T00:35:49.580" v="7148" actId="21"/>
          <ac:picMkLst>
            <pc:docMk/>
            <pc:sldMk cId="3141255880" sldId="2973"/>
            <ac:picMk id="3" creationId="{61722D22-62F1-49BE-819A-A1C12DAD2251}"/>
          </ac:picMkLst>
        </pc:picChg>
        <pc:picChg chg="add del mod">
          <ac:chgData name="Hur Jung" userId="763133add284fb2e" providerId="LiveId" clId="{63265192-7B44-45D3-A1BC-CD20A66879BE}" dt="2020-06-14T09:24:30.998" v="2210" actId="21"/>
          <ac:picMkLst>
            <pc:docMk/>
            <pc:sldMk cId="3141255880" sldId="2973"/>
            <ac:picMk id="3" creationId="{959B6EC5-1D33-41DB-B51A-AFD2ADBD007C}"/>
          </ac:picMkLst>
        </pc:picChg>
        <pc:cxnChg chg="add mod">
          <ac:chgData name="Hur Jung" userId="763133add284fb2e" providerId="LiveId" clId="{63265192-7B44-45D3-A1BC-CD20A66879BE}" dt="2020-06-15T06:15:55.273" v="2803" actId="208"/>
          <ac:cxnSpMkLst>
            <pc:docMk/>
            <pc:sldMk cId="3141255880" sldId="2973"/>
            <ac:cxnSpMk id="27" creationId="{AF5DF1C9-0124-4E09-A648-80B2D4EE7908}"/>
          </ac:cxnSpMkLst>
        </pc:cxnChg>
        <pc:cxnChg chg="mod">
          <ac:chgData name="Hur Jung" userId="763133add284fb2e" providerId="LiveId" clId="{63265192-7B44-45D3-A1BC-CD20A66879BE}" dt="2020-06-15T06:16:18.002" v="2804" actId="208"/>
          <ac:cxnSpMkLst>
            <pc:docMk/>
            <pc:sldMk cId="3141255880" sldId="2973"/>
            <ac:cxnSpMk id="32" creationId="{A172A51F-EA61-48E1-91D2-357D783BF4BD}"/>
          </ac:cxnSpMkLst>
        </pc:cxnChg>
        <pc:cxnChg chg="mod">
          <ac:chgData name="Hur Jung" userId="763133add284fb2e" providerId="LiveId" clId="{63265192-7B44-45D3-A1BC-CD20A66879BE}" dt="2020-06-15T06:15:55.273" v="2803" actId="208"/>
          <ac:cxnSpMkLst>
            <pc:docMk/>
            <pc:sldMk cId="3141255880" sldId="2973"/>
            <ac:cxnSpMk id="34" creationId="{BBEEA981-387E-486D-9744-EE850D706C12}"/>
          </ac:cxnSpMkLst>
        </pc:cxnChg>
        <pc:cxnChg chg="mod">
          <ac:chgData name="Hur Jung" userId="763133add284fb2e" providerId="LiveId" clId="{63265192-7B44-45D3-A1BC-CD20A66879BE}" dt="2020-06-15T06:16:18.002" v="2804" actId="208"/>
          <ac:cxnSpMkLst>
            <pc:docMk/>
            <pc:sldMk cId="3141255880" sldId="2973"/>
            <ac:cxnSpMk id="54" creationId="{9C264CAE-409F-46EF-AA7C-BEB7FE876CCF}"/>
          </ac:cxnSpMkLst>
        </pc:cxnChg>
        <pc:cxnChg chg="mod">
          <ac:chgData name="Hur Jung" userId="763133add284fb2e" providerId="LiveId" clId="{63265192-7B44-45D3-A1BC-CD20A66879BE}" dt="2020-06-15T06:16:18.002" v="2804" actId="208"/>
          <ac:cxnSpMkLst>
            <pc:docMk/>
            <pc:sldMk cId="3141255880" sldId="2973"/>
            <ac:cxnSpMk id="80" creationId="{D423257E-DC84-45EB-8675-E4483E1F3AEB}"/>
          </ac:cxnSpMkLst>
        </pc:cxnChg>
        <pc:cxnChg chg="mod">
          <ac:chgData name="Hur Jung" userId="763133add284fb2e" providerId="LiveId" clId="{63265192-7B44-45D3-A1BC-CD20A66879BE}" dt="2020-06-15T06:16:29.313" v="2805" actId="14100"/>
          <ac:cxnSpMkLst>
            <pc:docMk/>
            <pc:sldMk cId="3141255880" sldId="2973"/>
            <ac:cxnSpMk id="86" creationId="{D6E9E851-D8FB-4955-B3A0-0071867897CA}"/>
          </ac:cxnSpMkLst>
        </pc:cxnChg>
      </pc:sldChg>
      <pc:sldChg chg="addSp modSp mod">
        <pc:chgData name="Hur Jung" userId="763133add284fb2e" providerId="LiveId" clId="{63265192-7B44-45D3-A1BC-CD20A66879BE}" dt="2020-06-28T00:29:31.204" v="10109"/>
        <pc:sldMkLst>
          <pc:docMk/>
          <pc:sldMk cId="3353661533" sldId="2974"/>
        </pc:sldMkLst>
        <pc:spChg chg="mod">
          <ac:chgData name="Hur Jung" userId="763133add284fb2e" providerId="LiveId" clId="{63265192-7B44-45D3-A1BC-CD20A66879BE}" dt="2020-06-15T09:21:01.707" v="3594"/>
          <ac:spMkLst>
            <pc:docMk/>
            <pc:sldMk cId="3353661533" sldId="2974"/>
            <ac:spMk id="2" creationId="{7BD81DA4-00B3-4972-8588-E928EC125314}"/>
          </ac:spMkLst>
        </pc:spChg>
        <pc:spChg chg="mod">
          <ac:chgData name="Hur Jung" userId="763133add284fb2e" providerId="LiveId" clId="{63265192-7B44-45D3-A1BC-CD20A66879BE}" dt="2020-06-15T11:28:26.289" v="4323" actId="20577"/>
          <ac:spMkLst>
            <pc:docMk/>
            <pc:sldMk cId="3353661533" sldId="2974"/>
            <ac:spMk id="8" creationId="{6E82CFB3-5E2C-42A1-8F0B-AEA19D88CF3B}"/>
          </ac:spMkLst>
        </pc:spChg>
        <pc:spChg chg="add mod">
          <ac:chgData name="Hur Jung" userId="763133add284fb2e" providerId="LiveId" clId="{63265192-7B44-45D3-A1BC-CD20A66879BE}" dt="2020-06-13T13:08:09.671" v="1351" actId="1038"/>
          <ac:spMkLst>
            <pc:docMk/>
            <pc:sldMk cId="3353661533" sldId="2974"/>
            <ac:spMk id="85" creationId="{0A4E9888-E63D-41A9-9BC5-49C164DD8B49}"/>
          </ac:spMkLst>
        </pc:spChg>
        <pc:spChg chg="add mod">
          <ac:chgData name="Hur Jung" userId="763133add284fb2e" providerId="LiveId" clId="{63265192-7B44-45D3-A1BC-CD20A66879BE}" dt="2020-06-13T13:08:06.132" v="1345"/>
          <ac:spMkLst>
            <pc:docMk/>
            <pc:sldMk cId="3353661533" sldId="2974"/>
            <ac:spMk id="86" creationId="{93903038-1431-429F-BAA9-B017169D7527}"/>
          </ac:spMkLst>
        </pc:spChg>
        <pc:spChg chg="mod">
          <ac:chgData name="Hur Jung" userId="763133add284fb2e" providerId="LiveId" clId="{63265192-7B44-45D3-A1BC-CD20A66879BE}" dt="2020-06-15T09:39:05.207" v="3636"/>
          <ac:spMkLst>
            <pc:docMk/>
            <pc:sldMk cId="3353661533" sldId="2974"/>
            <ac:spMk id="90" creationId="{A4C85183-1E63-4F54-AB1C-A625E94820F7}"/>
          </ac:spMkLst>
        </pc:spChg>
        <pc:grpChg chg="add mod">
          <ac:chgData name="Hur Jung" userId="763133add284fb2e" providerId="LiveId" clId="{63265192-7B44-45D3-A1BC-CD20A66879BE}" dt="2020-06-15T09:39:17.105" v="3641" actId="1038"/>
          <ac:grpSpMkLst>
            <pc:docMk/>
            <pc:sldMk cId="3353661533" sldId="2974"/>
            <ac:grpSpMk id="88" creationId="{132D171B-0D78-4FCB-87BC-6DE958086B56}"/>
          </ac:grpSpMkLst>
        </pc:grpChg>
        <pc:graphicFrameChg chg="mod modGraphic">
          <ac:chgData name="Hur Jung" userId="763133add284fb2e" providerId="LiveId" clId="{63265192-7B44-45D3-A1BC-CD20A66879BE}" dt="2020-06-28T00:29:31.204" v="10109"/>
          <ac:graphicFrameMkLst>
            <pc:docMk/>
            <pc:sldMk cId="3353661533" sldId="2974"/>
            <ac:graphicFrameMk id="49" creationId="{6917ECDA-73D2-4CD7-A474-3B01EB8F88EC}"/>
          </ac:graphicFrameMkLst>
        </pc:graphicFrameChg>
        <pc:graphicFrameChg chg="mod modGraphic">
          <ac:chgData name="Hur Jung" userId="763133add284fb2e" providerId="LiveId" clId="{63265192-7B44-45D3-A1BC-CD20A66879BE}" dt="2020-06-28T00:29:31.204" v="10109"/>
          <ac:graphicFrameMkLst>
            <pc:docMk/>
            <pc:sldMk cId="3353661533" sldId="2974"/>
            <ac:graphicFrameMk id="50" creationId="{4FC01C28-D3B2-419C-A3E5-3CEC2C87D226}"/>
          </ac:graphicFrameMkLst>
        </pc:graphicFrameChg>
        <pc:picChg chg="add mod">
          <ac:chgData name="Hur Jung" userId="763133add284fb2e" providerId="LiveId" clId="{63265192-7B44-45D3-A1BC-CD20A66879BE}" dt="2020-06-13T13:08:09.671" v="1351" actId="1038"/>
          <ac:picMkLst>
            <pc:docMk/>
            <pc:sldMk cId="3353661533" sldId="2974"/>
            <ac:picMk id="87" creationId="{AF77EFBD-84AD-49CF-98B5-7419C0BA4121}"/>
          </ac:picMkLst>
        </pc:picChg>
        <pc:picChg chg="mod">
          <ac:chgData name="Hur Jung" userId="763133add284fb2e" providerId="LiveId" clId="{63265192-7B44-45D3-A1BC-CD20A66879BE}" dt="2020-06-15T09:39:05.207" v="3636"/>
          <ac:picMkLst>
            <pc:docMk/>
            <pc:sldMk cId="3353661533" sldId="2974"/>
            <ac:picMk id="89" creationId="{80B66324-BFC0-4204-A726-E8F9DC745FE9}"/>
          </ac:picMkLst>
        </pc:picChg>
      </pc:sldChg>
      <pc:sldChg chg="addSp delSp modSp mod">
        <pc:chgData name="Hur Jung" userId="763133add284fb2e" providerId="LiveId" clId="{63265192-7B44-45D3-A1BC-CD20A66879BE}" dt="2020-06-28T00:29:31.204" v="10109"/>
        <pc:sldMkLst>
          <pc:docMk/>
          <pc:sldMk cId="711953839" sldId="2975"/>
        </pc:sldMkLst>
        <pc:spChg chg="mod">
          <ac:chgData name="Hur Jung" userId="763133add284fb2e" providerId="LiveId" clId="{63265192-7B44-45D3-A1BC-CD20A66879BE}" dt="2020-06-28T00:08:36.839" v="9994" actId="20577"/>
          <ac:spMkLst>
            <pc:docMk/>
            <pc:sldMk cId="711953839" sldId="2975"/>
            <ac:spMk id="2" creationId="{7BD81DA4-00B3-4972-8588-E928EC125314}"/>
          </ac:spMkLst>
        </pc:spChg>
        <pc:spChg chg="mod">
          <ac:chgData name="Hur Jung" userId="763133add284fb2e" providerId="LiveId" clId="{63265192-7B44-45D3-A1BC-CD20A66879BE}" dt="2020-06-15T09:14:19.223" v="3426"/>
          <ac:spMkLst>
            <pc:docMk/>
            <pc:sldMk cId="711953839" sldId="2975"/>
            <ac:spMk id="8" creationId="{6E82CFB3-5E2C-42A1-8F0B-AEA19D88CF3B}"/>
          </ac:spMkLst>
        </pc:spChg>
        <pc:spChg chg="add del mod">
          <ac:chgData name="Hur Jung" userId="763133add284fb2e" providerId="LiveId" clId="{63265192-7B44-45D3-A1BC-CD20A66879BE}" dt="2020-06-13T12:58:55.275" v="1287" actId="478"/>
          <ac:spMkLst>
            <pc:docMk/>
            <pc:sldMk cId="711953839" sldId="2975"/>
            <ac:spMk id="52" creationId="{47A66E96-476A-4F0D-BAE3-EB04873BB6F2}"/>
          </ac:spMkLst>
        </pc:spChg>
        <pc:spChg chg="add mod">
          <ac:chgData name="Hur Jung" userId="763133add284fb2e" providerId="LiveId" clId="{63265192-7B44-45D3-A1BC-CD20A66879BE}" dt="2020-06-13T12:57:40.415" v="1272" actId="1076"/>
          <ac:spMkLst>
            <pc:docMk/>
            <pc:sldMk cId="711953839" sldId="2975"/>
            <ac:spMk id="53" creationId="{A16DD73A-A001-4171-8CC7-E1E0715CD2BD}"/>
          </ac:spMkLst>
        </pc:spChg>
        <pc:spChg chg="add mod">
          <ac:chgData name="Hur Jung" userId="763133add284fb2e" providerId="LiveId" clId="{63265192-7B44-45D3-A1BC-CD20A66879BE}" dt="2020-06-13T12:58:04.135" v="1275" actId="120"/>
          <ac:spMkLst>
            <pc:docMk/>
            <pc:sldMk cId="711953839" sldId="2975"/>
            <ac:spMk id="54" creationId="{DB2118BC-C9D5-4E9B-B8E6-BE603D36159F}"/>
          </ac:spMkLst>
        </pc:spChg>
        <pc:spChg chg="mod">
          <ac:chgData name="Hur Jung" userId="763133add284fb2e" providerId="LiveId" clId="{63265192-7B44-45D3-A1BC-CD20A66879BE}" dt="2020-06-15T09:38:53.997" v="3635"/>
          <ac:spMkLst>
            <pc:docMk/>
            <pc:sldMk cId="711953839" sldId="2975"/>
            <ac:spMk id="63" creationId="{F6C1C0E2-3953-4C5A-A2E3-A7FF52B6F354}"/>
          </ac:spMkLst>
        </pc:spChg>
        <pc:spChg chg="mod">
          <ac:chgData name="Hur Jung" userId="763133add284fb2e" providerId="LiveId" clId="{63265192-7B44-45D3-A1BC-CD20A66879BE}" dt="2020-06-13T12:57:00.741" v="1260" actId="12789"/>
          <ac:spMkLst>
            <pc:docMk/>
            <pc:sldMk cId="711953839" sldId="2975"/>
            <ac:spMk id="73" creationId="{F3162EA5-D895-4CAB-B1C5-90AE84CBF200}"/>
          </ac:spMkLst>
        </pc:spChg>
        <pc:spChg chg="mod">
          <ac:chgData name="Hur Jung" userId="763133add284fb2e" providerId="LiveId" clId="{63265192-7B44-45D3-A1BC-CD20A66879BE}" dt="2020-06-13T12:57:00.741" v="1260" actId="12789"/>
          <ac:spMkLst>
            <pc:docMk/>
            <pc:sldMk cId="711953839" sldId="2975"/>
            <ac:spMk id="74" creationId="{E5194704-5481-4F12-A12F-B5CC11430E21}"/>
          </ac:spMkLst>
        </pc:spChg>
        <pc:spChg chg="mod">
          <ac:chgData name="Hur Jung" userId="763133add284fb2e" providerId="LiveId" clId="{63265192-7B44-45D3-A1BC-CD20A66879BE}" dt="2020-06-13T12:57:00.741" v="1260" actId="12789"/>
          <ac:spMkLst>
            <pc:docMk/>
            <pc:sldMk cId="711953839" sldId="2975"/>
            <ac:spMk id="75" creationId="{D12EB9F6-3355-46A9-BF3F-2A09E730CB1A}"/>
          </ac:spMkLst>
        </pc:spChg>
        <pc:spChg chg="mod">
          <ac:chgData name="Hur Jung" userId="763133add284fb2e" providerId="LiveId" clId="{63265192-7B44-45D3-A1BC-CD20A66879BE}" dt="2020-06-28T00:05:44.460" v="9965" actId="13926"/>
          <ac:spMkLst>
            <pc:docMk/>
            <pc:sldMk cId="711953839" sldId="2975"/>
            <ac:spMk id="77" creationId="{C6E7BAE1-0494-4FF1-976C-6C7DFA5639B9}"/>
          </ac:spMkLst>
        </pc:spChg>
        <pc:grpChg chg="add mod">
          <ac:chgData name="Hur Jung" userId="763133add284fb2e" providerId="LiveId" clId="{63265192-7B44-45D3-A1BC-CD20A66879BE}" dt="2020-06-15T09:38:53.997" v="3635"/>
          <ac:grpSpMkLst>
            <pc:docMk/>
            <pc:sldMk cId="711953839" sldId="2975"/>
            <ac:grpSpMk id="61" creationId="{0FB4D81E-D974-40ED-A2DE-FC2C4CE0D2B9}"/>
          </ac:grpSpMkLst>
        </pc:grpChg>
        <pc:graphicFrameChg chg="mod modGraphic">
          <ac:chgData name="Hur Jung" userId="763133add284fb2e" providerId="LiveId" clId="{63265192-7B44-45D3-A1BC-CD20A66879BE}" dt="2020-06-28T00:29:31.204" v="10109"/>
          <ac:graphicFrameMkLst>
            <pc:docMk/>
            <pc:sldMk cId="711953839" sldId="2975"/>
            <ac:graphicFrameMk id="49" creationId="{6917ECDA-73D2-4CD7-A474-3B01EB8F88EC}"/>
          </ac:graphicFrameMkLst>
        </pc:graphicFrameChg>
        <pc:graphicFrameChg chg="mod modGraphic">
          <ac:chgData name="Hur Jung" userId="763133add284fb2e" providerId="LiveId" clId="{63265192-7B44-45D3-A1BC-CD20A66879BE}" dt="2020-06-28T00:29:31.204" v="10109"/>
          <ac:graphicFrameMkLst>
            <pc:docMk/>
            <pc:sldMk cId="711953839" sldId="2975"/>
            <ac:graphicFrameMk id="50" creationId="{4FC01C28-D3B2-419C-A3E5-3CEC2C87D226}"/>
          </ac:graphicFrameMkLst>
        </pc:graphicFrameChg>
        <pc:picChg chg="add mod">
          <ac:chgData name="Hur Jung" userId="763133add284fb2e" providerId="LiveId" clId="{63265192-7B44-45D3-A1BC-CD20A66879BE}" dt="2020-06-13T12:58:11.146" v="1278" actId="1037"/>
          <ac:picMkLst>
            <pc:docMk/>
            <pc:sldMk cId="711953839" sldId="2975"/>
            <ac:picMk id="60" creationId="{C932A79B-75CD-427F-8D6E-4A7D206CBB9C}"/>
          </ac:picMkLst>
        </pc:picChg>
        <pc:picChg chg="add del mod">
          <ac:chgData name="Hur Jung" userId="763133add284fb2e" providerId="LiveId" clId="{63265192-7B44-45D3-A1BC-CD20A66879BE}" dt="2020-06-13T12:57:33.744" v="1271" actId="478"/>
          <ac:picMkLst>
            <pc:docMk/>
            <pc:sldMk cId="711953839" sldId="2975"/>
            <ac:picMk id="61" creationId="{8F4E3C85-721F-41E1-8851-F3F1635336CB}"/>
          </ac:picMkLst>
        </pc:picChg>
        <pc:picChg chg="mod">
          <ac:chgData name="Hur Jung" userId="763133add284fb2e" providerId="LiveId" clId="{63265192-7B44-45D3-A1BC-CD20A66879BE}" dt="2020-06-15T09:38:53.997" v="3635"/>
          <ac:picMkLst>
            <pc:docMk/>
            <pc:sldMk cId="711953839" sldId="2975"/>
            <ac:picMk id="62" creationId="{E4B7D82B-A260-4349-A87E-BFEDB9325A57}"/>
          </ac:picMkLst>
        </pc:picChg>
      </pc:sldChg>
      <pc:sldChg chg="modSp mod">
        <pc:chgData name="Hur Jung" userId="763133add284fb2e" providerId="LiveId" clId="{63265192-7B44-45D3-A1BC-CD20A66879BE}" dt="2020-06-13T01:34:42.527" v="441" actId="14100"/>
        <pc:sldMkLst>
          <pc:docMk/>
          <pc:sldMk cId="4175519033" sldId="2976"/>
        </pc:sldMkLst>
        <pc:spChg chg="mod">
          <ac:chgData name="Hur Jung" userId="763133add284fb2e" providerId="LiveId" clId="{63265192-7B44-45D3-A1BC-CD20A66879BE}" dt="2020-06-13T01:34:42.527" v="441" actId="14100"/>
          <ac:spMkLst>
            <pc:docMk/>
            <pc:sldMk cId="4175519033" sldId="2976"/>
            <ac:spMk id="3" creationId="{CBA47095-A85E-45A6-8EF3-2373EE93B801}"/>
          </ac:spMkLst>
        </pc:spChg>
      </pc:sldChg>
      <pc:sldChg chg="del">
        <pc:chgData name="Hur Jung" userId="763133add284fb2e" providerId="LiveId" clId="{63265192-7B44-45D3-A1BC-CD20A66879BE}" dt="2020-06-13T01:08:35.032" v="219" actId="47"/>
        <pc:sldMkLst>
          <pc:docMk/>
          <pc:sldMk cId="639662146" sldId="2977"/>
        </pc:sldMkLst>
      </pc:sldChg>
      <pc:sldChg chg="addSp delSp modSp mod">
        <pc:chgData name="Hur Jung" userId="763133add284fb2e" providerId="LiveId" clId="{63265192-7B44-45D3-A1BC-CD20A66879BE}" dt="2020-06-28T01:30:27.341" v="10677"/>
        <pc:sldMkLst>
          <pc:docMk/>
          <pc:sldMk cId="2520101859" sldId="2978"/>
        </pc:sldMkLst>
        <pc:spChg chg="del mod">
          <ac:chgData name="Hur Jung" userId="763133add284fb2e" providerId="LiveId" clId="{63265192-7B44-45D3-A1BC-CD20A66879BE}" dt="2020-06-14T00:40:13.928" v="1443" actId="478"/>
          <ac:spMkLst>
            <pc:docMk/>
            <pc:sldMk cId="2520101859" sldId="2978"/>
            <ac:spMk id="13" creationId="{F2B2A7EF-809D-458D-92D4-9E7D47D7BA6C}"/>
          </ac:spMkLst>
        </pc:spChg>
        <pc:spChg chg="mod">
          <ac:chgData name="Hur Jung" userId="763133add284fb2e" providerId="LiveId" clId="{63265192-7B44-45D3-A1BC-CD20A66879BE}" dt="2020-06-14T00:33:15.411" v="1411" actId="1035"/>
          <ac:spMkLst>
            <pc:docMk/>
            <pc:sldMk cId="2520101859" sldId="2978"/>
            <ac:spMk id="21" creationId="{A0784978-CAE9-4F47-AAC5-A84D256429DE}"/>
          </ac:spMkLst>
        </pc:spChg>
        <pc:spChg chg="mod">
          <ac:chgData name="Hur Jung" userId="763133add284fb2e" providerId="LiveId" clId="{63265192-7B44-45D3-A1BC-CD20A66879BE}" dt="2020-06-14T00:41:27.771" v="1472" actId="207"/>
          <ac:spMkLst>
            <pc:docMk/>
            <pc:sldMk cId="2520101859" sldId="2978"/>
            <ac:spMk id="73" creationId="{F3B30432-55C3-4C9F-9A12-60E94827C092}"/>
          </ac:spMkLst>
        </pc:spChg>
        <pc:spChg chg="mod">
          <ac:chgData name="Hur Jung" userId="763133add284fb2e" providerId="LiveId" clId="{63265192-7B44-45D3-A1BC-CD20A66879BE}" dt="2020-06-14T00:33:31.386" v="1414" actId="1038"/>
          <ac:spMkLst>
            <pc:docMk/>
            <pc:sldMk cId="2520101859" sldId="2978"/>
            <ac:spMk id="106" creationId="{5D7741B4-6C94-4927-B648-3F5EDC907367}"/>
          </ac:spMkLst>
        </pc:spChg>
        <pc:spChg chg="add mod">
          <ac:chgData name="Hur Jung" userId="763133add284fb2e" providerId="LiveId" clId="{63265192-7B44-45D3-A1BC-CD20A66879BE}" dt="2020-06-14T00:41:47.225" v="1478" actId="14100"/>
          <ac:spMkLst>
            <pc:docMk/>
            <pc:sldMk cId="2520101859" sldId="2978"/>
            <ac:spMk id="123" creationId="{B2BD3BC1-C2CA-4A3E-A543-3525094E29B3}"/>
          </ac:spMkLst>
        </pc:spChg>
        <pc:spChg chg="mod">
          <ac:chgData name="Hur Jung" userId="763133add284fb2e" providerId="LiveId" clId="{63265192-7B44-45D3-A1BC-CD20A66879BE}" dt="2020-06-14T00:33:15.411" v="1411" actId="1035"/>
          <ac:spMkLst>
            <pc:docMk/>
            <pc:sldMk cId="2520101859" sldId="2978"/>
            <ac:spMk id="130" creationId="{8BC9DE76-F72B-45EA-B56C-8FBF9B90DB75}"/>
          </ac:spMkLst>
        </pc:spChg>
        <pc:spChg chg="mod">
          <ac:chgData name="Hur Jung" userId="763133add284fb2e" providerId="LiveId" clId="{63265192-7B44-45D3-A1BC-CD20A66879BE}" dt="2020-06-14T00:34:20.578" v="1424" actId="14100"/>
          <ac:spMkLst>
            <pc:docMk/>
            <pc:sldMk cId="2520101859" sldId="2978"/>
            <ac:spMk id="135" creationId="{8F387339-761B-47D9-8D00-1134F5238CA0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2520101859" sldId="2978"/>
            <ac:spMk id="137" creationId="{CE8BECD7-3B62-4763-A9F0-6E5AB8D15A8C}"/>
          </ac:spMkLst>
        </pc:spChg>
        <pc:spChg chg="mod">
          <ac:chgData name="Hur Jung" userId="763133add284fb2e" providerId="LiveId" clId="{63265192-7B44-45D3-A1BC-CD20A66879BE}" dt="2020-06-13T01:10:05.761" v="227" actId="20577"/>
          <ac:spMkLst>
            <pc:docMk/>
            <pc:sldMk cId="2520101859" sldId="2978"/>
            <ac:spMk id="140" creationId="{006550A2-5553-41DE-B4BB-E5D85D54367E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2520101859" sldId="2978"/>
            <ac:spMk id="141" creationId="{4AFD8C34-E4C2-4D3A-82FB-5165CD414C9E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2520101859" sldId="2978"/>
            <ac:spMk id="143" creationId="{77022700-CDFF-4680-AA5D-2EFB09CCD077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2520101859" sldId="2978"/>
            <ac:spMk id="146" creationId="{910AD1D3-9C2C-4E2C-A037-111395C914CA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2520101859" sldId="2978"/>
            <ac:spMk id="157" creationId="{74FA93A8-1526-47DF-8B97-3022ADD23305}"/>
          </ac:spMkLst>
        </pc:spChg>
        <pc:spChg chg="mod">
          <ac:chgData name="Hur Jung" userId="763133add284fb2e" providerId="LiveId" clId="{63265192-7B44-45D3-A1BC-CD20A66879BE}" dt="2020-06-13T01:10:12.034" v="228"/>
          <ac:spMkLst>
            <pc:docMk/>
            <pc:sldMk cId="2520101859" sldId="2978"/>
            <ac:spMk id="239" creationId="{E20CFCEE-0064-4502-84AB-90ED4CAC17BC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2520101859" sldId="2978"/>
            <ac:spMk id="240" creationId="{07E34646-21CE-4591-A039-457F25272A9D}"/>
          </ac:spMkLst>
        </pc:spChg>
        <pc:cxnChg chg="mod">
          <ac:chgData name="Hur Jung" userId="763133add284fb2e" providerId="LiveId" clId="{63265192-7B44-45D3-A1BC-CD20A66879BE}" dt="2020-06-14T00:33:15.411" v="1411" actId="1035"/>
          <ac:cxnSpMkLst>
            <pc:docMk/>
            <pc:sldMk cId="2520101859" sldId="2978"/>
            <ac:cxnSpMk id="15" creationId="{E84030CE-92EF-41FE-A454-12229E9F16D0}"/>
          </ac:cxnSpMkLst>
        </pc:cxnChg>
        <pc:cxnChg chg="mod">
          <ac:chgData name="Hur Jung" userId="763133add284fb2e" providerId="LiveId" clId="{63265192-7B44-45D3-A1BC-CD20A66879BE}" dt="2020-06-14T00:33:15.411" v="1411" actId="1035"/>
          <ac:cxnSpMkLst>
            <pc:docMk/>
            <pc:sldMk cId="2520101859" sldId="2978"/>
            <ac:cxnSpMk id="89" creationId="{436B45E7-3178-427C-8E4C-B7992AE4F484}"/>
          </ac:cxnSpMkLst>
        </pc:cxnChg>
        <pc:cxnChg chg="mod">
          <ac:chgData name="Hur Jung" userId="763133add284fb2e" providerId="LiveId" clId="{63265192-7B44-45D3-A1BC-CD20A66879BE}" dt="2020-06-14T00:33:31.386" v="1414" actId="1038"/>
          <ac:cxnSpMkLst>
            <pc:docMk/>
            <pc:sldMk cId="2520101859" sldId="2978"/>
            <ac:cxnSpMk id="107" creationId="{A5E33BAE-556D-43A8-B140-A6936B8896C2}"/>
          </ac:cxnSpMkLst>
        </pc:cxnChg>
        <pc:cxnChg chg="mod">
          <ac:chgData name="Hur Jung" userId="763133add284fb2e" providerId="LiveId" clId="{63265192-7B44-45D3-A1BC-CD20A66879BE}" dt="2020-06-14T00:34:20.578" v="1424" actId="14100"/>
          <ac:cxnSpMkLst>
            <pc:docMk/>
            <pc:sldMk cId="2520101859" sldId="2978"/>
            <ac:cxnSpMk id="138" creationId="{1EAF4E34-487A-4D59-87FE-7C33EF5F8D5E}"/>
          </ac:cxnSpMkLst>
        </pc:cxnChg>
        <pc:cxnChg chg="add del mod">
          <ac:chgData name="Hur Jung" userId="763133add284fb2e" providerId="LiveId" clId="{63265192-7B44-45D3-A1BC-CD20A66879BE}" dt="2020-06-14T00:42:14.307" v="1480" actId="478"/>
          <ac:cxnSpMkLst>
            <pc:docMk/>
            <pc:sldMk cId="2520101859" sldId="2978"/>
            <ac:cxnSpMk id="148" creationId="{45569CD8-01C7-40B3-BD77-183BB95638D6}"/>
          </ac:cxnSpMkLst>
        </pc:cxnChg>
        <pc:cxnChg chg="add del mod">
          <ac:chgData name="Hur Jung" userId="763133add284fb2e" providerId="LiveId" clId="{63265192-7B44-45D3-A1BC-CD20A66879BE}" dt="2020-06-14T00:39:09.574" v="1435" actId="478"/>
          <ac:cxnSpMkLst>
            <pc:docMk/>
            <pc:sldMk cId="2520101859" sldId="2978"/>
            <ac:cxnSpMk id="244" creationId="{D71574B4-2828-44CC-AFFF-CA42D3279BFD}"/>
          </ac:cxnSpMkLst>
        </pc:cxnChg>
        <pc:cxnChg chg="add del mod">
          <ac:chgData name="Hur Jung" userId="763133add284fb2e" providerId="LiveId" clId="{63265192-7B44-45D3-A1BC-CD20A66879BE}" dt="2020-06-14T00:39:10" v="1436" actId="478"/>
          <ac:cxnSpMkLst>
            <pc:docMk/>
            <pc:sldMk cId="2520101859" sldId="2978"/>
            <ac:cxnSpMk id="247" creationId="{182E15D7-2D1F-4580-B63B-E3886C06BB73}"/>
          </ac:cxnSpMkLst>
        </pc:cxnChg>
        <pc:cxnChg chg="add del mod">
          <ac:chgData name="Hur Jung" userId="763133add284fb2e" providerId="LiveId" clId="{63265192-7B44-45D3-A1BC-CD20A66879BE}" dt="2020-06-14T00:39:10.513" v="1437" actId="478"/>
          <ac:cxnSpMkLst>
            <pc:docMk/>
            <pc:sldMk cId="2520101859" sldId="2978"/>
            <ac:cxnSpMk id="249" creationId="{14F7971E-52AF-47AD-9E0B-1D944E2E59F5}"/>
          </ac:cxnSpMkLst>
        </pc:cxnChg>
        <pc:cxnChg chg="add del mod">
          <ac:chgData name="Hur Jung" userId="763133add284fb2e" providerId="LiveId" clId="{63265192-7B44-45D3-A1BC-CD20A66879BE}" dt="2020-06-14T00:39:18.760" v="1440" actId="208"/>
          <ac:cxnSpMkLst>
            <pc:docMk/>
            <pc:sldMk cId="2520101859" sldId="2978"/>
            <ac:cxnSpMk id="257" creationId="{0FF5415F-3F01-4D54-AE3E-3EA54A7CAEB8}"/>
          </ac:cxnSpMkLst>
        </pc:cxnChg>
        <pc:cxnChg chg="add del mod">
          <ac:chgData name="Hur Jung" userId="763133add284fb2e" providerId="LiveId" clId="{63265192-7B44-45D3-A1BC-CD20A66879BE}" dt="2020-06-14T00:39:13.199" v="1439" actId="478"/>
          <ac:cxnSpMkLst>
            <pc:docMk/>
            <pc:sldMk cId="2520101859" sldId="2978"/>
            <ac:cxnSpMk id="259" creationId="{F272B11F-F445-44EE-B258-29C08812A262}"/>
          </ac:cxnSpMkLst>
        </pc:cxnChg>
      </pc:sldChg>
      <pc:sldChg chg="addSp delSp modSp mod ord">
        <pc:chgData name="Hur Jung" userId="763133add284fb2e" providerId="LiveId" clId="{63265192-7B44-45D3-A1BC-CD20A66879BE}" dt="2020-06-28T05:14:40.454" v="10928" actId="20577"/>
        <pc:sldMkLst>
          <pc:docMk/>
          <pc:sldMk cId="3395112509" sldId="2979"/>
        </pc:sldMkLst>
        <pc:spChg chg="mod">
          <ac:chgData name="Hur Jung" userId="763133add284fb2e" providerId="LiveId" clId="{63265192-7B44-45D3-A1BC-CD20A66879BE}" dt="2020-06-28T05:14:31.049" v="10927" actId="6549"/>
          <ac:spMkLst>
            <pc:docMk/>
            <pc:sldMk cId="3395112509" sldId="2979"/>
            <ac:spMk id="2" creationId="{7BD81DA4-00B3-4972-8588-E928EC125314}"/>
          </ac:spMkLst>
        </pc:spChg>
        <pc:spChg chg="add del mod">
          <ac:chgData name="Hur Jung" userId="763133add284fb2e" providerId="LiveId" clId="{63265192-7B44-45D3-A1BC-CD20A66879BE}" dt="2020-06-28T05:12:45.162" v="10880"/>
          <ac:spMkLst>
            <pc:docMk/>
            <pc:sldMk cId="3395112509" sldId="2979"/>
            <ac:spMk id="5" creationId="{8C82AC94-09A6-4F3D-AD59-36BC57883B84}"/>
          </ac:spMkLst>
        </pc:spChg>
        <pc:spChg chg="mod">
          <ac:chgData name="Hur Jung" userId="763133add284fb2e" providerId="LiveId" clId="{63265192-7B44-45D3-A1BC-CD20A66879BE}" dt="2020-06-28T05:07:35.809" v="10876" actId="207"/>
          <ac:spMkLst>
            <pc:docMk/>
            <pc:sldMk cId="3395112509" sldId="2979"/>
            <ac:spMk id="12" creationId="{950B8EEF-4E62-415A-A1B1-92330E3EBCEB}"/>
          </ac:spMkLst>
        </pc:spChg>
        <pc:spChg chg="add del mod">
          <ac:chgData name="Hur Jung" userId="763133add284fb2e" providerId="LiveId" clId="{63265192-7B44-45D3-A1BC-CD20A66879BE}" dt="2020-06-28T05:04:24.732" v="10796" actId="478"/>
          <ac:spMkLst>
            <pc:docMk/>
            <pc:sldMk cId="3395112509" sldId="2979"/>
            <ac:spMk id="51" creationId="{7A7B72E8-1945-48F1-B6B4-8BC629B54486}"/>
          </ac:spMkLst>
        </pc:spChg>
        <pc:spChg chg="add mod">
          <ac:chgData name="Hur Jung" userId="763133add284fb2e" providerId="LiveId" clId="{63265192-7B44-45D3-A1BC-CD20A66879BE}" dt="2020-06-28T05:13:45.316" v="10901" actId="1076"/>
          <ac:spMkLst>
            <pc:docMk/>
            <pc:sldMk cId="3395112509" sldId="2979"/>
            <ac:spMk id="53" creationId="{57AAE6BA-B74E-49B6-8881-4C8CEEC7CE62}"/>
          </ac:spMkLst>
        </pc:spChg>
        <pc:spChg chg="add mod">
          <ac:chgData name="Hur Jung" userId="763133add284fb2e" providerId="LiveId" clId="{63265192-7B44-45D3-A1BC-CD20A66879BE}" dt="2020-06-28T05:13:56.089" v="10913" actId="1037"/>
          <ac:spMkLst>
            <pc:docMk/>
            <pc:sldMk cId="3395112509" sldId="2979"/>
            <ac:spMk id="54" creationId="{DFB7AF05-BF97-4900-8AAF-59DD9ED05A4A}"/>
          </ac:spMkLst>
        </pc:spChg>
        <pc:spChg chg="mod">
          <ac:chgData name="Hur Jung" userId="763133add284fb2e" providerId="LiveId" clId="{63265192-7B44-45D3-A1BC-CD20A66879BE}" dt="2020-06-28T05:02:20.521" v="10794" actId="1076"/>
          <ac:spMkLst>
            <pc:docMk/>
            <pc:sldMk cId="3395112509" sldId="2979"/>
            <ac:spMk id="74" creationId="{81C1BC62-A031-4F6F-B9D0-B4579609A1E0}"/>
          </ac:spMkLst>
        </pc:spChg>
        <pc:spChg chg="del mod">
          <ac:chgData name="Hur Jung" userId="763133add284fb2e" providerId="LiveId" clId="{63265192-7B44-45D3-A1BC-CD20A66879BE}" dt="2020-06-28T05:13:42.900" v="10899" actId="21"/>
          <ac:spMkLst>
            <pc:docMk/>
            <pc:sldMk cId="3395112509" sldId="2979"/>
            <ac:spMk id="102" creationId="{449730DF-9E36-41EB-BFE2-96D85C753C47}"/>
          </ac:spMkLst>
        </pc:spChg>
        <pc:spChg chg="mod topLvl">
          <ac:chgData name="Hur Jung" userId="763133add284fb2e" providerId="LiveId" clId="{63265192-7B44-45D3-A1BC-CD20A66879BE}" dt="2020-06-28T05:12:55.785" v="10886" actId="478"/>
          <ac:spMkLst>
            <pc:docMk/>
            <pc:sldMk cId="3395112509" sldId="2979"/>
            <ac:spMk id="116" creationId="{467FD605-12E5-4EBC-91C8-074E2BD67E37}"/>
          </ac:spMkLst>
        </pc:spChg>
        <pc:spChg chg="mod">
          <ac:chgData name="Hur Jung" userId="763133add284fb2e" providerId="LiveId" clId="{63265192-7B44-45D3-A1BC-CD20A66879BE}" dt="2020-06-28T05:13:06.043" v="10893" actId="1038"/>
          <ac:spMkLst>
            <pc:docMk/>
            <pc:sldMk cId="3395112509" sldId="2979"/>
            <ac:spMk id="118" creationId="{5A1FB95D-651A-4A36-BA3F-2FB4296D9D8E}"/>
          </ac:spMkLst>
        </pc:spChg>
        <pc:spChg chg="del">
          <ac:chgData name="Hur Jung" userId="763133add284fb2e" providerId="LiveId" clId="{63265192-7B44-45D3-A1BC-CD20A66879BE}" dt="2020-06-28T05:13:53.092" v="10907" actId="21"/>
          <ac:spMkLst>
            <pc:docMk/>
            <pc:sldMk cId="3395112509" sldId="2979"/>
            <ac:spMk id="119" creationId="{5754D6E9-2858-45FD-B316-6092468C83F1}"/>
          </ac:spMkLst>
        </pc:spChg>
        <pc:spChg chg="mod topLvl">
          <ac:chgData name="Hur Jung" userId="763133add284fb2e" providerId="LiveId" clId="{63265192-7B44-45D3-A1BC-CD20A66879BE}" dt="2020-06-28T05:13:30.817" v="10896"/>
          <ac:spMkLst>
            <pc:docMk/>
            <pc:sldMk cId="3395112509" sldId="2979"/>
            <ac:spMk id="124" creationId="{23814B6A-5BDE-4742-8F65-11DCB542F11B}"/>
          </ac:spMkLst>
        </pc:spChg>
        <pc:spChg chg="mod">
          <ac:chgData name="Hur Jung" userId="763133add284fb2e" providerId="LiveId" clId="{63265192-7B44-45D3-A1BC-CD20A66879BE}" dt="2020-06-28T05:13:49.740" v="10906" actId="1038"/>
          <ac:spMkLst>
            <pc:docMk/>
            <pc:sldMk cId="3395112509" sldId="2979"/>
            <ac:spMk id="126" creationId="{BF4EC4A4-870B-47F6-9DDC-21CFC85C5734}"/>
          </ac:spMkLst>
        </pc:spChg>
        <pc:spChg chg="mod">
          <ac:chgData name="Hur Jung" userId="763133add284fb2e" providerId="LiveId" clId="{63265192-7B44-45D3-A1BC-CD20A66879BE}" dt="2020-06-28T05:14:40.454" v="10928" actId="20577"/>
          <ac:spMkLst>
            <pc:docMk/>
            <pc:sldMk cId="3395112509" sldId="2979"/>
            <ac:spMk id="127" creationId="{79BA9D6A-9558-494F-80AA-8B1C6FE8E424}"/>
          </ac:spMkLst>
        </pc:spChg>
        <pc:grpChg chg="del">
          <ac:chgData name="Hur Jung" userId="763133add284fb2e" providerId="LiveId" clId="{63265192-7B44-45D3-A1BC-CD20A66879BE}" dt="2020-06-28T05:12:55.785" v="10886" actId="478"/>
          <ac:grpSpMkLst>
            <pc:docMk/>
            <pc:sldMk cId="3395112509" sldId="2979"/>
            <ac:grpSpMk id="104" creationId="{D6E95232-EB43-4AB6-89E8-036FD6E83067}"/>
          </ac:grpSpMkLst>
        </pc:grpChg>
        <pc:grpChg chg="del">
          <ac:chgData name="Hur Jung" userId="763133add284fb2e" providerId="LiveId" clId="{63265192-7B44-45D3-A1BC-CD20A66879BE}" dt="2020-06-28T05:13:24.516" v="10894" actId="478"/>
          <ac:grpSpMkLst>
            <pc:docMk/>
            <pc:sldMk cId="3395112509" sldId="2979"/>
            <ac:grpSpMk id="121" creationId="{423BD80C-2D99-4150-BB14-55E1CB41EB29}"/>
          </ac:grpSpMkLst>
        </pc:grpChg>
        <pc:graphicFrameChg chg="mod">
          <ac:chgData name="Hur Jung" userId="763133add284fb2e" providerId="LiveId" clId="{63265192-7B44-45D3-A1BC-CD20A66879BE}" dt="2020-06-28T01:30:27.341" v="10677"/>
          <ac:graphicFrameMkLst>
            <pc:docMk/>
            <pc:sldMk cId="3395112509" sldId="2979"/>
            <ac:graphicFrameMk id="86" creationId="{317F784E-A246-4DCE-B5BA-F3907C09FA37}"/>
          </ac:graphicFrameMkLst>
        </pc:graphicFrameChg>
        <pc:picChg chg="del topLvl">
          <ac:chgData name="Hur Jung" userId="763133add284fb2e" providerId="LiveId" clId="{63265192-7B44-45D3-A1BC-CD20A66879BE}" dt="2020-06-28T05:12:55.785" v="10886" actId="478"/>
          <ac:picMkLst>
            <pc:docMk/>
            <pc:sldMk cId="3395112509" sldId="2979"/>
            <ac:picMk id="117" creationId="{63061C16-8705-4005-9442-8AD007BF2659}"/>
          </ac:picMkLst>
        </pc:picChg>
        <pc:picChg chg="del topLvl">
          <ac:chgData name="Hur Jung" userId="763133add284fb2e" providerId="LiveId" clId="{63265192-7B44-45D3-A1BC-CD20A66879BE}" dt="2020-06-28T05:13:24.516" v="10894" actId="478"/>
          <ac:picMkLst>
            <pc:docMk/>
            <pc:sldMk cId="3395112509" sldId="2979"/>
            <ac:picMk id="125" creationId="{A830B7B0-11B4-46BE-BC03-BE7B5E982841}"/>
          </ac:picMkLst>
        </pc:picChg>
      </pc:sldChg>
      <pc:sldChg chg="addSp delSp modSp mod">
        <pc:chgData name="Hur Jung" userId="763133add284fb2e" providerId="LiveId" clId="{63265192-7B44-45D3-A1BC-CD20A66879BE}" dt="2020-06-17T11:35:42.396" v="5593"/>
        <pc:sldMkLst>
          <pc:docMk/>
          <pc:sldMk cId="1721114643" sldId="2982"/>
        </pc:sldMkLst>
        <pc:spChg chg="add del mod">
          <ac:chgData name="Hur Jung" userId="763133add284fb2e" providerId="LiveId" clId="{63265192-7B44-45D3-A1BC-CD20A66879BE}" dt="2020-06-17T11:35:24.992" v="5583"/>
          <ac:spMkLst>
            <pc:docMk/>
            <pc:sldMk cId="1721114643" sldId="2982"/>
            <ac:spMk id="48" creationId="{BBD6DA64-9A68-4ED5-A31D-FF26A686F6A7}"/>
          </ac:spMkLst>
        </pc:spChg>
        <pc:spChg chg="add del mod">
          <ac:chgData name="Hur Jung" userId="763133add284fb2e" providerId="LiveId" clId="{63265192-7B44-45D3-A1BC-CD20A66879BE}" dt="2020-06-17T11:35:24.992" v="5583"/>
          <ac:spMkLst>
            <pc:docMk/>
            <pc:sldMk cId="1721114643" sldId="2982"/>
            <ac:spMk id="50" creationId="{0FE08656-EEF7-4DF9-85EB-FBEC676D45A7}"/>
          </ac:spMkLst>
        </pc:spChg>
        <pc:spChg chg="add del mod">
          <ac:chgData name="Hur Jung" userId="763133add284fb2e" providerId="LiveId" clId="{63265192-7B44-45D3-A1BC-CD20A66879BE}" dt="2020-06-17T11:35:24.992" v="5583"/>
          <ac:spMkLst>
            <pc:docMk/>
            <pc:sldMk cId="1721114643" sldId="2982"/>
            <ac:spMk id="51" creationId="{7F8E2472-750E-4241-9489-4F9CE82A56BB}"/>
          </ac:spMkLst>
        </pc:spChg>
        <pc:spChg chg="add del mod">
          <ac:chgData name="Hur Jung" userId="763133add284fb2e" providerId="LiveId" clId="{63265192-7B44-45D3-A1BC-CD20A66879BE}" dt="2020-06-17T11:35:24.992" v="5583"/>
          <ac:spMkLst>
            <pc:docMk/>
            <pc:sldMk cId="1721114643" sldId="2982"/>
            <ac:spMk id="56" creationId="{28C599F9-323E-44D4-AA31-45CFFBBF17DF}"/>
          </ac:spMkLst>
        </pc:spChg>
        <pc:spChg chg="add del mod">
          <ac:chgData name="Hur Jung" userId="763133add284fb2e" providerId="LiveId" clId="{63265192-7B44-45D3-A1BC-CD20A66879BE}" dt="2020-06-17T11:35:24.992" v="5583"/>
          <ac:spMkLst>
            <pc:docMk/>
            <pc:sldMk cId="1721114643" sldId="2982"/>
            <ac:spMk id="58" creationId="{554B5708-AAF4-4688-A59A-2854722621C4}"/>
          </ac:spMkLst>
        </pc:spChg>
        <pc:graphicFrameChg chg="mod modGraphic">
          <ac:chgData name="Hur Jung" userId="763133add284fb2e" providerId="LiveId" clId="{63265192-7B44-45D3-A1BC-CD20A66879BE}" dt="2020-06-17T11:35:42.396" v="5593"/>
          <ac:graphicFrameMkLst>
            <pc:docMk/>
            <pc:sldMk cId="1721114643" sldId="2982"/>
            <ac:graphicFrameMk id="14" creationId="{12F92DBA-D06C-4972-9C7B-9B6277C3EA42}"/>
          </ac:graphicFrameMkLst>
        </pc:graphicFrameChg>
        <pc:graphicFrameChg chg="add del mod">
          <ac:chgData name="Hur Jung" userId="763133add284fb2e" providerId="LiveId" clId="{63265192-7B44-45D3-A1BC-CD20A66879BE}" dt="2020-06-17T11:35:24.992" v="5583"/>
          <ac:graphicFrameMkLst>
            <pc:docMk/>
            <pc:sldMk cId="1721114643" sldId="2982"/>
            <ac:graphicFrameMk id="47" creationId="{5763A6AF-D8D3-4284-BB6F-8298323AB60F}"/>
          </ac:graphicFrameMkLst>
        </pc:graphicFrameChg>
        <pc:cxnChg chg="add del mod">
          <ac:chgData name="Hur Jung" userId="763133add284fb2e" providerId="LiveId" clId="{63265192-7B44-45D3-A1BC-CD20A66879BE}" dt="2020-06-17T11:35:24.992" v="5583"/>
          <ac:cxnSpMkLst>
            <pc:docMk/>
            <pc:sldMk cId="1721114643" sldId="2982"/>
            <ac:cxnSpMk id="49" creationId="{1909286C-C652-4EE7-BDA7-9D324484ACD2}"/>
          </ac:cxnSpMkLst>
        </pc:cxnChg>
        <pc:cxnChg chg="add del mod">
          <ac:chgData name="Hur Jung" userId="763133add284fb2e" providerId="LiveId" clId="{63265192-7B44-45D3-A1BC-CD20A66879BE}" dt="2020-06-17T11:35:24.992" v="5583"/>
          <ac:cxnSpMkLst>
            <pc:docMk/>
            <pc:sldMk cId="1721114643" sldId="2982"/>
            <ac:cxnSpMk id="52" creationId="{54229A0C-4AB2-4695-8733-BF804DBD0678}"/>
          </ac:cxnSpMkLst>
        </pc:cxnChg>
      </pc:sldChg>
      <pc:sldChg chg="modSp mod">
        <pc:chgData name="Hur Jung" userId="763133add284fb2e" providerId="LiveId" clId="{63265192-7B44-45D3-A1BC-CD20A66879BE}" dt="2020-06-17T11:36:57.878" v="5597" actId="113"/>
        <pc:sldMkLst>
          <pc:docMk/>
          <pc:sldMk cId="225006909" sldId="2985"/>
        </pc:sldMkLst>
        <pc:spChg chg="mod">
          <ac:chgData name="Hur Jung" userId="763133add284fb2e" providerId="LiveId" clId="{63265192-7B44-45D3-A1BC-CD20A66879BE}" dt="2020-06-17T11:36:57.878" v="5597" actId="113"/>
          <ac:spMkLst>
            <pc:docMk/>
            <pc:sldMk cId="225006909" sldId="2985"/>
            <ac:spMk id="19" creationId="{7A9D985F-7454-4744-8E18-C5BD0A0948CA}"/>
          </ac:spMkLst>
        </pc:spChg>
      </pc:sldChg>
      <pc:sldChg chg="modSp mod">
        <pc:chgData name="Hur Jung" userId="763133add284fb2e" providerId="LiveId" clId="{63265192-7B44-45D3-A1BC-CD20A66879BE}" dt="2020-06-17T11:36:53.323" v="5596"/>
        <pc:sldMkLst>
          <pc:docMk/>
          <pc:sldMk cId="2394644326" sldId="2986"/>
        </pc:sldMkLst>
        <pc:spChg chg="mod">
          <ac:chgData name="Hur Jung" userId="763133add284fb2e" providerId="LiveId" clId="{63265192-7B44-45D3-A1BC-CD20A66879BE}" dt="2020-06-17T11:36:53.323" v="5596"/>
          <ac:spMkLst>
            <pc:docMk/>
            <pc:sldMk cId="2394644326" sldId="2986"/>
            <ac:spMk id="19" creationId="{7A9D985F-7454-4744-8E18-C5BD0A0948CA}"/>
          </ac:spMkLst>
        </pc:spChg>
        <pc:graphicFrameChg chg="mod modGraphic">
          <ac:chgData name="Hur Jung" userId="763133add284fb2e" providerId="LiveId" clId="{63265192-7B44-45D3-A1BC-CD20A66879BE}" dt="2020-06-17T11:28:02.410" v="5488" actId="20577"/>
          <ac:graphicFrameMkLst>
            <pc:docMk/>
            <pc:sldMk cId="2394644326" sldId="2986"/>
            <ac:graphicFrameMk id="65" creationId="{2072BE5E-97F9-4C9B-B282-7FAEEE53FBAD}"/>
          </ac:graphicFrameMkLst>
        </pc:graphicFrameChg>
      </pc:sldChg>
      <pc:sldChg chg="delSp modSp del mod">
        <pc:chgData name="Hur Jung" userId="763133add284fb2e" providerId="LiveId" clId="{63265192-7B44-45D3-A1BC-CD20A66879BE}" dt="2020-06-17T11:34:07.157" v="5573" actId="47"/>
        <pc:sldMkLst>
          <pc:docMk/>
          <pc:sldMk cId="3755890079" sldId="2989"/>
        </pc:sldMkLst>
        <pc:spChg chg="del">
          <ac:chgData name="Hur Jung" userId="763133add284fb2e" providerId="LiveId" clId="{63265192-7B44-45D3-A1BC-CD20A66879BE}" dt="2020-06-17T11:32:42.248" v="5551" actId="21"/>
          <ac:spMkLst>
            <pc:docMk/>
            <pc:sldMk cId="3755890079" sldId="2989"/>
            <ac:spMk id="37" creationId="{D7F1289B-D25A-40FF-8622-258CF1E660D0}"/>
          </ac:spMkLst>
        </pc:spChg>
        <pc:spChg chg="del">
          <ac:chgData name="Hur Jung" userId="763133add284fb2e" providerId="LiveId" clId="{63265192-7B44-45D3-A1BC-CD20A66879BE}" dt="2020-06-17T11:32:42.248" v="5551" actId="21"/>
          <ac:spMkLst>
            <pc:docMk/>
            <pc:sldMk cId="3755890079" sldId="2989"/>
            <ac:spMk id="38" creationId="{7252392A-6026-4201-8D99-6D3355E0FB7C}"/>
          </ac:spMkLst>
        </pc:spChg>
        <pc:spChg chg="del">
          <ac:chgData name="Hur Jung" userId="763133add284fb2e" providerId="LiveId" clId="{63265192-7B44-45D3-A1BC-CD20A66879BE}" dt="2020-06-17T11:32:42.248" v="5551" actId="21"/>
          <ac:spMkLst>
            <pc:docMk/>
            <pc:sldMk cId="3755890079" sldId="2989"/>
            <ac:spMk id="42" creationId="{7153747F-DB61-477A-BE4E-23C10A0E35FF}"/>
          </ac:spMkLst>
        </pc:spChg>
        <pc:spChg chg="del">
          <ac:chgData name="Hur Jung" userId="763133add284fb2e" providerId="LiveId" clId="{63265192-7B44-45D3-A1BC-CD20A66879BE}" dt="2020-06-17T11:32:42.248" v="5551" actId="21"/>
          <ac:spMkLst>
            <pc:docMk/>
            <pc:sldMk cId="3755890079" sldId="2989"/>
            <ac:spMk id="79" creationId="{DFDF117D-821F-4F95-8B7C-D28D539B17BF}"/>
          </ac:spMkLst>
        </pc:spChg>
        <pc:spChg chg="del">
          <ac:chgData name="Hur Jung" userId="763133add284fb2e" providerId="LiveId" clId="{63265192-7B44-45D3-A1BC-CD20A66879BE}" dt="2020-06-17T11:32:42.248" v="5551" actId="21"/>
          <ac:spMkLst>
            <pc:docMk/>
            <pc:sldMk cId="3755890079" sldId="2989"/>
            <ac:spMk id="85" creationId="{2601E287-C84C-43CC-9666-CA494031A191}"/>
          </ac:spMkLst>
        </pc:spChg>
        <pc:graphicFrameChg chg="del">
          <ac:chgData name="Hur Jung" userId="763133add284fb2e" providerId="LiveId" clId="{63265192-7B44-45D3-A1BC-CD20A66879BE}" dt="2020-06-17T11:32:42.248" v="5551" actId="21"/>
          <ac:graphicFrameMkLst>
            <pc:docMk/>
            <pc:sldMk cId="3755890079" sldId="2989"/>
            <ac:graphicFrameMk id="39" creationId="{6B9C240D-EBCA-49DE-BDB7-05F6FF8D63C6}"/>
          </ac:graphicFrameMkLst>
        </pc:graphicFrameChg>
        <pc:cxnChg chg="del mod">
          <ac:chgData name="Hur Jung" userId="763133add284fb2e" providerId="LiveId" clId="{63265192-7B44-45D3-A1BC-CD20A66879BE}" dt="2020-06-17T11:32:42.248" v="5551" actId="21"/>
          <ac:cxnSpMkLst>
            <pc:docMk/>
            <pc:sldMk cId="3755890079" sldId="2989"/>
            <ac:cxnSpMk id="32" creationId="{A172A51F-EA61-48E1-91D2-357D783BF4BD}"/>
          </ac:cxnSpMkLst>
        </pc:cxnChg>
        <pc:cxnChg chg="del mod">
          <ac:chgData name="Hur Jung" userId="763133add284fb2e" providerId="LiveId" clId="{63265192-7B44-45D3-A1BC-CD20A66879BE}" dt="2020-06-17T11:32:42.248" v="5551" actId="21"/>
          <ac:cxnSpMkLst>
            <pc:docMk/>
            <pc:sldMk cId="3755890079" sldId="2989"/>
            <ac:cxnSpMk id="35" creationId="{A2150AE4-E39C-4985-AAE6-2D2C13CCC87A}"/>
          </ac:cxnSpMkLst>
        </pc:cxnChg>
      </pc:sldChg>
      <pc:sldChg chg="addSp delSp modSp mod">
        <pc:chgData name="Hur Jung" userId="763133add284fb2e" providerId="LiveId" clId="{63265192-7B44-45D3-A1BC-CD20A66879BE}" dt="2020-06-17T12:15:20.067" v="5694" actId="478"/>
        <pc:sldMkLst>
          <pc:docMk/>
          <pc:sldMk cId="4082056481" sldId="2998"/>
        </pc:sldMkLst>
        <pc:graphicFrameChg chg="add del mod">
          <ac:chgData name="Hur Jung" userId="763133add284fb2e" providerId="LiveId" clId="{63265192-7B44-45D3-A1BC-CD20A66879BE}" dt="2020-06-17T12:15:20.067" v="5694" actId="478"/>
          <ac:graphicFrameMkLst>
            <pc:docMk/>
            <pc:sldMk cId="4082056481" sldId="2998"/>
            <ac:graphicFrameMk id="33" creationId="{8B7AC742-5D00-4AFE-AF4B-7503ED798071}"/>
          </ac:graphicFrameMkLst>
        </pc:graphicFrameChg>
      </pc:sldChg>
      <pc:sldChg chg="modSp mod">
        <pc:chgData name="Hur Jung" userId="763133add284fb2e" providerId="LiveId" clId="{63265192-7B44-45D3-A1BC-CD20A66879BE}" dt="2020-06-28T00:30:00.450" v="10110"/>
        <pc:sldMkLst>
          <pc:docMk/>
          <pc:sldMk cId="2908846324" sldId="3004"/>
        </pc:sldMkLst>
        <pc:graphicFrameChg chg="mod modGraphic">
          <ac:chgData name="Hur Jung" userId="763133add284fb2e" providerId="LiveId" clId="{63265192-7B44-45D3-A1BC-CD20A66879BE}" dt="2020-06-28T00:30:00.450" v="10110"/>
          <ac:graphicFrameMkLst>
            <pc:docMk/>
            <pc:sldMk cId="2908846324" sldId="3004"/>
            <ac:graphicFrameMk id="131" creationId="{64BAA11E-4626-4DEE-B813-E5658E1375B7}"/>
          </ac:graphicFrameMkLst>
        </pc:graphicFrameChg>
      </pc:sldChg>
      <pc:sldChg chg="add del">
        <pc:chgData name="Hur Jung" userId="763133add284fb2e" providerId="LiveId" clId="{63265192-7B44-45D3-A1BC-CD20A66879BE}" dt="2020-06-13T00:31:42.471" v="21" actId="47"/>
        <pc:sldMkLst>
          <pc:docMk/>
          <pc:sldMk cId="3030587675" sldId="3011"/>
        </pc:sldMkLst>
      </pc:sldChg>
      <pc:sldChg chg="addSp delSp modSp add mod ord">
        <pc:chgData name="Hur Jung" userId="763133add284fb2e" providerId="LiveId" clId="{63265192-7B44-45D3-A1BC-CD20A66879BE}" dt="2020-06-25T11:50:30.290" v="7211" actId="20577"/>
        <pc:sldMkLst>
          <pc:docMk/>
          <pc:sldMk cId="1859328822" sldId="3012"/>
        </pc:sldMkLst>
        <pc:spChg chg="mod">
          <ac:chgData name="Hur Jung" userId="763133add284fb2e" providerId="LiveId" clId="{63265192-7B44-45D3-A1BC-CD20A66879BE}" dt="2020-06-23T11:36:19.993" v="6605" actId="6549"/>
          <ac:spMkLst>
            <pc:docMk/>
            <pc:sldMk cId="1859328822" sldId="3012"/>
            <ac:spMk id="2" creationId="{ACE6F7F8-3EBF-4B1F-B411-4C91300D959D}"/>
          </ac:spMkLst>
        </pc:spChg>
        <pc:spChg chg="add mod">
          <ac:chgData name="Hur Jung" userId="763133add284fb2e" providerId="LiveId" clId="{63265192-7B44-45D3-A1BC-CD20A66879BE}" dt="2020-06-25T11:48:34.801" v="7179" actId="208"/>
          <ac:spMkLst>
            <pc:docMk/>
            <pc:sldMk cId="1859328822" sldId="3012"/>
            <ac:spMk id="4" creationId="{2D7FE8BA-123B-4E98-A19E-4F2CB0416E4C}"/>
          </ac:spMkLst>
        </pc:spChg>
        <pc:spChg chg="add del mod">
          <ac:chgData name="Hur Jung" userId="763133add284fb2e" providerId="LiveId" clId="{63265192-7B44-45D3-A1BC-CD20A66879BE}" dt="2020-06-15T11:54:17.708" v="4654" actId="478"/>
          <ac:spMkLst>
            <pc:docMk/>
            <pc:sldMk cId="1859328822" sldId="3012"/>
            <ac:spMk id="4" creationId="{317CBF49-3690-45CC-A516-F745CB353878}"/>
          </ac:spMkLst>
        </pc:spChg>
        <pc:spChg chg="add mod">
          <ac:chgData name="Hur Jung" userId="763133add284fb2e" providerId="LiveId" clId="{63265192-7B44-45D3-A1BC-CD20A66879BE}" dt="2020-06-25T11:49:26.561" v="7180" actId="14100"/>
          <ac:spMkLst>
            <pc:docMk/>
            <pc:sldMk cId="1859328822" sldId="3012"/>
            <ac:spMk id="17" creationId="{EC3B763B-4359-44CF-93FB-510EED727C0C}"/>
          </ac:spMkLst>
        </pc:spChg>
        <pc:spChg chg="add mod">
          <ac:chgData name="Hur Jung" userId="763133add284fb2e" providerId="LiveId" clId="{63265192-7B44-45D3-A1BC-CD20A66879BE}" dt="2020-06-23T11:33:44.131" v="6494" actId="1035"/>
          <ac:spMkLst>
            <pc:docMk/>
            <pc:sldMk cId="1859328822" sldId="3012"/>
            <ac:spMk id="24" creationId="{0678D5C0-2032-495E-95B0-EECC0B6E887F}"/>
          </ac:spMkLst>
        </pc:spChg>
        <pc:spChg chg="add del mod">
          <ac:chgData name="Hur Jung" userId="763133add284fb2e" providerId="LiveId" clId="{63265192-7B44-45D3-A1BC-CD20A66879BE}" dt="2020-06-23T11:28:40.546" v="6462" actId="478"/>
          <ac:spMkLst>
            <pc:docMk/>
            <pc:sldMk cId="1859328822" sldId="3012"/>
            <ac:spMk id="29" creationId="{C9E3287D-B34E-4766-A1F9-0DB97909962A}"/>
          </ac:spMkLst>
        </pc:spChg>
        <pc:spChg chg="add mod">
          <ac:chgData name="Hur Jung" userId="763133add284fb2e" providerId="LiveId" clId="{63265192-7B44-45D3-A1BC-CD20A66879BE}" dt="2020-06-23T11:33:44.131" v="6494" actId="1035"/>
          <ac:spMkLst>
            <pc:docMk/>
            <pc:sldMk cId="1859328822" sldId="3012"/>
            <ac:spMk id="30" creationId="{3C6B6267-946A-4218-BC75-2CE47FDD804A}"/>
          </ac:spMkLst>
        </pc:spChg>
        <pc:spChg chg="del mod">
          <ac:chgData name="Hur Jung" userId="763133add284fb2e" providerId="LiveId" clId="{63265192-7B44-45D3-A1BC-CD20A66879BE}" dt="2020-06-15T11:56:26.007" v="4659" actId="478"/>
          <ac:spMkLst>
            <pc:docMk/>
            <pc:sldMk cId="1859328822" sldId="3012"/>
            <ac:spMk id="30" creationId="{733D1F0C-1E43-4B4A-B50F-4F1D554CA5C3}"/>
          </ac:spMkLst>
        </pc:spChg>
        <pc:spChg chg="add del mod">
          <ac:chgData name="Hur Jung" userId="763133add284fb2e" providerId="LiveId" clId="{63265192-7B44-45D3-A1BC-CD20A66879BE}" dt="2020-06-13T00:35:00.662" v="25" actId="478"/>
          <ac:spMkLst>
            <pc:docMk/>
            <pc:sldMk cId="1859328822" sldId="3012"/>
            <ac:spMk id="31" creationId="{B8E6257E-DFB9-4C43-A2FB-D4490E991DB0}"/>
          </ac:spMkLst>
        </pc:spChg>
        <pc:spChg chg="add mod">
          <ac:chgData name="Hur Jung" userId="763133add284fb2e" providerId="LiveId" clId="{63265192-7B44-45D3-A1BC-CD20A66879BE}" dt="2020-06-23T11:33:44.131" v="6494" actId="1035"/>
          <ac:spMkLst>
            <pc:docMk/>
            <pc:sldMk cId="1859328822" sldId="3012"/>
            <ac:spMk id="31" creationId="{D0B41DBE-DA35-4387-86EC-B2847815746B}"/>
          </ac:spMkLst>
        </pc:spChg>
        <pc:spChg chg="add mod">
          <ac:chgData name="Hur Jung" userId="763133add284fb2e" providerId="LiveId" clId="{63265192-7B44-45D3-A1BC-CD20A66879BE}" dt="2020-06-23T11:33:44.131" v="6494" actId="1035"/>
          <ac:spMkLst>
            <pc:docMk/>
            <pc:sldMk cId="1859328822" sldId="3012"/>
            <ac:spMk id="32" creationId="{6EE700BE-5F5C-4CBA-B1E0-C7B5123D241A}"/>
          </ac:spMkLst>
        </pc:spChg>
        <pc:spChg chg="del">
          <ac:chgData name="Hur Jung" userId="763133add284fb2e" providerId="LiveId" clId="{63265192-7B44-45D3-A1BC-CD20A66879BE}" dt="2020-06-15T11:54:17.708" v="4654" actId="478"/>
          <ac:spMkLst>
            <pc:docMk/>
            <pc:sldMk cId="1859328822" sldId="3012"/>
            <ac:spMk id="33" creationId="{6640F1A6-21FD-4CD3-91E4-0D0849CBCBE8}"/>
          </ac:spMkLst>
        </pc:spChg>
        <pc:spChg chg="add mod">
          <ac:chgData name="Hur Jung" userId="763133add284fb2e" providerId="LiveId" clId="{63265192-7B44-45D3-A1BC-CD20A66879BE}" dt="2020-06-23T11:33:44.131" v="6494" actId="1035"/>
          <ac:spMkLst>
            <pc:docMk/>
            <pc:sldMk cId="1859328822" sldId="3012"/>
            <ac:spMk id="33" creationId="{ACF52997-FC47-40D1-B909-D1C342D8F05A}"/>
          </ac:spMkLst>
        </pc:spChg>
        <pc:spChg chg="add mod">
          <ac:chgData name="Hur Jung" userId="763133add284fb2e" providerId="LiveId" clId="{63265192-7B44-45D3-A1BC-CD20A66879BE}" dt="2020-06-23T11:33:44.131" v="6494" actId="1035"/>
          <ac:spMkLst>
            <pc:docMk/>
            <pc:sldMk cId="1859328822" sldId="3012"/>
            <ac:spMk id="36" creationId="{F701F2D7-1FD1-402C-91EA-EF15C5756889}"/>
          </ac:spMkLst>
        </pc:spChg>
        <pc:spChg chg="add mod">
          <ac:chgData name="Hur Jung" userId="763133add284fb2e" providerId="LiveId" clId="{63265192-7B44-45D3-A1BC-CD20A66879BE}" dt="2020-06-23T11:33:44.131" v="6494" actId="1035"/>
          <ac:spMkLst>
            <pc:docMk/>
            <pc:sldMk cId="1859328822" sldId="3012"/>
            <ac:spMk id="37" creationId="{3D42A8A0-9D05-45C5-87F5-7F293F581480}"/>
          </ac:spMkLst>
        </pc:spChg>
        <pc:spChg chg="add del mod">
          <ac:chgData name="Hur Jung" userId="763133add284fb2e" providerId="LiveId" clId="{63265192-7B44-45D3-A1BC-CD20A66879BE}" dt="2020-06-15T11:54:17.708" v="4654" actId="478"/>
          <ac:spMkLst>
            <pc:docMk/>
            <pc:sldMk cId="1859328822" sldId="3012"/>
            <ac:spMk id="37" creationId="{8B882A6F-4034-4A70-89E2-97AFAE483E93}"/>
          </ac:spMkLst>
        </pc:spChg>
        <pc:spChg chg="add mod">
          <ac:chgData name="Hur Jung" userId="763133add284fb2e" providerId="LiveId" clId="{63265192-7B44-45D3-A1BC-CD20A66879BE}" dt="2020-06-25T11:48:03.923" v="7172" actId="121"/>
          <ac:spMkLst>
            <pc:docMk/>
            <pc:sldMk cId="1859328822" sldId="3012"/>
            <ac:spMk id="38" creationId="{4A110FCF-D8FC-40D6-9E5F-20837BCF146A}"/>
          </ac:spMkLst>
        </pc:spChg>
        <pc:spChg chg="add mod">
          <ac:chgData name="Hur Jung" userId="763133add284fb2e" providerId="LiveId" clId="{63265192-7B44-45D3-A1BC-CD20A66879BE}" dt="2020-06-23T11:33:44.131" v="6494" actId="1035"/>
          <ac:spMkLst>
            <pc:docMk/>
            <pc:sldMk cId="1859328822" sldId="3012"/>
            <ac:spMk id="39" creationId="{3332B365-BE68-43E7-8C46-17BD8DA41591}"/>
          </ac:spMkLst>
        </pc:spChg>
        <pc:spChg chg="add del mod">
          <ac:chgData name="Hur Jung" userId="763133add284fb2e" providerId="LiveId" clId="{63265192-7B44-45D3-A1BC-CD20A66879BE}" dt="2020-06-15T11:54:17.708" v="4654" actId="478"/>
          <ac:spMkLst>
            <pc:docMk/>
            <pc:sldMk cId="1859328822" sldId="3012"/>
            <ac:spMk id="39" creationId="{E8FCE1F1-C5C4-4A7F-BD34-15A3CB2D87E0}"/>
          </ac:spMkLst>
        </pc:spChg>
        <pc:spChg chg="add mod">
          <ac:chgData name="Hur Jung" userId="763133add284fb2e" providerId="LiveId" clId="{63265192-7B44-45D3-A1BC-CD20A66879BE}" dt="2020-06-23T11:33:44.131" v="6494" actId="1035"/>
          <ac:spMkLst>
            <pc:docMk/>
            <pc:sldMk cId="1859328822" sldId="3012"/>
            <ac:spMk id="40" creationId="{CCC755BC-7FA0-45D3-83B8-FEB2A2A23143}"/>
          </ac:spMkLst>
        </pc:spChg>
        <pc:spChg chg="del">
          <ac:chgData name="Hur Jung" userId="763133add284fb2e" providerId="LiveId" clId="{63265192-7B44-45D3-A1BC-CD20A66879BE}" dt="2020-06-15T11:54:17.708" v="4654" actId="478"/>
          <ac:spMkLst>
            <pc:docMk/>
            <pc:sldMk cId="1859328822" sldId="3012"/>
            <ac:spMk id="40" creationId="{D1E05270-9A4A-4969-BA6B-B24F8D2C8AB8}"/>
          </ac:spMkLst>
        </pc:spChg>
        <pc:spChg chg="del mod">
          <ac:chgData name="Hur Jung" userId="763133add284fb2e" providerId="LiveId" clId="{63265192-7B44-45D3-A1BC-CD20A66879BE}" dt="2020-06-15T11:56:48.216" v="4663" actId="478"/>
          <ac:spMkLst>
            <pc:docMk/>
            <pc:sldMk cId="1859328822" sldId="3012"/>
            <ac:spMk id="41" creationId="{E62CDFFA-BD44-4763-B548-D3214ECD03D3}"/>
          </ac:spMkLst>
        </pc:spChg>
        <pc:spChg chg="mod">
          <ac:chgData name="Hur Jung" userId="763133add284fb2e" providerId="LiveId" clId="{63265192-7B44-45D3-A1BC-CD20A66879BE}" dt="2020-06-23T11:33:44.131" v="6494" actId="1035"/>
          <ac:spMkLst>
            <pc:docMk/>
            <pc:sldMk cId="1859328822" sldId="3012"/>
            <ac:spMk id="43" creationId="{9B55857F-AD0D-479B-8C83-5EFFE1F57C0C}"/>
          </ac:spMkLst>
        </pc:spChg>
        <pc:spChg chg="add mod">
          <ac:chgData name="Hur Jung" userId="763133add284fb2e" providerId="LiveId" clId="{63265192-7B44-45D3-A1BC-CD20A66879BE}" dt="2020-06-23T11:33:44.131" v="6494" actId="1035"/>
          <ac:spMkLst>
            <pc:docMk/>
            <pc:sldMk cId="1859328822" sldId="3012"/>
            <ac:spMk id="44" creationId="{6F29D833-9CA7-4096-9840-C980F2417F84}"/>
          </ac:spMkLst>
        </pc:spChg>
        <pc:spChg chg="mod">
          <ac:chgData name="Hur Jung" userId="763133add284fb2e" providerId="LiveId" clId="{63265192-7B44-45D3-A1BC-CD20A66879BE}" dt="2020-06-23T11:33:44.131" v="6494" actId="1035"/>
          <ac:spMkLst>
            <pc:docMk/>
            <pc:sldMk cId="1859328822" sldId="3012"/>
            <ac:spMk id="45" creationId="{A3D1B6CE-AB42-4EB2-97D6-424DAA8154A2}"/>
          </ac:spMkLst>
        </pc:spChg>
        <pc:spChg chg="del mod">
          <ac:chgData name="Hur Jung" userId="763133add284fb2e" providerId="LiveId" clId="{63265192-7B44-45D3-A1BC-CD20A66879BE}" dt="2020-06-15T11:55:36.416" v="4656" actId="478"/>
          <ac:spMkLst>
            <pc:docMk/>
            <pc:sldMk cId="1859328822" sldId="3012"/>
            <ac:spMk id="46" creationId="{46BAB19B-DA92-4712-82A1-C857872061B3}"/>
          </ac:spMkLst>
        </pc:spChg>
        <pc:spChg chg="add mod">
          <ac:chgData name="Hur Jung" userId="763133add284fb2e" providerId="LiveId" clId="{63265192-7B44-45D3-A1BC-CD20A66879BE}" dt="2020-06-23T11:33:44.131" v="6494" actId="1035"/>
          <ac:spMkLst>
            <pc:docMk/>
            <pc:sldMk cId="1859328822" sldId="3012"/>
            <ac:spMk id="48" creationId="{70F7B1D3-AC8E-4174-86DD-13E43E6137AE}"/>
          </ac:spMkLst>
        </pc:spChg>
        <pc:spChg chg="mod">
          <ac:chgData name="Hur Jung" userId="763133add284fb2e" providerId="LiveId" clId="{63265192-7B44-45D3-A1BC-CD20A66879BE}" dt="2020-06-23T11:33:44.131" v="6494" actId="1035"/>
          <ac:spMkLst>
            <pc:docMk/>
            <pc:sldMk cId="1859328822" sldId="3012"/>
            <ac:spMk id="49" creationId="{78670A0E-FE3D-4F76-BB16-D00C5BD90325}"/>
          </ac:spMkLst>
        </pc:spChg>
        <pc:spChg chg="add del mod">
          <ac:chgData name="Hur Jung" userId="763133add284fb2e" providerId="LiveId" clId="{63265192-7B44-45D3-A1BC-CD20A66879BE}" dt="2020-06-23T10:35:53.240" v="6137" actId="478"/>
          <ac:spMkLst>
            <pc:docMk/>
            <pc:sldMk cId="1859328822" sldId="3012"/>
            <ac:spMk id="50" creationId="{12B4F9C1-51D3-4BC9-A6F5-6BF0686D7203}"/>
          </ac:spMkLst>
        </pc:spChg>
        <pc:spChg chg="mod">
          <ac:chgData name="Hur Jung" userId="763133add284fb2e" providerId="LiveId" clId="{63265192-7B44-45D3-A1BC-CD20A66879BE}" dt="2020-06-23T11:33:44.131" v="6494" actId="1035"/>
          <ac:spMkLst>
            <pc:docMk/>
            <pc:sldMk cId="1859328822" sldId="3012"/>
            <ac:spMk id="53" creationId="{72902DD6-789E-45B2-8D47-20DF4C98C825}"/>
          </ac:spMkLst>
        </pc:spChg>
        <pc:spChg chg="mod">
          <ac:chgData name="Hur Jung" userId="763133add284fb2e" providerId="LiveId" clId="{63265192-7B44-45D3-A1BC-CD20A66879BE}" dt="2020-06-23T11:33:44.131" v="6494" actId="1035"/>
          <ac:spMkLst>
            <pc:docMk/>
            <pc:sldMk cId="1859328822" sldId="3012"/>
            <ac:spMk id="54" creationId="{55EC055C-E14C-4B35-ADEC-0E511CB903CD}"/>
          </ac:spMkLst>
        </pc:spChg>
        <pc:spChg chg="del">
          <ac:chgData name="Hur Jung" userId="763133add284fb2e" providerId="LiveId" clId="{63265192-7B44-45D3-A1BC-CD20A66879BE}" dt="2020-06-15T11:58:33.183" v="4702" actId="478"/>
          <ac:spMkLst>
            <pc:docMk/>
            <pc:sldMk cId="1859328822" sldId="3012"/>
            <ac:spMk id="55" creationId="{661EB804-BCBC-49D7-BBD4-6457FFB52F01}"/>
          </ac:spMkLst>
        </pc:spChg>
        <pc:spChg chg="mod">
          <ac:chgData name="Hur Jung" userId="763133add284fb2e" providerId="LiveId" clId="{63265192-7B44-45D3-A1BC-CD20A66879BE}" dt="2020-06-23T11:33:44.131" v="6494" actId="1035"/>
          <ac:spMkLst>
            <pc:docMk/>
            <pc:sldMk cId="1859328822" sldId="3012"/>
            <ac:spMk id="56" creationId="{831F3963-31C3-491D-A135-9DC8E35438B9}"/>
          </ac:spMkLst>
        </pc:spChg>
        <pc:spChg chg="del mod">
          <ac:chgData name="Hur Jung" userId="763133add284fb2e" providerId="LiveId" clId="{63265192-7B44-45D3-A1BC-CD20A66879BE}" dt="2020-06-15T11:58:33.183" v="4702" actId="478"/>
          <ac:spMkLst>
            <pc:docMk/>
            <pc:sldMk cId="1859328822" sldId="3012"/>
            <ac:spMk id="57" creationId="{0934911E-F1FD-41A9-AD51-3EA405E997DE}"/>
          </ac:spMkLst>
        </pc:spChg>
        <pc:spChg chg="add mod">
          <ac:chgData name="Hur Jung" userId="763133add284fb2e" providerId="LiveId" clId="{63265192-7B44-45D3-A1BC-CD20A66879BE}" dt="2020-06-25T11:50:30.290" v="7211" actId="20577"/>
          <ac:spMkLst>
            <pc:docMk/>
            <pc:sldMk cId="1859328822" sldId="3012"/>
            <ac:spMk id="58" creationId="{17CEB5A6-164C-4E67-84C1-E727B6E27106}"/>
          </ac:spMkLst>
        </pc:spChg>
        <pc:spChg chg="del">
          <ac:chgData name="Hur Jung" userId="763133add284fb2e" providerId="LiveId" clId="{63265192-7B44-45D3-A1BC-CD20A66879BE}" dt="2020-06-15T11:58:33.183" v="4702" actId="478"/>
          <ac:spMkLst>
            <pc:docMk/>
            <pc:sldMk cId="1859328822" sldId="3012"/>
            <ac:spMk id="58" creationId="{DB525983-5175-4FF1-9B6B-6A127ECC22DD}"/>
          </ac:spMkLst>
        </pc:spChg>
        <pc:spChg chg="mod">
          <ac:chgData name="Hur Jung" userId="763133add284fb2e" providerId="LiveId" clId="{63265192-7B44-45D3-A1BC-CD20A66879BE}" dt="2020-06-23T11:33:44.131" v="6494" actId="1035"/>
          <ac:spMkLst>
            <pc:docMk/>
            <pc:sldMk cId="1859328822" sldId="3012"/>
            <ac:spMk id="59" creationId="{F832E0CC-D385-4FF1-A519-7CF55B08EA80}"/>
          </ac:spMkLst>
        </pc:spChg>
        <pc:spChg chg="del">
          <ac:chgData name="Hur Jung" userId="763133add284fb2e" providerId="LiveId" clId="{63265192-7B44-45D3-A1BC-CD20A66879BE}" dt="2020-06-15T11:58:33.183" v="4702" actId="478"/>
          <ac:spMkLst>
            <pc:docMk/>
            <pc:sldMk cId="1859328822" sldId="3012"/>
            <ac:spMk id="60" creationId="{70ED333A-C308-4CE5-894B-39BA3B77A2CA}"/>
          </ac:spMkLst>
        </pc:spChg>
        <pc:spChg chg="add mod">
          <ac:chgData name="Hur Jung" userId="763133add284fb2e" providerId="LiveId" clId="{63265192-7B44-45D3-A1BC-CD20A66879BE}" dt="2020-06-25T11:49:26.561" v="7180" actId="14100"/>
          <ac:spMkLst>
            <pc:docMk/>
            <pc:sldMk cId="1859328822" sldId="3012"/>
            <ac:spMk id="60" creationId="{C7F07161-843F-4E1A-84D3-6C00D26FE726}"/>
          </ac:spMkLst>
        </pc:spChg>
        <pc:spChg chg="add mod">
          <ac:chgData name="Hur Jung" userId="763133add284fb2e" providerId="LiveId" clId="{63265192-7B44-45D3-A1BC-CD20A66879BE}" dt="2020-06-23T11:33:44.131" v="6494" actId="1035"/>
          <ac:spMkLst>
            <pc:docMk/>
            <pc:sldMk cId="1859328822" sldId="3012"/>
            <ac:spMk id="61" creationId="{150A8A96-44C9-409F-8F0C-DB4114892313}"/>
          </ac:spMkLst>
        </pc:spChg>
        <pc:spChg chg="add del mod">
          <ac:chgData name="Hur Jung" userId="763133add284fb2e" providerId="LiveId" clId="{63265192-7B44-45D3-A1BC-CD20A66879BE}" dt="2020-06-15T12:11:11.118" v="5130" actId="478"/>
          <ac:spMkLst>
            <pc:docMk/>
            <pc:sldMk cId="1859328822" sldId="3012"/>
            <ac:spMk id="62" creationId="{406A42CF-E286-4909-A3F0-918D9EBF4A3B}"/>
          </ac:spMkLst>
        </pc:spChg>
        <pc:spChg chg="mod">
          <ac:chgData name="Hur Jung" userId="763133add284fb2e" providerId="LiveId" clId="{63265192-7B44-45D3-A1BC-CD20A66879BE}" dt="2020-06-23T11:33:44.131" v="6494" actId="1035"/>
          <ac:spMkLst>
            <pc:docMk/>
            <pc:sldMk cId="1859328822" sldId="3012"/>
            <ac:spMk id="69" creationId="{552C95DB-E617-43D5-942A-9994815ED5CE}"/>
          </ac:spMkLst>
        </pc:spChg>
        <pc:spChg chg="mod">
          <ac:chgData name="Hur Jung" userId="763133add284fb2e" providerId="LiveId" clId="{63265192-7B44-45D3-A1BC-CD20A66879BE}" dt="2020-06-23T11:33:44.131" v="6494" actId="1035"/>
          <ac:spMkLst>
            <pc:docMk/>
            <pc:sldMk cId="1859328822" sldId="3012"/>
            <ac:spMk id="85" creationId="{EA68407D-B9CF-4935-A8E6-1969311D8CC5}"/>
          </ac:spMkLst>
        </pc:spChg>
        <pc:graphicFrameChg chg="mod modGraphic">
          <ac:chgData name="Hur Jung" userId="763133add284fb2e" providerId="LiveId" clId="{63265192-7B44-45D3-A1BC-CD20A66879BE}" dt="2020-06-23T11:33:53.231" v="6496" actId="14734"/>
          <ac:graphicFrameMkLst>
            <pc:docMk/>
            <pc:sldMk cId="1859328822" sldId="3012"/>
            <ac:graphicFrameMk id="51" creationId="{6287543D-E2EC-43F5-807A-09A69D004B08}"/>
          </ac:graphicFrameMkLst>
        </pc:graphicFrameChg>
        <pc:cxnChg chg="add mod">
          <ac:chgData name="Hur Jung" userId="763133add284fb2e" providerId="LiveId" clId="{63265192-7B44-45D3-A1BC-CD20A66879BE}" dt="2020-06-23T11:33:44.131" v="6494" actId="1035"/>
          <ac:cxnSpMkLst>
            <pc:docMk/>
            <pc:sldMk cId="1859328822" sldId="3012"/>
            <ac:cxnSpMk id="34" creationId="{3A56748E-49E5-46E4-A026-C4C59BC53AFC}"/>
          </ac:cxnSpMkLst>
        </pc:cxnChg>
        <pc:cxnChg chg="del mod">
          <ac:chgData name="Hur Jung" userId="763133add284fb2e" providerId="LiveId" clId="{63265192-7B44-45D3-A1BC-CD20A66879BE}" dt="2020-06-15T11:54:17.708" v="4654" actId="478"/>
          <ac:cxnSpMkLst>
            <pc:docMk/>
            <pc:sldMk cId="1859328822" sldId="3012"/>
            <ac:cxnSpMk id="34" creationId="{BEE04E16-6736-4C87-9EDA-C48C9BA6E8EC}"/>
          </ac:cxnSpMkLst>
        </pc:cxnChg>
        <pc:cxnChg chg="add mod">
          <ac:chgData name="Hur Jung" userId="763133add284fb2e" providerId="LiveId" clId="{63265192-7B44-45D3-A1BC-CD20A66879BE}" dt="2020-06-23T11:33:44.131" v="6494" actId="1035"/>
          <ac:cxnSpMkLst>
            <pc:docMk/>
            <pc:sldMk cId="1859328822" sldId="3012"/>
            <ac:cxnSpMk id="35" creationId="{6DC5BADC-A7E3-4D30-9BB8-E874D8086C7C}"/>
          </ac:cxnSpMkLst>
        </pc:cxnChg>
        <pc:cxnChg chg="del mod">
          <ac:chgData name="Hur Jung" userId="763133add284fb2e" providerId="LiveId" clId="{63265192-7B44-45D3-A1BC-CD20A66879BE}" dt="2020-06-15T11:56:34.423" v="4661" actId="478"/>
          <ac:cxnSpMkLst>
            <pc:docMk/>
            <pc:sldMk cId="1859328822" sldId="3012"/>
            <ac:cxnSpMk id="38" creationId="{C395FCF0-4266-45FE-9FFD-B77489BB1216}"/>
          </ac:cxnSpMkLst>
        </pc:cxnChg>
        <pc:cxnChg chg="add mod">
          <ac:chgData name="Hur Jung" userId="763133add284fb2e" providerId="LiveId" clId="{63265192-7B44-45D3-A1BC-CD20A66879BE}" dt="2020-06-23T11:33:44.131" v="6494" actId="1035"/>
          <ac:cxnSpMkLst>
            <pc:docMk/>
            <pc:sldMk cId="1859328822" sldId="3012"/>
            <ac:cxnSpMk id="41" creationId="{2B56A774-912F-40E8-98D5-672747C411D9}"/>
          </ac:cxnSpMkLst>
        </pc:cxnChg>
        <pc:cxnChg chg="mod">
          <ac:chgData name="Hur Jung" userId="763133add284fb2e" providerId="LiveId" clId="{63265192-7B44-45D3-A1BC-CD20A66879BE}" dt="2020-06-23T11:33:44.131" v="6494" actId="1035"/>
          <ac:cxnSpMkLst>
            <pc:docMk/>
            <pc:sldMk cId="1859328822" sldId="3012"/>
            <ac:cxnSpMk id="42" creationId="{25BE067A-D565-4D39-B512-CC0B849B012D}"/>
          </ac:cxnSpMkLst>
        </pc:cxnChg>
        <pc:cxnChg chg="add mod">
          <ac:chgData name="Hur Jung" userId="763133add284fb2e" providerId="LiveId" clId="{63265192-7B44-45D3-A1BC-CD20A66879BE}" dt="2020-06-23T11:33:44.131" v="6494" actId="1035"/>
          <ac:cxnSpMkLst>
            <pc:docMk/>
            <pc:sldMk cId="1859328822" sldId="3012"/>
            <ac:cxnSpMk id="46" creationId="{ACAC3CF4-EEBE-4D6C-B0C8-1E8BBA0C836B}"/>
          </ac:cxnSpMkLst>
        </pc:cxnChg>
        <pc:cxnChg chg="del mod">
          <ac:chgData name="Hur Jung" userId="763133add284fb2e" providerId="LiveId" clId="{63265192-7B44-45D3-A1BC-CD20A66879BE}" dt="2020-06-23T11:24:58.736" v="6337" actId="478"/>
          <ac:cxnSpMkLst>
            <pc:docMk/>
            <pc:sldMk cId="1859328822" sldId="3012"/>
            <ac:cxnSpMk id="47" creationId="{1B6F49CB-15FF-4FE5-8E26-41236C5CB7DD}"/>
          </ac:cxnSpMkLst>
        </pc:cxnChg>
        <pc:cxnChg chg="add del mod">
          <ac:chgData name="Hur Jung" userId="763133add284fb2e" providerId="LiveId" clId="{63265192-7B44-45D3-A1BC-CD20A66879BE}" dt="2020-06-23T11:27:02.580" v="6392" actId="478"/>
          <ac:cxnSpMkLst>
            <pc:docMk/>
            <pc:sldMk cId="1859328822" sldId="3012"/>
            <ac:cxnSpMk id="52" creationId="{D9333C4F-6B94-4357-AFBE-0B6E198B82C8}"/>
          </ac:cxnSpMkLst>
        </pc:cxnChg>
        <pc:cxnChg chg="add mod">
          <ac:chgData name="Hur Jung" userId="763133add284fb2e" providerId="LiveId" clId="{63265192-7B44-45D3-A1BC-CD20A66879BE}" dt="2020-06-23T11:33:44.131" v="6494" actId="1035"/>
          <ac:cxnSpMkLst>
            <pc:docMk/>
            <pc:sldMk cId="1859328822" sldId="3012"/>
            <ac:cxnSpMk id="55" creationId="{80A761CE-42F4-427B-8F79-6857B624EF30}"/>
          </ac:cxnSpMkLst>
        </pc:cxnChg>
        <pc:cxnChg chg="add mod">
          <ac:chgData name="Hur Jung" userId="763133add284fb2e" providerId="LiveId" clId="{63265192-7B44-45D3-A1BC-CD20A66879BE}" dt="2020-06-23T11:33:44.131" v="6494" actId="1035"/>
          <ac:cxnSpMkLst>
            <pc:docMk/>
            <pc:sldMk cId="1859328822" sldId="3012"/>
            <ac:cxnSpMk id="57" creationId="{AE205496-FE6A-42B9-9C9A-3D04CFD87B7B}"/>
          </ac:cxnSpMkLst>
        </pc:cxnChg>
        <pc:cxnChg chg="del mod">
          <ac:chgData name="Hur Jung" userId="763133add284fb2e" providerId="LiveId" clId="{63265192-7B44-45D3-A1BC-CD20A66879BE}" dt="2020-06-15T11:58:34.419" v="4703" actId="478"/>
          <ac:cxnSpMkLst>
            <pc:docMk/>
            <pc:sldMk cId="1859328822" sldId="3012"/>
            <ac:cxnSpMk id="64" creationId="{F6D1B5FD-2C4F-4357-9919-89BA30A5A88D}"/>
          </ac:cxnSpMkLst>
        </pc:cxnChg>
        <pc:cxnChg chg="mod">
          <ac:chgData name="Hur Jung" userId="763133add284fb2e" providerId="LiveId" clId="{63265192-7B44-45D3-A1BC-CD20A66879BE}" dt="2020-06-23T11:33:44.131" v="6494" actId="1035"/>
          <ac:cxnSpMkLst>
            <pc:docMk/>
            <pc:sldMk cId="1859328822" sldId="3012"/>
            <ac:cxnSpMk id="68" creationId="{0DEEE30C-5A96-4142-9BD1-246919F44A7B}"/>
          </ac:cxnSpMkLst>
        </pc:cxnChg>
      </pc:sldChg>
      <pc:sldChg chg="add del">
        <pc:chgData name="Hur Jung" userId="763133add284fb2e" providerId="LiveId" clId="{63265192-7B44-45D3-A1BC-CD20A66879BE}" dt="2020-06-13T00:35:51.634" v="26" actId="47"/>
        <pc:sldMkLst>
          <pc:docMk/>
          <pc:sldMk cId="892809849" sldId="3013"/>
        </pc:sldMkLst>
      </pc:sldChg>
      <pc:sldChg chg="addSp delSp modSp add del mod modClrScheme chgLayout">
        <pc:chgData name="Hur Jung" userId="763133add284fb2e" providerId="LiveId" clId="{63265192-7B44-45D3-A1BC-CD20A66879BE}" dt="2020-06-14T08:04:18.093" v="1944" actId="20578"/>
        <pc:sldMkLst>
          <pc:docMk/>
          <pc:sldMk cId="3828371360" sldId="3013"/>
        </pc:sldMkLst>
        <pc:spChg chg="add del mod ord">
          <ac:chgData name="Hur Jung" userId="763133add284fb2e" providerId="LiveId" clId="{63265192-7B44-45D3-A1BC-CD20A66879BE}" dt="2020-06-14T08:00:39.435" v="1938" actId="478"/>
          <ac:spMkLst>
            <pc:docMk/>
            <pc:sldMk cId="3828371360" sldId="3013"/>
            <ac:spMk id="2" creationId="{4E7AA9D1-0033-45FC-8E18-D72BE2A299AD}"/>
          </ac:spMkLst>
        </pc:spChg>
        <pc:spChg chg="mod">
          <ac:chgData name="Hur Jung" userId="763133add284fb2e" providerId="LiveId" clId="{63265192-7B44-45D3-A1BC-CD20A66879BE}" dt="2020-06-14T08:04:18.093" v="1944" actId="20578"/>
          <ac:spMkLst>
            <pc:docMk/>
            <pc:sldMk cId="3828371360" sldId="3013"/>
            <ac:spMk id="61" creationId="{D6D9B3E1-BB5C-4F5E-82D3-DDFE3B1139C7}"/>
          </ac:spMkLst>
        </pc:spChg>
        <pc:spChg chg="mod ord">
          <ac:chgData name="Hur Jung" userId="763133add284fb2e" providerId="LiveId" clId="{63265192-7B44-45D3-A1BC-CD20A66879BE}" dt="2020-06-14T01:16:14.535" v="1678" actId="700"/>
          <ac:spMkLst>
            <pc:docMk/>
            <pc:sldMk cId="3828371360" sldId="3013"/>
            <ac:spMk id="65" creationId="{D6243502-4A61-4661-8390-7C33CB57307A}"/>
          </ac:spMkLst>
        </pc:spChg>
        <pc:picChg chg="mod">
          <ac:chgData name="Hur Jung" userId="763133add284fb2e" providerId="LiveId" clId="{63265192-7B44-45D3-A1BC-CD20A66879BE}" dt="2020-06-14T08:02:16.965" v="1942" actId="14100"/>
          <ac:picMkLst>
            <pc:docMk/>
            <pc:sldMk cId="3828371360" sldId="3013"/>
            <ac:picMk id="41" creationId="{719AFAF7-8BD9-42BB-BC9C-DDB03BA04438}"/>
          </ac:picMkLst>
        </pc:picChg>
      </pc:sldChg>
      <pc:sldChg chg="delSp modSp add mod">
        <pc:chgData name="Hur Jung" userId="763133add284fb2e" providerId="LiveId" clId="{63265192-7B44-45D3-A1BC-CD20A66879BE}" dt="2020-06-14T08:09:11.815" v="1949" actId="478"/>
        <pc:sldMkLst>
          <pc:docMk/>
          <pc:sldMk cId="1626325505" sldId="3014"/>
        </pc:sldMkLst>
        <pc:spChg chg="mod">
          <ac:chgData name="Hur Jung" userId="763133add284fb2e" providerId="LiveId" clId="{63265192-7B44-45D3-A1BC-CD20A66879BE}" dt="2020-06-14T08:07:53.282" v="1946" actId="14100"/>
          <ac:spMkLst>
            <pc:docMk/>
            <pc:sldMk cId="1626325505" sldId="3014"/>
            <ac:spMk id="18" creationId="{813DE25D-ABB8-44A1-8FCC-7AB8875ECF95}"/>
          </ac:spMkLst>
        </pc:spChg>
        <pc:spChg chg="mod">
          <ac:chgData name="Hur Jung" userId="763133add284fb2e" providerId="LiveId" clId="{63265192-7B44-45D3-A1BC-CD20A66879BE}" dt="2020-06-14T08:06:49.038" v="1945" actId="404"/>
          <ac:spMkLst>
            <pc:docMk/>
            <pc:sldMk cId="1626325505" sldId="3014"/>
            <ac:spMk id="76" creationId="{48C6DEEB-7E58-4D6F-BD84-14F39837D43B}"/>
          </ac:spMkLst>
        </pc:spChg>
        <pc:inkChg chg="del">
          <ac:chgData name="Hur Jung" userId="763133add284fb2e" providerId="LiveId" clId="{63265192-7B44-45D3-A1BC-CD20A66879BE}" dt="2020-06-14T08:09:01.670" v="1948" actId="478"/>
          <ac:inkMkLst>
            <pc:docMk/>
            <pc:sldMk cId="1626325505" sldId="3014"/>
            <ac:inkMk id="42" creationId="{3C6ABB2F-2991-4CFC-854C-5B5DEB060097}"/>
          </ac:inkMkLst>
        </pc:inkChg>
        <pc:inkChg chg="del">
          <ac:chgData name="Hur Jung" userId="763133add284fb2e" providerId="LiveId" clId="{63265192-7B44-45D3-A1BC-CD20A66879BE}" dt="2020-06-14T08:09:01.670" v="1948" actId="478"/>
          <ac:inkMkLst>
            <pc:docMk/>
            <pc:sldMk cId="1626325505" sldId="3014"/>
            <ac:inkMk id="43" creationId="{33A6ADCC-1E13-4075-B945-9E72B54F3ABE}"/>
          </ac:inkMkLst>
        </pc:inkChg>
        <pc:inkChg chg="del">
          <ac:chgData name="Hur Jung" userId="763133add284fb2e" providerId="LiveId" clId="{63265192-7B44-45D3-A1BC-CD20A66879BE}" dt="2020-06-14T08:09:01.670" v="1948" actId="478"/>
          <ac:inkMkLst>
            <pc:docMk/>
            <pc:sldMk cId="1626325505" sldId="3014"/>
            <ac:inkMk id="44" creationId="{51150AB9-0E11-4D01-82CB-E7348AB07DBF}"/>
          </ac:inkMkLst>
        </pc:inkChg>
        <pc:inkChg chg="del">
          <ac:chgData name="Hur Jung" userId="763133add284fb2e" providerId="LiveId" clId="{63265192-7B44-45D3-A1BC-CD20A66879BE}" dt="2020-06-14T08:08:58.320" v="1947" actId="478"/>
          <ac:inkMkLst>
            <pc:docMk/>
            <pc:sldMk cId="1626325505" sldId="3014"/>
            <ac:inkMk id="134" creationId="{DA97DB87-F174-428B-A9AB-07CEA9FA9FAB}"/>
          </ac:inkMkLst>
        </pc:inkChg>
        <pc:inkChg chg="del">
          <ac:chgData name="Hur Jung" userId="763133add284fb2e" providerId="LiveId" clId="{63265192-7B44-45D3-A1BC-CD20A66879BE}" dt="2020-06-14T08:09:01.670" v="1948" actId="478"/>
          <ac:inkMkLst>
            <pc:docMk/>
            <pc:sldMk cId="1626325505" sldId="3014"/>
            <ac:inkMk id="152" creationId="{F1853624-DA6C-4BBD-A6CD-BE62D43ACF87}"/>
          </ac:inkMkLst>
        </pc:inkChg>
        <pc:inkChg chg="del">
          <ac:chgData name="Hur Jung" userId="763133add284fb2e" providerId="LiveId" clId="{63265192-7B44-45D3-A1BC-CD20A66879BE}" dt="2020-06-14T08:09:11.815" v="1949" actId="478"/>
          <ac:inkMkLst>
            <pc:docMk/>
            <pc:sldMk cId="1626325505" sldId="3014"/>
            <ac:inkMk id="203" creationId="{1BF676C7-6C15-4740-A1A6-7A4827F725AD}"/>
          </ac:inkMkLst>
        </pc:inkChg>
      </pc:sldChg>
      <pc:sldChg chg="addSp delSp modSp add mod modClrScheme chgLayout">
        <pc:chgData name="Hur Jung" userId="763133add284fb2e" providerId="LiveId" clId="{63265192-7B44-45D3-A1BC-CD20A66879BE}" dt="2020-06-14T01:17:03.404" v="1686" actId="700"/>
        <pc:sldMkLst>
          <pc:docMk/>
          <pc:sldMk cId="2864972126" sldId="3015"/>
        </pc:sldMkLst>
        <pc:spChg chg="mod ord">
          <ac:chgData name="Hur Jung" userId="763133add284fb2e" providerId="LiveId" clId="{63265192-7B44-45D3-A1BC-CD20A66879BE}" dt="2020-06-14T01:17:03.404" v="1686" actId="700"/>
          <ac:spMkLst>
            <pc:docMk/>
            <pc:sldMk cId="2864972126" sldId="3015"/>
            <ac:spMk id="2" creationId="{D8CAA168-4F85-4F6B-B497-52CB3646277D}"/>
          </ac:spMkLst>
        </pc:spChg>
        <pc:spChg chg="del mod ord">
          <ac:chgData name="Hur Jung" userId="763133add284fb2e" providerId="LiveId" clId="{63265192-7B44-45D3-A1BC-CD20A66879BE}" dt="2020-06-14T01:17:03.404" v="1686" actId="700"/>
          <ac:spMkLst>
            <pc:docMk/>
            <pc:sldMk cId="2864972126" sldId="3015"/>
            <ac:spMk id="3" creationId="{EC5BD922-76A4-4DEE-A1A7-8DDD68011AE1}"/>
          </ac:spMkLst>
        </pc:spChg>
        <pc:spChg chg="add mod ord">
          <ac:chgData name="Hur Jung" userId="763133add284fb2e" providerId="LiveId" clId="{63265192-7B44-45D3-A1BC-CD20A66879BE}" dt="2020-06-14T01:17:03.404" v="1686" actId="700"/>
          <ac:spMkLst>
            <pc:docMk/>
            <pc:sldMk cId="2864972126" sldId="3015"/>
            <ac:spMk id="4" creationId="{0B80ED51-BEB7-4197-A340-500A8D23FC90}"/>
          </ac:spMkLst>
        </pc:spChg>
      </pc:sldChg>
      <pc:sldChg chg="addSp delSp modSp add mod">
        <pc:chgData name="Hur Jung" userId="763133add284fb2e" providerId="LiveId" clId="{63265192-7B44-45D3-A1BC-CD20A66879BE}" dt="2020-06-28T01:30:42.972" v="10678"/>
        <pc:sldMkLst>
          <pc:docMk/>
          <pc:sldMk cId="556474092" sldId="3016"/>
        </pc:sldMkLst>
        <pc:spChg chg="mod">
          <ac:chgData name="Hur Jung" userId="763133add284fb2e" providerId="LiveId" clId="{63265192-7B44-45D3-A1BC-CD20A66879BE}" dt="2020-06-21T07:16:14.814" v="5863" actId="692"/>
          <ac:spMkLst>
            <pc:docMk/>
            <pc:sldMk cId="556474092" sldId="3016"/>
            <ac:spMk id="4" creationId="{D81D2ACA-2FD2-4C93-911F-8FB4AB9AF782}"/>
          </ac:spMkLst>
        </pc:spChg>
        <pc:spChg chg="mod">
          <ac:chgData name="Hur Jung" userId="763133add284fb2e" providerId="LiveId" clId="{63265192-7B44-45D3-A1BC-CD20A66879BE}" dt="2020-06-17T11:29:04.327" v="5513" actId="1037"/>
          <ac:spMkLst>
            <pc:docMk/>
            <pc:sldMk cId="556474092" sldId="3016"/>
            <ac:spMk id="18" creationId="{3A87A590-A321-4D66-9B36-CCA8968500EC}"/>
          </ac:spMkLst>
        </pc:spChg>
        <pc:spChg chg="mod">
          <ac:chgData name="Hur Jung" userId="763133add284fb2e" providerId="LiveId" clId="{63265192-7B44-45D3-A1BC-CD20A66879BE}" dt="2020-06-17T11:29:11.797" v="5528" actId="1037"/>
          <ac:spMkLst>
            <pc:docMk/>
            <pc:sldMk cId="556474092" sldId="3016"/>
            <ac:spMk id="20" creationId="{CDABEAAB-AD28-41C4-BD81-A1CA7910FF83}"/>
          </ac:spMkLst>
        </pc:spChg>
        <pc:spChg chg="mod">
          <ac:chgData name="Hur Jung" userId="763133add284fb2e" providerId="LiveId" clId="{63265192-7B44-45D3-A1BC-CD20A66879BE}" dt="2020-06-17T11:29:04.327" v="5513" actId="1037"/>
          <ac:spMkLst>
            <pc:docMk/>
            <pc:sldMk cId="556474092" sldId="3016"/>
            <ac:spMk id="21" creationId="{2DDE75AC-5F5E-4A54-A761-D1E13FB96401}"/>
          </ac:spMkLst>
        </pc:spChg>
        <pc:spChg chg="mod">
          <ac:chgData name="Hur Jung" userId="763133add284fb2e" providerId="LiveId" clId="{63265192-7B44-45D3-A1BC-CD20A66879BE}" dt="2020-06-17T11:29:04.327" v="5513" actId="1037"/>
          <ac:spMkLst>
            <pc:docMk/>
            <pc:sldMk cId="556474092" sldId="3016"/>
            <ac:spMk id="26" creationId="{E3693A35-7697-4040-8BF9-1457AE6F7C8D}"/>
          </ac:spMkLst>
        </pc:spChg>
        <pc:spChg chg="mod">
          <ac:chgData name="Hur Jung" userId="763133add284fb2e" providerId="LiveId" clId="{63265192-7B44-45D3-A1BC-CD20A66879BE}" dt="2020-06-28T01:30:42.972" v="10678"/>
          <ac:spMkLst>
            <pc:docMk/>
            <pc:sldMk cId="556474092" sldId="3016"/>
            <ac:spMk id="27" creationId="{78155CEE-332D-46DD-976F-D1571AD3CAFC}"/>
          </ac:spMkLst>
        </pc:spChg>
        <pc:spChg chg="mod">
          <ac:chgData name="Hur Jung" userId="763133add284fb2e" providerId="LiveId" clId="{63265192-7B44-45D3-A1BC-CD20A66879BE}" dt="2020-06-17T11:32:17.199" v="5550" actId="14100"/>
          <ac:spMkLst>
            <pc:docMk/>
            <pc:sldMk cId="556474092" sldId="3016"/>
            <ac:spMk id="37" creationId="{D7F1289B-D25A-40FF-8622-258CF1E660D0}"/>
          </ac:spMkLst>
        </pc:spChg>
        <pc:spChg chg="mod">
          <ac:chgData name="Hur Jung" userId="763133add284fb2e" providerId="LiveId" clId="{63265192-7B44-45D3-A1BC-CD20A66879BE}" dt="2020-06-17T11:46:47.027" v="5677"/>
          <ac:spMkLst>
            <pc:docMk/>
            <pc:sldMk cId="556474092" sldId="3016"/>
            <ac:spMk id="41" creationId="{017132F3-BC58-46B1-BA7B-3545DCA91021}"/>
          </ac:spMkLst>
        </pc:spChg>
        <pc:spChg chg="mod">
          <ac:chgData name="Hur Jung" userId="763133add284fb2e" providerId="LiveId" clId="{63265192-7B44-45D3-A1BC-CD20A66879BE}" dt="2020-06-17T11:29:04.327" v="5513" actId="1037"/>
          <ac:spMkLst>
            <pc:docMk/>
            <pc:sldMk cId="556474092" sldId="3016"/>
            <ac:spMk id="43" creationId="{01B42F5B-0EC3-402C-9D05-8F193A09BA99}"/>
          </ac:spMkLst>
        </pc:spChg>
        <pc:spChg chg="mod">
          <ac:chgData name="Hur Jung" userId="763133add284fb2e" providerId="LiveId" clId="{63265192-7B44-45D3-A1BC-CD20A66879BE}" dt="2020-06-17T11:31:34.402" v="5549" actId="1076"/>
          <ac:spMkLst>
            <pc:docMk/>
            <pc:sldMk cId="556474092" sldId="3016"/>
            <ac:spMk id="45" creationId="{E9E75EE3-7FD3-410C-B3D1-4ABB4BBBB47F}"/>
          </ac:spMkLst>
        </pc:spChg>
        <pc:spChg chg="add mod">
          <ac:chgData name="Hur Jung" userId="763133add284fb2e" providerId="LiveId" clId="{63265192-7B44-45D3-A1BC-CD20A66879BE}" dt="2020-06-21T07:17:02.967" v="5874" actId="1038"/>
          <ac:spMkLst>
            <pc:docMk/>
            <pc:sldMk cId="556474092" sldId="3016"/>
            <ac:spMk id="47" creationId="{F787474B-9BF6-4FB0-9DE6-7C187FD6B1A8}"/>
          </ac:spMkLst>
        </pc:spChg>
        <pc:spChg chg="add mod">
          <ac:chgData name="Hur Jung" userId="763133add284fb2e" providerId="LiveId" clId="{63265192-7B44-45D3-A1BC-CD20A66879BE}" dt="2020-06-21T07:17:02.967" v="5874" actId="1038"/>
          <ac:spMkLst>
            <pc:docMk/>
            <pc:sldMk cId="556474092" sldId="3016"/>
            <ac:spMk id="49" creationId="{602B404F-D34B-40EF-8192-7B94EF4474E1}"/>
          </ac:spMkLst>
        </pc:spChg>
        <pc:spChg chg="add mod">
          <ac:chgData name="Hur Jung" userId="763133add284fb2e" providerId="LiveId" clId="{63265192-7B44-45D3-A1BC-CD20A66879BE}" dt="2020-06-21T07:17:02.967" v="5874" actId="1038"/>
          <ac:spMkLst>
            <pc:docMk/>
            <pc:sldMk cId="556474092" sldId="3016"/>
            <ac:spMk id="50" creationId="{895DBF40-7289-4BCA-9BEE-0702DCCA1491}"/>
          </ac:spMkLst>
        </pc:spChg>
        <pc:spChg chg="add mod">
          <ac:chgData name="Hur Jung" userId="763133add284fb2e" providerId="LiveId" clId="{63265192-7B44-45D3-A1BC-CD20A66879BE}" dt="2020-06-21T07:17:02.967" v="5874" actId="1038"/>
          <ac:spMkLst>
            <pc:docMk/>
            <pc:sldMk cId="556474092" sldId="3016"/>
            <ac:spMk id="53" creationId="{903017F4-4A3C-4729-8EE2-3C24BB924599}"/>
          </ac:spMkLst>
        </pc:spChg>
        <pc:spChg chg="add mod">
          <ac:chgData name="Hur Jung" userId="763133add284fb2e" providerId="LiveId" clId="{63265192-7B44-45D3-A1BC-CD20A66879BE}" dt="2020-06-17T11:33:10.683" v="5558" actId="14100"/>
          <ac:spMkLst>
            <pc:docMk/>
            <pc:sldMk cId="556474092" sldId="3016"/>
            <ac:spMk id="54" creationId="{2FFB8201-2A62-4E6A-9E4A-8ACFDB4034CA}"/>
          </ac:spMkLst>
        </pc:spChg>
        <pc:spChg chg="mod">
          <ac:chgData name="Hur Jung" userId="763133add284fb2e" providerId="LiveId" clId="{63265192-7B44-45D3-A1BC-CD20A66879BE}" dt="2020-06-17T11:29:11.797" v="5528" actId="1037"/>
          <ac:spMkLst>
            <pc:docMk/>
            <pc:sldMk cId="556474092" sldId="3016"/>
            <ac:spMk id="55" creationId="{4726B3D2-FD15-481D-8B8C-11102990F5F3}"/>
          </ac:spMkLst>
        </pc:spChg>
        <pc:spChg chg="add del mod">
          <ac:chgData name="Hur Jung" userId="763133add284fb2e" providerId="LiveId" clId="{63265192-7B44-45D3-A1BC-CD20A66879BE}" dt="2020-06-21T07:16:55.493" v="5868" actId="478"/>
          <ac:spMkLst>
            <pc:docMk/>
            <pc:sldMk cId="556474092" sldId="3016"/>
            <ac:spMk id="56" creationId="{5162EA77-5372-46B3-8C5A-6C88366CD046}"/>
          </ac:spMkLst>
        </pc:spChg>
        <pc:spChg chg="add mod">
          <ac:chgData name="Hur Jung" userId="763133add284fb2e" providerId="LiveId" clId="{63265192-7B44-45D3-A1BC-CD20A66879BE}" dt="2020-06-21T07:17:02.967" v="5874" actId="1038"/>
          <ac:spMkLst>
            <pc:docMk/>
            <pc:sldMk cId="556474092" sldId="3016"/>
            <ac:spMk id="58" creationId="{02B0ABD6-3624-4AE5-A0F4-BD1516F09A34}"/>
          </ac:spMkLst>
        </pc:spChg>
        <pc:spChg chg="add mod">
          <ac:chgData name="Hur Jung" userId="763133add284fb2e" providerId="LiveId" clId="{63265192-7B44-45D3-A1BC-CD20A66879BE}" dt="2020-06-17T11:45:02.692" v="5656" actId="1076"/>
          <ac:spMkLst>
            <pc:docMk/>
            <pc:sldMk cId="556474092" sldId="3016"/>
            <ac:spMk id="60" creationId="{382DD5F0-BE25-4C0A-8D24-E63A0340C5AE}"/>
          </ac:spMkLst>
        </pc:spChg>
        <pc:spChg chg="add mod">
          <ac:chgData name="Hur Jung" userId="763133add284fb2e" providerId="LiveId" clId="{63265192-7B44-45D3-A1BC-CD20A66879BE}" dt="2020-06-21T07:17:02.967" v="5874" actId="1038"/>
          <ac:spMkLst>
            <pc:docMk/>
            <pc:sldMk cId="556474092" sldId="3016"/>
            <ac:spMk id="61" creationId="{29889F52-82BC-497D-B9ED-3B536E4D40B4}"/>
          </ac:spMkLst>
        </pc:spChg>
        <pc:spChg chg="mod">
          <ac:chgData name="Hur Jung" userId="763133add284fb2e" providerId="LiveId" clId="{63265192-7B44-45D3-A1BC-CD20A66879BE}" dt="2020-06-17T11:46:50.827" v="5681" actId="20577"/>
          <ac:spMkLst>
            <pc:docMk/>
            <pc:sldMk cId="556474092" sldId="3016"/>
            <ac:spMk id="79" creationId="{DFDF117D-821F-4F95-8B7C-D28D539B17BF}"/>
          </ac:spMkLst>
        </pc:spChg>
        <pc:spChg chg="mod">
          <ac:chgData name="Hur Jung" userId="763133add284fb2e" providerId="LiveId" clId="{63265192-7B44-45D3-A1BC-CD20A66879BE}" dt="2020-06-17T11:31:06.929" v="5543" actId="1076"/>
          <ac:spMkLst>
            <pc:docMk/>
            <pc:sldMk cId="556474092" sldId="3016"/>
            <ac:spMk id="85" creationId="{2601E287-C84C-43CC-9666-CA494031A191}"/>
          </ac:spMkLst>
        </pc:spChg>
        <pc:graphicFrameChg chg="modGraphic">
          <ac:chgData name="Hur Jung" userId="763133add284fb2e" providerId="LiveId" clId="{63265192-7B44-45D3-A1BC-CD20A66879BE}" dt="2020-06-17T11:32:47.555" v="5552" actId="14100"/>
          <ac:graphicFrameMkLst>
            <pc:docMk/>
            <pc:sldMk cId="556474092" sldId="3016"/>
            <ac:graphicFrameMk id="39" creationId="{6B9C240D-EBCA-49DE-BDB7-05F6FF8D63C6}"/>
          </ac:graphicFrameMkLst>
        </pc:graphicFrameChg>
        <pc:graphicFrameChg chg="add mod modGraphic">
          <ac:chgData name="Hur Jung" userId="763133add284fb2e" providerId="LiveId" clId="{63265192-7B44-45D3-A1BC-CD20A66879BE}" dt="2020-06-17T11:33:01.502" v="5555" actId="14100"/>
          <ac:graphicFrameMkLst>
            <pc:docMk/>
            <pc:sldMk cId="556474092" sldId="3016"/>
            <ac:graphicFrameMk id="46" creationId="{B0F3EECE-1DCB-48C8-A34D-00E564F49B7E}"/>
          </ac:graphicFrameMkLst>
        </pc:graphicFrameChg>
        <pc:cxnChg chg="mod">
          <ac:chgData name="Hur Jung" userId="763133add284fb2e" providerId="LiveId" clId="{63265192-7B44-45D3-A1BC-CD20A66879BE}" dt="2020-06-21T07:15:07.301" v="5832" actId="14100"/>
          <ac:cxnSpMkLst>
            <pc:docMk/>
            <pc:sldMk cId="556474092" sldId="3016"/>
            <ac:cxnSpMk id="15" creationId="{64874D0B-737A-4487-93C2-FD6685355C60}"/>
          </ac:cxnSpMkLst>
        </pc:cxnChg>
        <pc:cxnChg chg="mod">
          <ac:chgData name="Hur Jung" userId="763133add284fb2e" providerId="LiveId" clId="{63265192-7B44-45D3-A1BC-CD20A66879BE}" dt="2020-06-17T11:29:39.070" v="5529" actId="14100"/>
          <ac:cxnSpMkLst>
            <pc:docMk/>
            <pc:sldMk cId="556474092" sldId="3016"/>
            <ac:cxnSpMk id="22" creationId="{329BFD34-E9EA-474E-AD61-0E4EDDC7EAD3}"/>
          </ac:cxnSpMkLst>
        </pc:cxnChg>
        <pc:cxnChg chg="mod">
          <ac:chgData name="Hur Jung" userId="763133add284fb2e" providerId="LiveId" clId="{63265192-7B44-45D3-A1BC-CD20A66879BE}" dt="2020-06-17T11:29:47.999" v="5532" actId="14100"/>
          <ac:cxnSpMkLst>
            <pc:docMk/>
            <pc:sldMk cId="556474092" sldId="3016"/>
            <ac:cxnSpMk id="28" creationId="{376E46F3-B636-4F76-9E41-98B3AD806F37}"/>
          </ac:cxnSpMkLst>
        </pc:cxnChg>
        <pc:cxnChg chg="mod">
          <ac:chgData name="Hur Jung" userId="763133add284fb2e" providerId="LiveId" clId="{63265192-7B44-45D3-A1BC-CD20A66879BE}" dt="2020-06-17T11:31:17.415" v="5546" actId="14100"/>
          <ac:cxnSpMkLst>
            <pc:docMk/>
            <pc:sldMk cId="556474092" sldId="3016"/>
            <ac:cxnSpMk id="32" creationId="{A172A51F-EA61-48E1-91D2-357D783BF4BD}"/>
          </ac:cxnSpMkLst>
        </pc:cxnChg>
        <pc:cxnChg chg="mod">
          <ac:chgData name="Hur Jung" userId="763133add284fb2e" providerId="LiveId" clId="{63265192-7B44-45D3-A1BC-CD20A66879BE}" dt="2020-06-17T11:30:49.627" v="5542" actId="1076"/>
          <ac:cxnSpMkLst>
            <pc:docMk/>
            <pc:sldMk cId="556474092" sldId="3016"/>
            <ac:cxnSpMk id="35" creationId="{A2150AE4-E39C-4985-AAE6-2D2C13CCC87A}"/>
          </ac:cxnSpMkLst>
        </pc:cxnChg>
        <pc:cxnChg chg="mod">
          <ac:chgData name="Hur Jung" userId="763133add284fb2e" providerId="LiveId" clId="{63265192-7B44-45D3-A1BC-CD20A66879BE}" dt="2020-06-17T11:31:28.890" v="5548" actId="14100"/>
          <ac:cxnSpMkLst>
            <pc:docMk/>
            <pc:sldMk cId="556474092" sldId="3016"/>
            <ac:cxnSpMk id="40" creationId="{D7D6F72D-A99B-4F21-B4BB-14B7E2BEAC43}"/>
          </ac:cxnSpMkLst>
        </pc:cxnChg>
        <pc:cxnChg chg="mod">
          <ac:chgData name="Hur Jung" userId="763133add284fb2e" providerId="LiveId" clId="{63265192-7B44-45D3-A1BC-CD20A66879BE}" dt="2020-06-17T11:30:24.809" v="5537" actId="1076"/>
          <ac:cxnSpMkLst>
            <pc:docMk/>
            <pc:sldMk cId="556474092" sldId="3016"/>
            <ac:cxnSpMk id="44" creationId="{387C677A-C4E9-4E11-8045-E9500721ECFB}"/>
          </ac:cxnSpMkLst>
        </pc:cxnChg>
        <pc:cxnChg chg="add mod">
          <ac:chgData name="Hur Jung" userId="763133add284fb2e" providerId="LiveId" clId="{63265192-7B44-45D3-A1BC-CD20A66879BE}" dt="2020-06-21T07:17:02.967" v="5874" actId="1038"/>
          <ac:cxnSpMkLst>
            <pc:docMk/>
            <pc:sldMk cId="556474092" sldId="3016"/>
            <ac:cxnSpMk id="48" creationId="{F028FC1E-FC13-4465-8D80-AA89D650F0D7}"/>
          </ac:cxnSpMkLst>
        </pc:cxnChg>
        <pc:cxnChg chg="add mod">
          <ac:chgData name="Hur Jung" userId="763133add284fb2e" providerId="LiveId" clId="{63265192-7B44-45D3-A1BC-CD20A66879BE}" dt="2020-06-21T07:17:02.967" v="5874" actId="1038"/>
          <ac:cxnSpMkLst>
            <pc:docMk/>
            <pc:sldMk cId="556474092" sldId="3016"/>
            <ac:cxnSpMk id="51" creationId="{909FB778-2ACB-420B-9566-E2B3231CD303}"/>
          </ac:cxnSpMkLst>
        </pc:cxnChg>
        <pc:cxnChg chg="mod">
          <ac:chgData name="Hur Jung" userId="763133add284fb2e" providerId="LiveId" clId="{63265192-7B44-45D3-A1BC-CD20A66879BE}" dt="2020-06-21T07:15:07.301" v="5832" actId="14100"/>
          <ac:cxnSpMkLst>
            <pc:docMk/>
            <pc:sldMk cId="556474092" sldId="3016"/>
            <ac:cxnSpMk id="52" creationId="{20B6F066-572F-4C06-9C8F-C91DD80DA11A}"/>
          </ac:cxnSpMkLst>
        </pc:cxnChg>
        <pc:cxnChg chg="add mod">
          <ac:chgData name="Hur Jung" userId="763133add284fb2e" providerId="LiveId" clId="{63265192-7B44-45D3-A1BC-CD20A66879BE}" dt="2020-06-21T07:17:02.967" v="5874" actId="1038"/>
          <ac:cxnSpMkLst>
            <pc:docMk/>
            <pc:sldMk cId="556474092" sldId="3016"/>
            <ac:cxnSpMk id="57" creationId="{6B06EF0F-9608-42AE-A109-D54B9F2E032C}"/>
          </ac:cxnSpMkLst>
        </pc:cxnChg>
        <pc:cxnChg chg="add mod">
          <ac:chgData name="Hur Jung" userId="763133add284fb2e" providerId="LiveId" clId="{63265192-7B44-45D3-A1BC-CD20A66879BE}" dt="2020-06-21T07:17:11.039" v="5875" actId="14100"/>
          <ac:cxnSpMkLst>
            <pc:docMk/>
            <pc:sldMk cId="556474092" sldId="3016"/>
            <ac:cxnSpMk id="59" creationId="{AC7C1E3D-66A3-49ED-BE96-330D1B62861C}"/>
          </ac:cxnSpMkLst>
        </pc:cxnChg>
      </pc:sldChg>
      <pc:sldChg chg="add">
        <pc:chgData name="Hur Jung" userId="763133add284fb2e" providerId="LiveId" clId="{63265192-7B44-45D3-A1BC-CD20A66879BE}" dt="2020-06-13T01:13:23.712" v="230"/>
        <pc:sldMkLst>
          <pc:docMk/>
          <pc:sldMk cId="2874803022" sldId="3017"/>
        </pc:sldMkLst>
      </pc:sldChg>
      <pc:sldChg chg="addSp delSp modSp new del mod modClrScheme chgLayout">
        <pc:chgData name="Hur Jung" userId="763133add284fb2e" providerId="LiveId" clId="{63265192-7B44-45D3-A1BC-CD20A66879BE}" dt="2020-06-14T05:47:04.678" v="1885" actId="47"/>
        <pc:sldMkLst>
          <pc:docMk/>
          <pc:sldMk cId="320224985" sldId="3018"/>
        </pc:sldMkLst>
        <pc:spChg chg="del mod ord">
          <ac:chgData name="Hur Jung" userId="763133add284fb2e" providerId="LiveId" clId="{63265192-7B44-45D3-A1BC-CD20A66879BE}" dt="2020-06-14T01:11:59.643" v="1665" actId="700"/>
          <ac:spMkLst>
            <pc:docMk/>
            <pc:sldMk cId="320224985" sldId="3018"/>
            <ac:spMk id="2" creationId="{843807FD-26C3-4341-8D07-36DDD1E7D6E3}"/>
          </ac:spMkLst>
        </pc:spChg>
        <pc:spChg chg="del">
          <ac:chgData name="Hur Jung" userId="763133add284fb2e" providerId="LiveId" clId="{63265192-7B44-45D3-A1BC-CD20A66879BE}" dt="2020-06-14T01:11:59.643" v="1665" actId="700"/>
          <ac:spMkLst>
            <pc:docMk/>
            <pc:sldMk cId="320224985" sldId="3018"/>
            <ac:spMk id="3" creationId="{2998DA7F-D533-4A36-B181-8F733078D2E5}"/>
          </ac:spMkLst>
        </pc:spChg>
        <pc:spChg chg="del mod ord">
          <ac:chgData name="Hur Jung" userId="763133add284fb2e" providerId="LiveId" clId="{63265192-7B44-45D3-A1BC-CD20A66879BE}" dt="2020-06-14T01:11:59.643" v="1665" actId="700"/>
          <ac:spMkLst>
            <pc:docMk/>
            <pc:sldMk cId="320224985" sldId="3018"/>
            <ac:spMk id="4" creationId="{D816E2A9-0EF2-4DCD-989B-FFB69C4759B8}"/>
          </ac:spMkLst>
        </pc:spChg>
        <pc:spChg chg="add mod ord">
          <ac:chgData name="Hur Jung" userId="763133add284fb2e" providerId="LiveId" clId="{63265192-7B44-45D3-A1BC-CD20A66879BE}" dt="2020-06-14T01:11:59.643" v="1665" actId="700"/>
          <ac:spMkLst>
            <pc:docMk/>
            <pc:sldMk cId="320224985" sldId="3018"/>
            <ac:spMk id="5" creationId="{7DD8CA37-3923-4B66-8CA6-89AB10945A45}"/>
          </ac:spMkLst>
        </pc:spChg>
        <pc:spChg chg="add del mod ord">
          <ac:chgData name="Hur Jung" userId="763133add284fb2e" providerId="LiveId" clId="{63265192-7B44-45D3-A1BC-CD20A66879BE}" dt="2020-06-14T01:22:23.412" v="1695" actId="478"/>
          <ac:spMkLst>
            <pc:docMk/>
            <pc:sldMk cId="320224985" sldId="3018"/>
            <ac:spMk id="6" creationId="{0E11AEBD-B7DD-4C00-9ABE-38C6B4B5671B}"/>
          </ac:spMkLst>
        </pc:spChg>
        <pc:spChg chg="add del mod">
          <ac:chgData name="Hur Jung" userId="763133add284fb2e" providerId="LiveId" clId="{63265192-7B44-45D3-A1BC-CD20A66879BE}" dt="2020-06-14T01:18:27.568" v="1689"/>
          <ac:spMkLst>
            <pc:docMk/>
            <pc:sldMk cId="320224985" sldId="3018"/>
            <ac:spMk id="7" creationId="{8CABA32B-B807-4936-9C30-37D4B2A269E0}"/>
          </ac:spMkLst>
        </pc:spChg>
        <pc:picChg chg="add mod">
          <ac:chgData name="Hur Jung" userId="763133add284fb2e" providerId="LiveId" clId="{63265192-7B44-45D3-A1BC-CD20A66879BE}" dt="2020-06-14T05:25:04.846" v="1832" actId="1076"/>
          <ac:picMkLst>
            <pc:docMk/>
            <pc:sldMk cId="320224985" sldId="3018"/>
            <ac:picMk id="9" creationId="{74593BB0-17CC-4630-83C4-E78F0CBD8090}"/>
          </ac:picMkLst>
        </pc:picChg>
        <pc:picChg chg="add mod modCrop">
          <ac:chgData name="Hur Jung" userId="763133add284fb2e" providerId="LiveId" clId="{63265192-7B44-45D3-A1BC-CD20A66879BE}" dt="2020-06-14T05:25:10.876" v="1834" actId="1076"/>
          <ac:picMkLst>
            <pc:docMk/>
            <pc:sldMk cId="320224985" sldId="3018"/>
            <ac:picMk id="11" creationId="{16733E4C-D227-4AF5-B744-AEE0DD36D6F4}"/>
          </ac:picMkLst>
        </pc:picChg>
        <pc:picChg chg="add mod">
          <ac:chgData name="Hur Jung" userId="763133add284fb2e" providerId="LiveId" clId="{63265192-7B44-45D3-A1BC-CD20A66879BE}" dt="2020-06-14T05:25:16.614" v="1837" actId="1076"/>
          <ac:picMkLst>
            <pc:docMk/>
            <pc:sldMk cId="320224985" sldId="3018"/>
            <ac:picMk id="13" creationId="{5D74056A-4521-4FC7-B174-43A11A240EF0}"/>
          </ac:picMkLst>
        </pc:picChg>
        <pc:picChg chg="add del mod modCrop">
          <ac:chgData name="Hur Jung" userId="763133add284fb2e" providerId="LiveId" clId="{63265192-7B44-45D3-A1BC-CD20A66879BE}" dt="2020-06-14T05:24:44.380" v="1821" actId="478"/>
          <ac:picMkLst>
            <pc:docMk/>
            <pc:sldMk cId="320224985" sldId="3018"/>
            <ac:picMk id="15" creationId="{AB03E238-2437-4CA5-9E30-DE890C4C50B1}"/>
          </ac:picMkLst>
        </pc:picChg>
        <pc:picChg chg="add mod modCrop">
          <ac:chgData name="Hur Jung" userId="763133add284fb2e" providerId="LiveId" clId="{63265192-7B44-45D3-A1BC-CD20A66879BE}" dt="2020-06-14T05:25:03.474" v="1831" actId="1076"/>
          <ac:picMkLst>
            <pc:docMk/>
            <pc:sldMk cId="320224985" sldId="3018"/>
            <ac:picMk id="17" creationId="{62EC6D6A-F047-439C-B0EA-89BF6CC734D1}"/>
          </ac:picMkLst>
        </pc:picChg>
        <pc:picChg chg="add del mod modCrop">
          <ac:chgData name="Hur Jung" userId="763133add284fb2e" providerId="LiveId" clId="{63265192-7B44-45D3-A1BC-CD20A66879BE}" dt="2020-06-14T01:28:52.167" v="1758" actId="21"/>
          <ac:picMkLst>
            <pc:docMk/>
            <pc:sldMk cId="320224985" sldId="3018"/>
            <ac:picMk id="19" creationId="{3DA7117C-03C2-42DE-948E-86F2F733CC45}"/>
          </ac:picMkLst>
        </pc:picChg>
        <pc:picChg chg="add del mod">
          <ac:chgData name="Hur Jung" userId="763133add284fb2e" providerId="LiveId" clId="{63265192-7B44-45D3-A1BC-CD20A66879BE}" dt="2020-06-14T05:24:45.438" v="1822" actId="478"/>
          <ac:picMkLst>
            <pc:docMk/>
            <pc:sldMk cId="320224985" sldId="3018"/>
            <ac:picMk id="21" creationId="{4969106E-7E10-4A88-B22A-8DE5FBD5CD6C}"/>
          </ac:picMkLst>
        </pc:picChg>
        <pc:picChg chg="add del mod modCrop">
          <ac:chgData name="Hur Jung" userId="763133add284fb2e" providerId="LiveId" clId="{63265192-7B44-45D3-A1BC-CD20A66879BE}" dt="2020-06-14T05:24:47.756" v="1824" actId="478"/>
          <ac:picMkLst>
            <pc:docMk/>
            <pc:sldMk cId="320224985" sldId="3018"/>
            <ac:picMk id="23" creationId="{6EAF3AE9-BBF9-49BF-BAB6-1838F6BFCE03}"/>
          </ac:picMkLst>
        </pc:picChg>
        <pc:picChg chg="add del mod">
          <ac:chgData name="Hur Jung" userId="763133add284fb2e" providerId="LiveId" clId="{63265192-7B44-45D3-A1BC-CD20A66879BE}" dt="2020-06-14T01:28:37.866" v="1755"/>
          <ac:picMkLst>
            <pc:docMk/>
            <pc:sldMk cId="320224985" sldId="3018"/>
            <ac:picMk id="24" creationId="{4659B567-8260-4738-A1F8-F452B3594FF7}"/>
          </ac:picMkLst>
        </pc:picChg>
        <pc:picChg chg="add del mod modCrop">
          <ac:chgData name="Hur Jung" userId="763133add284fb2e" providerId="LiveId" clId="{63265192-7B44-45D3-A1BC-CD20A66879BE}" dt="2020-06-14T05:24:48.589" v="1825" actId="478"/>
          <ac:picMkLst>
            <pc:docMk/>
            <pc:sldMk cId="320224985" sldId="3018"/>
            <ac:picMk id="26" creationId="{BDF058CE-EED0-463F-8192-BA9F0EAC871A}"/>
          </ac:picMkLst>
        </pc:picChg>
        <pc:picChg chg="add del mod">
          <ac:chgData name="Hur Jung" userId="763133add284fb2e" providerId="LiveId" clId="{63265192-7B44-45D3-A1BC-CD20A66879BE}" dt="2020-06-14T05:24:46.855" v="1823" actId="478"/>
          <ac:picMkLst>
            <pc:docMk/>
            <pc:sldMk cId="320224985" sldId="3018"/>
            <ac:picMk id="28" creationId="{090D0F09-2541-4F61-A6B9-4C22F3E3EA36}"/>
          </ac:picMkLst>
        </pc:picChg>
        <pc:picChg chg="add mod ord">
          <ac:chgData name="Hur Jung" userId="763133add284fb2e" providerId="LiveId" clId="{63265192-7B44-45D3-A1BC-CD20A66879BE}" dt="2020-06-14T05:26:39.145" v="1860" actId="1076"/>
          <ac:picMkLst>
            <pc:docMk/>
            <pc:sldMk cId="320224985" sldId="3018"/>
            <ac:picMk id="29" creationId="{37FE0785-1B6F-445B-9018-7CD39F327DE2}"/>
          </ac:picMkLst>
        </pc:picChg>
        <pc:picChg chg="add mod">
          <ac:chgData name="Hur Jung" userId="763133add284fb2e" providerId="LiveId" clId="{63265192-7B44-45D3-A1BC-CD20A66879BE}" dt="2020-06-14T05:26:45.221" v="1862" actId="14100"/>
          <ac:picMkLst>
            <pc:docMk/>
            <pc:sldMk cId="320224985" sldId="3018"/>
            <ac:picMk id="30" creationId="{89886733-7774-476C-9258-58E84D862C97}"/>
          </ac:picMkLst>
        </pc:picChg>
        <pc:picChg chg="add mod modCrop">
          <ac:chgData name="Hur Jung" userId="763133add284fb2e" providerId="LiveId" clId="{63265192-7B44-45D3-A1BC-CD20A66879BE}" dt="2020-06-14T05:26:37.772" v="1859" actId="1076"/>
          <ac:picMkLst>
            <pc:docMk/>
            <pc:sldMk cId="320224985" sldId="3018"/>
            <ac:picMk id="31" creationId="{671652D6-455D-4366-9C49-681B3032EA1A}"/>
          </ac:picMkLst>
        </pc:picChg>
        <pc:picChg chg="add del mod">
          <ac:chgData name="Hur Jung" userId="763133add284fb2e" providerId="LiveId" clId="{63265192-7B44-45D3-A1BC-CD20A66879BE}" dt="2020-06-14T05:27:13.369" v="1871" actId="21"/>
          <ac:picMkLst>
            <pc:docMk/>
            <pc:sldMk cId="320224985" sldId="3018"/>
            <ac:picMk id="32" creationId="{DD32622B-5F05-4E5D-BB3E-AFBE45615290}"/>
          </ac:picMkLst>
        </pc:picChg>
      </pc:sldChg>
      <pc:sldChg chg="addSp delSp modSp new mod ord modClrScheme chgLayout">
        <pc:chgData name="Hur Jung" userId="763133add284fb2e" providerId="LiveId" clId="{63265192-7B44-45D3-A1BC-CD20A66879BE}" dt="2020-06-28T00:53:06.258" v="10273" actId="1076"/>
        <pc:sldMkLst>
          <pc:docMk/>
          <pc:sldMk cId="1634267366" sldId="3018"/>
        </pc:sldMkLst>
        <pc:spChg chg="del mod ord">
          <ac:chgData name="Hur Jung" userId="763133add284fb2e" providerId="LiveId" clId="{63265192-7B44-45D3-A1BC-CD20A66879BE}" dt="2020-06-14T08:30:07.638" v="2129" actId="700"/>
          <ac:spMkLst>
            <pc:docMk/>
            <pc:sldMk cId="1634267366" sldId="3018"/>
            <ac:spMk id="2" creationId="{247BD843-CEB6-4B8B-9E41-FF264935B408}"/>
          </ac:spMkLst>
        </pc:spChg>
        <pc:spChg chg="del">
          <ac:chgData name="Hur Jung" userId="763133add284fb2e" providerId="LiveId" clId="{63265192-7B44-45D3-A1BC-CD20A66879BE}" dt="2020-06-14T08:30:07.638" v="2129" actId="700"/>
          <ac:spMkLst>
            <pc:docMk/>
            <pc:sldMk cId="1634267366" sldId="3018"/>
            <ac:spMk id="3" creationId="{C8C6515C-6B65-4B30-835C-F82B2CADFC60}"/>
          </ac:spMkLst>
        </pc:spChg>
        <pc:spChg chg="del">
          <ac:chgData name="Hur Jung" userId="763133add284fb2e" providerId="LiveId" clId="{63265192-7B44-45D3-A1BC-CD20A66879BE}" dt="2020-06-14T08:30:07.638" v="2129" actId="700"/>
          <ac:spMkLst>
            <pc:docMk/>
            <pc:sldMk cId="1634267366" sldId="3018"/>
            <ac:spMk id="4" creationId="{488F2155-E054-4588-8452-26E4F78FFE46}"/>
          </ac:spMkLst>
        </pc:spChg>
        <pc:spChg chg="del">
          <ac:chgData name="Hur Jung" userId="763133add284fb2e" providerId="LiveId" clId="{63265192-7B44-45D3-A1BC-CD20A66879BE}" dt="2020-06-14T08:30:07.638" v="2129" actId="700"/>
          <ac:spMkLst>
            <pc:docMk/>
            <pc:sldMk cId="1634267366" sldId="3018"/>
            <ac:spMk id="5" creationId="{0ADFF944-FE85-4395-BCCC-A87E053F2FF4}"/>
          </ac:spMkLst>
        </pc:spChg>
        <pc:spChg chg="del mod ord">
          <ac:chgData name="Hur Jung" userId="763133add284fb2e" providerId="LiveId" clId="{63265192-7B44-45D3-A1BC-CD20A66879BE}" dt="2020-06-14T08:30:07.638" v="2129" actId="700"/>
          <ac:spMkLst>
            <pc:docMk/>
            <pc:sldMk cId="1634267366" sldId="3018"/>
            <ac:spMk id="6" creationId="{697822AF-E81A-46BD-8E80-00D51AFA08DF}"/>
          </ac:spMkLst>
        </pc:spChg>
        <pc:spChg chg="del">
          <ac:chgData name="Hur Jung" userId="763133add284fb2e" providerId="LiveId" clId="{63265192-7B44-45D3-A1BC-CD20A66879BE}" dt="2020-06-14T08:30:07.638" v="2129" actId="700"/>
          <ac:spMkLst>
            <pc:docMk/>
            <pc:sldMk cId="1634267366" sldId="3018"/>
            <ac:spMk id="7" creationId="{0295ADCF-7144-4503-87EB-E3F14A06AA20}"/>
          </ac:spMkLst>
        </pc:spChg>
        <pc:spChg chg="del">
          <ac:chgData name="Hur Jung" userId="763133add284fb2e" providerId="LiveId" clId="{63265192-7B44-45D3-A1BC-CD20A66879BE}" dt="2020-06-14T08:30:07.638" v="2129" actId="700"/>
          <ac:spMkLst>
            <pc:docMk/>
            <pc:sldMk cId="1634267366" sldId="3018"/>
            <ac:spMk id="8" creationId="{CC966EC2-7FF4-4C65-B574-E944F207B342}"/>
          </ac:spMkLst>
        </pc:spChg>
        <pc:spChg chg="add mod ord">
          <ac:chgData name="Hur Jung" userId="763133add284fb2e" providerId="LiveId" clId="{63265192-7B44-45D3-A1BC-CD20A66879BE}" dt="2020-06-14T08:31:03.708" v="2138"/>
          <ac:spMkLst>
            <pc:docMk/>
            <pc:sldMk cId="1634267366" sldId="3018"/>
            <ac:spMk id="9" creationId="{368C5B14-CE85-45AB-8A92-6340511B2D4F}"/>
          </ac:spMkLst>
        </pc:spChg>
        <pc:spChg chg="add del mod ord">
          <ac:chgData name="Hur Jung" userId="763133add284fb2e" providerId="LiveId" clId="{63265192-7B44-45D3-A1BC-CD20A66879BE}" dt="2020-06-14T08:30:20.981" v="2132" actId="478"/>
          <ac:spMkLst>
            <pc:docMk/>
            <pc:sldMk cId="1634267366" sldId="3018"/>
            <ac:spMk id="10" creationId="{E5399410-F7B0-4150-A2CD-B12CC8EAC64C}"/>
          </ac:spMkLst>
        </pc:spChg>
        <pc:spChg chg="add mod topLvl">
          <ac:chgData name="Hur Jung" userId="763133add284fb2e" providerId="LiveId" clId="{63265192-7B44-45D3-A1BC-CD20A66879BE}" dt="2020-06-14T08:32:48.127" v="2144" actId="165"/>
          <ac:spMkLst>
            <pc:docMk/>
            <pc:sldMk cId="1634267366" sldId="3018"/>
            <ac:spMk id="12" creationId="{7B7FE1A5-7EFE-4522-B645-16ABFD80F3C4}"/>
          </ac:spMkLst>
        </pc:spChg>
        <pc:spChg chg="add mod topLvl">
          <ac:chgData name="Hur Jung" userId="763133add284fb2e" providerId="LiveId" clId="{63265192-7B44-45D3-A1BC-CD20A66879BE}" dt="2020-06-14T08:32:48.127" v="2144" actId="165"/>
          <ac:spMkLst>
            <pc:docMk/>
            <pc:sldMk cId="1634267366" sldId="3018"/>
            <ac:spMk id="13" creationId="{10332D69-CC88-4DE3-B011-CDBAA1CC5CE2}"/>
          </ac:spMkLst>
        </pc:spChg>
        <pc:spChg chg="add mod topLvl">
          <ac:chgData name="Hur Jung" userId="763133add284fb2e" providerId="LiveId" clId="{63265192-7B44-45D3-A1BC-CD20A66879BE}" dt="2020-06-14T08:32:48.127" v="2144" actId="165"/>
          <ac:spMkLst>
            <pc:docMk/>
            <pc:sldMk cId="1634267366" sldId="3018"/>
            <ac:spMk id="14" creationId="{CA229D1C-9D30-45AD-9FBB-31BCB0EC8BB5}"/>
          </ac:spMkLst>
        </pc:spChg>
        <pc:spChg chg="add mod topLvl">
          <ac:chgData name="Hur Jung" userId="763133add284fb2e" providerId="LiveId" clId="{63265192-7B44-45D3-A1BC-CD20A66879BE}" dt="2020-06-14T08:32:48.127" v="2144" actId="165"/>
          <ac:spMkLst>
            <pc:docMk/>
            <pc:sldMk cId="1634267366" sldId="3018"/>
            <ac:spMk id="15" creationId="{AF4E4A2F-BCC4-47D9-9530-9B1FEB7319D4}"/>
          </ac:spMkLst>
        </pc:spChg>
        <pc:spChg chg="add mod topLvl">
          <ac:chgData name="Hur Jung" userId="763133add284fb2e" providerId="LiveId" clId="{63265192-7B44-45D3-A1BC-CD20A66879BE}" dt="2020-06-14T08:32:48.127" v="2144" actId="165"/>
          <ac:spMkLst>
            <pc:docMk/>
            <pc:sldMk cId="1634267366" sldId="3018"/>
            <ac:spMk id="16" creationId="{FD8BD78F-C290-4981-9E95-5C4E957C8756}"/>
          </ac:spMkLst>
        </pc:spChg>
        <pc:spChg chg="add mod topLvl">
          <ac:chgData name="Hur Jung" userId="763133add284fb2e" providerId="LiveId" clId="{63265192-7B44-45D3-A1BC-CD20A66879BE}" dt="2020-06-14T08:32:48.127" v="2144" actId="165"/>
          <ac:spMkLst>
            <pc:docMk/>
            <pc:sldMk cId="1634267366" sldId="3018"/>
            <ac:spMk id="17" creationId="{15C1A6A2-25C4-4C00-AA3E-024229592F11}"/>
          </ac:spMkLst>
        </pc:spChg>
        <pc:spChg chg="add mod topLvl">
          <ac:chgData name="Hur Jung" userId="763133add284fb2e" providerId="LiveId" clId="{63265192-7B44-45D3-A1BC-CD20A66879BE}" dt="2020-06-14T08:32:48.127" v="2144" actId="165"/>
          <ac:spMkLst>
            <pc:docMk/>
            <pc:sldMk cId="1634267366" sldId="3018"/>
            <ac:spMk id="18" creationId="{D43D5FB0-A548-4CB5-8718-70467490354A}"/>
          </ac:spMkLst>
        </pc:spChg>
        <pc:grpChg chg="add del mod ord">
          <ac:chgData name="Hur Jung" userId="763133add284fb2e" providerId="LiveId" clId="{63265192-7B44-45D3-A1BC-CD20A66879BE}" dt="2020-06-14T08:32:48.127" v="2144" actId="165"/>
          <ac:grpSpMkLst>
            <pc:docMk/>
            <pc:sldMk cId="1634267366" sldId="3018"/>
            <ac:grpSpMk id="19" creationId="{0D24BDC0-270E-48A2-B72F-38CD5CD5CE6F}"/>
          </ac:grpSpMkLst>
        </pc:grpChg>
        <pc:picChg chg="add mod ord topLvl">
          <ac:chgData name="Hur Jung" userId="763133add284fb2e" providerId="LiveId" clId="{63265192-7B44-45D3-A1BC-CD20A66879BE}" dt="2020-06-28T00:53:06.258" v="10273" actId="1076"/>
          <ac:picMkLst>
            <pc:docMk/>
            <pc:sldMk cId="1634267366" sldId="3018"/>
            <ac:picMk id="11" creationId="{52F9D902-3634-4B36-A180-23E7192605B2}"/>
          </ac:picMkLst>
        </pc:picChg>
        <pc:picChg chg="add mod ord">
          <ac:chgData name="Hur Jung" userId="763133add284fb2e" providerId="LiveId" clId="{63265192-7B44-45D3-A1BC-CD20A66879BE}" dt="2020-06-14T08:32:53.108" v="2145" actId="167"/>
          <ac:picMkLst>
            <pc:docMk/>
            <pc:sldMk cId="1634267366" sldId="3018"/>
            <ac:picMk id="20" creationId="{2667F036-D53D-4FAF-9A55-BB40BB3A7957}"/>
          </ac:picMkLst>
        </pc:picChg>
      </pc:sldChg>
      <pc:sldChg chg="addSp delSp modSp add mod">
        <pc:chgData name="Hur Jung" userId="763133add284fb2e" providerId="LiveId" clId="{63265192-7B44-45D3-A1BC-CD20A66879BE}" dt="2020-06-15T11:23:58.642" v="4306" actId="478"/>
        <pc:sldMkLst>
          <pc:docMk/>
          <pc:sldMk cId="2296844285" sldId="3019"/>
        </pc:sldMkLst>
        <pc:spChg chg="mod">
          <ac:chgData name="Hur Jung" userId="763133add284fb2e" providerId="LiveId" clId="{63265192-7B44-45D3-A1BC-CD20A66879BE}" dt="2020-06-15T10:04:33.617" v="4292"/>
          <ac:spMkLst>
            <pc:docMk/>
            <pc:sldMk cId="2296844285" sldId="3019"/>
            <ac:spMk id="2" creationId="{7BD81DA4-00B3-4972-8588-E928EC125314}"/>
          </ac:spMkLst>
        </pc:spChg>
        <pc:spChg chg="del">
          <ac:chgData name="Hur Jung" userId="763133add284fb2e" providerId="LiveId" clId="{63265192-7B44-45D3-A1BC-CD20A66879BE}" dt="2020-06-15T09:40:57.588" v="3645" actId="478"/>
          <ac:spMkLst>
            <pc:docMk/>
            <pc:sldMk cId="2296844285" sldId="3019"/>
            <ac:spMk id="42" creationId="{58203CB2-2B45-4CFE-B68B-EB58740C3653}"/>
          </ac:spMkLst>
        </pc:spChg>
        <pc:spChg chg="del">
          <ac:chgData name="Hur Jung" userId="763133add284fb2e" providerId="LiveId" clId="{63265192-7B44-45D3-A1BC-CD20A66879BE}" dt="2020-06-15T09:41:36.970" v="3667" actId="478"/>
          <ac:spMkLst>
            <pc:docMk/>
            <pc:sldMk cId="2296844285" sldId="3019"/>
            <ac:spMk id="43" creationId="{49C649DB-58F1-4F1B-8101-6A56A16E0FDF}"/>
          </ac:spMkLst>
        </pc:spChg>
        <pc:spChg chg="del">
          <ac:chgData name="Hur Jung" userId="763133add284fb2e" providerId="LiveId" clId="{63265192-7B44-45D3-A1BC-CD20A66879BE}" dt="2020-06-15T09:41:36.970" v="3667" actId="478"/>
          <ac:spMkLst>
            <pc:docMk/>
            <pc:sldMk cId="2296844285" sldId="3019"/>
            <ac:spMk id="45" creationId="{4819A39D-32C4-4BC6-B907-A106F741202C}"/>
          </ac:spMkLst>
        </pc:spChg>
        <pc:spChg chg="del">
          <ac:chgData name="Hur Jung" userId="763133add284fb2e" providerId="LiveId" clId="{63265192-7B44-45D3-A1BC-CD20A66879BE}" dt="2020-06-15T09:40:55.677" v="3644" actId="478"/>
          <ac:spMkLst>
            <pc:docMk/>
            <pc:sldMk cId="2296844285" sldId="3019"/>
            <ac:spMk id="47" creationId="{9F67102D-12D4-4052-8F74-C3039DD1FA94}"/>
          </ac:spMkLst>
        </pc:spChg>
        <pc:spChg chg="del">
          <ac:chgData name="Hur Jung" userId="763133add284fb2e" providerId="LiveId" clId="{63265192-7B44-45D3-A1BC-CD20A66879BE}" dt="2020-06-15T09:41:05.589" v="3648" actId="478"/>
          <ac:spMkLst>
            <pc:docMk/>
            <pc:sldMk cId="2296844285" sldId="3019"/>
            <ac:spMk id="53" creationId="{A16DD73A-A001-4171-8CC7-E1E0715CD2BD}"/>
          </ac:spMkLst>
        </pc:spChg>
        <pc:spChg chg="del">
          <ac:chgData name="Hur Jung" userId="763133add284fb2e" providerId="LiveId" clId="{63265192-7B44-45D3-A1BC-CD20A66879BE}" dt="2020-06-15T09:41:36.970" v="3667" actId="478"/>
          <ac:spMkLst>
            <pc:docMk/>
            <pc:sldMk cId="2296844285" sldId="3019"/>
            <ac:spMk id="54" creationId="{DB2118BC-C9D5-4E9B-B8E6-BE603D36159F}"/>
          </ac:spMkLst>
        </pc:spChg>
        <pc:spChg chg="del">
          <ac:chgData name="Hur Jung" userId="763133add284fb2e" providerId="LiveId" clId="{63265192-7B44-45D3-A1BC-CD20A66879BE}" dt="2020-06-15T09:41:36.970" v="3667" actId="478"/>
          <ac:spMkLst>
            <pc:docMk/>
            <pc:sldMk cId="2296844285" sldId="3019"/>
            <ac:spMk id="55" creationId="{73F4685D-3701-4728-A4DB-07D614F55E27}"/>
          </ac:spMkLst>
        </pc:spChg>
        <pc:spChg chg="del">
          <ac:chgData name="Hur Jung" userId="763133add284fb2e" providerId="LiveId" clId="{63265192-7B44-45D3-A1BC-CD20A66879BE}" dt="2020-06-15T09:41:36.970" v="3667" actId="478"/>
          <ac:spMkLst>
            <pc:docMk/>
            <pc:sldMk cId="2296844285" sldId="3019"/>
            <ac:spMk id="64" creationId="{1C4B1A97-C2C8-47DA-9DDD-EA4D00A2AF06}"/>
          </ac:spMkLst>
        </pc:spChg>
        <pc:spChg chg="add mod">
          <ac:chgData name="Hur Jung" userId="763133add284fb2e" providerId="LiveId" clId="{63265192-7B44-45D3-A1BC-CD20A66879BE}" dt="2020-06-15T09:42:37.222" v="3673"/>
          <ac:spMkLst>
            <pc:docMk/>
            <pc:sldMk cId="2296844285" sldId="3019"/>
            <ac:spMk id="65" creationId="{8CC96D46-6C17-46DF-87FD-D22D7300BBAB}"/>
          </ac:spMkLst>
        </pc:spChg>
        <pc:spChg chg="add mod">
          <ac:chgData name="Hur Jung" userId="763133add284fb2e" providerId="LiveId" clId="{63265192-7B44-45D3-A1BC-CD20A66879BE}" dt="2020-06-15T09:42:37.222" v="3673"/>
          <ac:spMkLst>
            <pc:docMk/>
            <pc:sldMk cId="2296844285" sldId="3019"/>
            <ac:spMk id="67" creationId="{6D098F58-0A32-4943-B7BA-AF54E0EA5522}"/>
          </ac:spMkLst>
        </pc:spChg>
        <pc:spChg chg="del">
          <ac:chgData name="Hur Jung" userId="763133add284fb2e" providerId="LiveId" clId="{63265192-7B44-45D3-A1BC-CD20A66879BE}" dt="2020-06-15T09:41:36.970" v="3667" actId="478"/>
          <ac:spMkLst>
            <pc:docMk/>
            <pc:sldMk cId="2296844285" sldId="3019"/>
            <ac:spMk id="68" creationId="{C062042E-686D-4C2A-9DD4-8665DA104A65}"/>
          </ac:spMkLst>
        </pc:spChg>
        <pc:spChg chg="del">
          <ac:chgData name="Hur Jung" userId="763133add284fb2e" providerId="LiveId" clId="{63265192-7B44-45D3-A1BC-CD20A66879BE}" dt="2020-06-15T09:41:36.970" v="3667" actId="478"/>
          <ac:spMkLst>
            <pc:docMk/>
            <pc:sldMk cId="2296844285" sldId="3019"/>
            <ac:spMk id="69" creationId="{ABAFCB14-65B9-46CA-ACF6-5E4264B307E6}"/>
          </ac:spMkLst>
        </pc:spChg>
        <pc:spChg chg="del">
          <ac:chgData name="Hur Jung" userId="763133add284fb2e" providerId="LiveId" clId="{63265192-7B44-45D3-A1BC-CD20A66879BE}" dt="2020-06-15T09:41:02.718" v="3647" actId="478"/>
          <ac:spMkLst>
            <pc:docMk/>
            <pc:sldMk cId="2296844285" sldId="3019"/>
            <ac:spMk id="70" creationId="{B4BCFCCC-0AAF-4554-9DCF-0898D8CE9245}"/>
          </ac:spMkLst>
        </pc:spChg>
        <pc:spChg chg="del">
          <ac:chgData name="Hur Jung" userId="763133add284fb2e" providerId="LiveId" clId="{63265192-7B44-45D3-A1BC-CD20A66879BE}" dt="2020-06-15T09:41:36.970" v="3667" actId="478"/>
          <ac:spMkLst>
            <pc:docMk/>
            <pc:sldMk cId="2296844285" sldId="3019"/>
            <ac:spMk id="71" creationId="{5BAF806F-6BED-4123-BE94-44452A3133CD}"/>
          </ac:spMkLst>
        </pc:spChg>
        <pc:spChg chg="del">
          <ac:chgData name="Hur Jung" userId="763133add284fb2e" providerId="LiveId" clId="{63265192-7B44-45D3-A1BC-CD20A66879BE}" dt="2020-06-15T09:41:02.718" v="3647" actId="478"/>
          <ac:spMkLst>
            <pc:docMk/>
            <pc:sldMk cId="2296844285" sldId="3019"/>
            <ac:spMk id="72" creationId="{B8A24BDE-777A-4F80-AC70-56A867BCBC27}"/>
          </ac:spMkLst>
        </pc:spChg>
        <pc:spChg chg="del">
          <ac:chgData name="Hur Jung" userId="763133add284fb2e" providerId="LiveId" clId="{63265192-7B44-45D3-A1BC-CD20A66879BE}" dt="2020-06-15T09:41:36.970" v="3667" actId="478"/>
          <ac:spMkLst>
            <pc:docMk/>
            <pc:sldMk cId="2296844285" sldId="3019"/>
            <ac:spMk id="73" creationId="{F3162EA5-D895-4CAB-B1C5-90AE84CBF200}"/>
          </ac:spMkLst>
        </pc:spChg>
        <pc:spChg chg="del">
          <ac:chgData name="Hur Jung" userId="763133add284fb2e" providerId="LiveId" clId="{63265192-7B44-45D3-A1BC-CD20A66879BE}" dt="2020-06-15T09:41:36.970" v="3667" actId="478"/>
          <ac:spMkLst>
            <pc:docMk/>
            <pc:sldMk cId="2296844285" sldId="3019"/>
            <ac:spMk id="74" creationId="{E5194704-5481-4F12-A12F-B5CC11430E21}"/>
          </ac:spMkLst>
        </pc:spChg>
        <pc:spChg chg="del">
          <ac:chgData name="Hur Jung" userId="763133add284fb2e" providerId="LiveId" clId="{63265192-7B44-45D3-A1BC-CD20A66879BE}" dt="2020-06-15T09:41:08.702" v="3649" actId="478"/>
          <ac:spMkLst>
            <pc:docMk/>
            <pc:sldMk cId="2296844285" sldId="3019"/>
            <ac:spMk id="75" creationId="{D12EB9F6-3355-46A9-BF3F-2A09E730CB1A}"/>
          </ac:spMkLst>
        </pc:spChg>
        <pc:spChg chg="del">
          <ac:chgData name="Hur Jung" userId="763133add284fb2e" providerId="LiveId" clId="{63265192-7B44-45D3-A1BC-CD20A66879BE}" dt="2020-06-15T09:41:36.970" v="3667" actId="478"/>
          <ac:spMkLst>
            <pc:docMk/>
            <pc:sldMk cId="2296844285" sldId="3019"/>
            <ac:spMk id="76" creationId="{A0940F6F-B99B-4AE1-B3D6-59B4F4AC462E}"/>
          </ac:spMkLst>
        </pc:spChg>
        <pc:spChg chg="mod">
          <ac:chgData name="Hur Jung" userId="763133add284fb2e" providerId="LiveId" clId="{63265192-7B44-45D3-A1BC-CD20A66879BE}" dt="2020-06-15T09:42:37.222" v="3673"/>
          <ac:spMkLst>
            <pc:docMk/>
            <pc:sldMk cId="2296844285" sldId="3019"/>
            <ac:spMk id="80" creationId="{D2076D5E-0F20-49A4-BBA1-1B83F8CFDEDD}"/>
          </ac:spMkLst>
        </pc:spChg>
        <pc:spChg chg="del">
          <ac:chgData name="Hur Jung" userId="763133add284fb2e" providerId="LiveId" clId="{63265192-7B44-45D3-A1BC-CD20A66879BE}" dt="2020-06-15T09:41:36.970" v="3667" actId="478"/>
          <ac:spMkLst>
            <pc:docMk/>
            <pc:sldMk cId="2296844285" sldId="3019"/>
            <ac:spMk id="81" creationId="{E8EB294D-0CA1-4116-8986-882A8A9D3296}"/>
          </ac:spMkLst>
        </pc:spChg>
        <pc:spChg chg="del">
          <ac:chgData name="Hur Jung" userId="763133add284fb2e" providerId="LiveId" clId="{63265192-7B44-45D3-A1BC-CD20A66879BE}" dt="2020-06-15T09:41:36.970" v="3667" actId="478"/>
          <ac:spMkLst>
            <pc:docMk/>
            <pc:sldMk cId="2296844285" sldId="3019"/>
            <ac:spMk id="82" creationId="{45EC4087-74BE-4C0E-B1E4-44F5D59EBF9D}"/>
          </ac:spMkLst>
        </pc:spChg>
        <pc:spChg chg="del">
          <ac:chgData name="Hur Jung" userId="763133add284fb2e" providerId="LiveId" clId="{63265192-7B44-45D3-A1BC-CD20A66879BE}" dt="2020-06-15T09:41:36.970" v="3667" actId="478"/>
          <ac:spMkLst>
            <pc:docMk/>
            <pc:sldMk cId="2296844285" sldId="3019"/>
            <ac:spMk id="83" creationId="{A1EA7ACF-D303-4970-9E67-A58EE3D800CA}"/>
          </ac:spMkLst>
        </pc:spChg>
        <pc:spChg chg="add mod">
          <ac:chgData name="Hur Jung" userId="763133add284fb2e" providerId="LiveId" clId="{63265192-7B44-45D3-A1BC-CD20A66879BE}" dt="2020-06-15T09:46:50.870" v="3707" actId="6549"/>
          <ac:spMkLst>
            <pc:docMk/>
            <pc:sldMk cId="2296844285" sldId="3019"/>
            <ac:spMk id="84" creationId="{A14926C1-B3BA-4F39-B5D5-2EDC3B88EAE1}"/>
          </ac:spMkLst>
        </pc:spChg>
        <pc:spChg chg="add mod">
          <ac:chgData name="Hur Jung" userId="763133add284fb2e" providerId="LiveId" clId="{63265192-7B44-45D3-A1BC-CD20A66879BE}" dt="2020-06-15T09:42:37.222" v="3673"/>
          <ac:spMkLst>
            <pc:docMk/>
            <pc:sldMk cId="2296844285" sldId="3019"/>
            <ac:spMk id="85" creationId="{A0CDE9D8-B916-43C8-A483-F88D9D836CFE}"/>
          </ac:spMkLst>
        </pc:spChg>
        <pc:spChg chg="add del mod">
          <ac:chgData name="Hur Jung" userId="763133add284fb2e" providerId="LiveId" clId="{63265192-7B44-45D3-A1BC-CD20A66879BE}" dt="2020-06-15T09:48:04.964" v="3733" actId="478"/>
          <ac:spMkLst>
            <pc:docMk/>
            <pc:sldMk cId="2296844285" sldId="3019"/>
            <ac:spMk id="86" creationId="{79350FEA-5278-49CE-8361-CBEAA7A0C45D}"/>
          </ac:spMkLst>
        </pc:spChg>
        <pc:spChg chg="add mod">
          <ac:chgData name="Hur Jung" userId="763133add284fb2e" providerId="LiveId" clId="{63265192-7B44-45D3-A1BC-CD20A66879BE}" dt="2020-06-15T09:47:30.200" v="3727"/>
          <ac:spMkLst>
            <pc:docMk/>
            <pc:sldMk cId="2296844285" sldId="3019"/>
            <ac:spMk id="87" creationId="{9ACBFD94-4BD4-4777-9174-E4BD0BD39837}"/>
          </ac:spMkLst>
        </pc:spChg>
        <pc:spChg chg="del">
          <ac:chgData name="Hur Jung" userId="763133add284fb2e" providerId="LiveId" clId="{63265192-7B44-45D3-A1BC-CD20A66879BE}" dt="2020-06-15T09:40:55.677" v="3644" actId="478"/>
          <ac:spMkLst>
            <pc:docMk/>
            <pc:sldMk cId="2296844285" sldId="3019"/>
            <ac:spMk id="88" creationId="{7D7CE784-FF18-498B-9076-74EC95138E3A}"/>
          </ac:spMkLst>
        </pc:spChg>
        <pc:spChg chg="add del mod">
          <ac:chgData name="Hur Jung" userId="763133add284fb2e" providerId="LiveId" clId="{63265192-7B44-45D3-A1BC-CD20A66879BE}" dt="2020-06-15T09:48:04.964" v="3733" actId="478"/>
          <ac:spMkLst>
            <pc:docMk/>
            <pc:sldMk cId="2296844285" sldId="3019"/>
            <ac:spMk id="89" creationId="{AC52DD4C-B7BE-481C-B7CA-E688DE551AE0}"/>
          </ac:spMkLst>
        </pc:spChg>
        <pc:spChg chg="add del mod">
          <ac:chgData name="Hur Jung" userId="763133add284fb2e" providerId="LiveId" clId="{63265192-7B44-45D3-A1BC-CD20A66879BE}" dt="2020-06-15T09:48:04.964" v="3733" actId="478"/>
          <ac:spMkLst>
            <pc:docMk/>
            <pc:sldMk cId="2296844285" sldId="3019"/>
            <ac:spMk id="90" creationId="{808EC361-D991-40F5-9C42-576FEE0E1352}"/>
          </ac:spMkLst>
        </pc:spChg>
        <pc:spChg chg="del">
          <ac:chgData name="Hur Jung" userId="763133add284fb2e" providerId="LiveId" clId="{63265192-7B44-45D3-A1BC-CD20A66879BE}" dt="2020-06-15T09:41:36.970" v="3667" actId="478"/>
          <ac:spMkLst>
            <pc:docMk/>
            <pc:sldMk cId="2296844285" sldId="3019"/>
            <ac:spMk id="94" creationId="{4D2583B9-9448-4079-9C35-B3A91B6048F4}"/>
          </ac:spMkLst>
        </pc:spChg>
        <pc:spChg chg="del">
          <ac:chgData name="Hur Jung" userId="763133add284fb2e" providerId="LiveId" clId="{63265192-7B44-45D3-A1BC-CD20A66879BE}" dt="2020-06-15T09:40:59.703" v="3646" actId="478"/>
          <ac:spMkLst>
            <pc:docMk/>
            <pc:sldMk cId="2296844285" sldId="3019"/>
            <ac:spMk id="95" creationId="{46F51305-4FC5-4C91-82A9-BDA0144B2ED7}"/>
          </ac:spMkLst>
        </pc:spChg>
        <pc:spChg chg="del">
          <ac:chgData name="Hur Jung" userId="763133add284fb2e" providerId="LiveId" clId="{63265192-7B44-45D3-A1BC-CD20A66879BE}" dt="2020-06-15T09:41:36.970" v="3667" actId="478"/>
          <ac:spMkLst>
            <pc:docMk/>
            <pc:sldMk cId="2296844285" sldId="3019"/>
            <ac:spMk id="96" creationId="{F8C42A7E-F682-44BC-A75F-395EBFE0E3FD}"/>
          </ac:spMkLst>
        </pc:spChg>
        <pc:spChg chg="add del mod">
          <ac:chgData name="Hur Jung" userId="763133add284fb2e" providerId="LiveId" clId="{63265192-7B44-45D3-A1BC-CD20A66879BE}" dt="2020-06-15T09:48:04.964" v="3733" actId="478"/>
          <ac:spMkLst>
            <pc:docMk/>
            <pc:sldMk cId="2296844285" sldId="3019"/>
            <ac:spMk id="97" creationId="{14832080-395D-4DCB-AB07-2957BC3A2847}"/>
          </ac:spMkLst>
        </pc:spChg>
        <pc:spChg chg="add mod">
          <ac:chgData name="Hur Jung" userId="763133add284fb2e" providerId="LiveId" clId="{63265192-7B44-45D3-A1BC-CD20A66879BE}" dt="2020-06-15T09:42:37.222" v="3673"/>
          <ac:spMkLst>
            <pc:docMk/>
            <pc:sldMk cId="2296844285" sldId="3019"/>
            <ac:spMk id="98" creationId="{56D87778-643B-4584-8423-63077B1020B0}"/>
          </ac:spMkLst>
        </pc:spChg>
        <pc:spChg chg="add mod">
          <ac:chgData name="Hur Jung" userId="763133add284fb2e" providerId="LiveId" clId="{63265192-7B44-45D3-A1BC-CD20A66879BE}" dt="2020-06-15T09:42:37.222" v="3673"/>
          <ac:spMkLst>
            <pc:docMk/>
            <pc:sldMk cId="2296844285" sldId="3019"/>
            <ac:spMk id="99" creationId="{0AB6637C-DA00-4F08-851B-B5C79B0511F9}"/>
          </ac:spMkLst>
        </pc:spChg>
        <pc:spChg chg="add mod">
          <ac:chgData name="Hur Jung" userId="763133add284fb2e" providerId="LiveId" clId="{63265192-7B44-45D3-A1BC-CD20A66879BE}" dt="2020-06-15T10:01:55.325" v="4124"/>
          <ac:spMkLst>
            <pc:docMk/>
            <pc:sldMk cId="2296844285" sldId="3019"/>
            <ac:spMk id="101" creationId="{753AB898-A037-42A0-AF32-82C6C8AD8986}"/>
          </ac:spMkLst>
        </pc:spChg>
        <pc:spChg chg="add mod">
          <ac:chgData name="Hur Jung" userId="763133add284fb2e" providerId="LiveId" clId="{63265192-7B44-45D3-A1BC-CD20A66879BE}" dt="2020-06-15T09:59:28.895" v="3976" actId="1035"/>
          <ac:spMkLst>
            <pc:docMk/>
            <pc:sldMk cId="2296844285" sldId="3019"/>
            <ac:spMk id="102" creationId="{99BDAACA-8FEB-4C24-9674-80247A351A37}"/>
          </ac:spMkLst>
        </pc:spChg>
        <pc:spChg chg="del">
          <ac:chgData name="Hur Jung" userId="763133add284fb2e" providerId="LiveId" clId="{63265192-7B44-45D3-A1BC-CD20A66879BE}" dt="2020-06-15T09:41:36.970" v="3667" actId="478"/>
          <ac:spMkLst>
            <pc:docMk/>
            <pc:sldMk cId="2296844285" sldId="3019"/>
            <ac:spMk id="104" creationId="{21CEB37E-CF9A-498C-B4D8-A9685CCED1A8}"/>
          </ac:spMkLst>
        </pc:spChg>
        <pc:spChg chg="del">
          <ac:chgData name="Hur Jung" userId="763133add284fb2e" providerId="LiveId" clId="{63265192-7B44-45D3-A1BC-CD20A66879BE}" dt="2020-06-15T09:41:36.970" v="3667" actId="478"/>
          <ac:spMkLst>
            <pc:docMk/>
            <pc:sldMk cId="2296844285" sldId="3019"/>
            <ac:spMk id="106" creationId="{C96C335F-6CAB-4935-A165-4A47A83B7F93}"/>
          </ac:spMkLst>
        </pc:spChg>
        <pc:spChg chg="del">
          <ac:chgData name="Hur Jung" userId="763133add284fb2e" providerId="LiveId" clId="{63265192-7B44-45D3-A1BC-CD20A66879BE}" dt="2020-06-15T09:40:55.677" v="3644" actId="478"/>
          <ac:spMkLst>
            <pc:docMk/>
            <pc:sldMk cId="2296844285" sldId="3019"/>
            <ac:spMk id="107" creationId="{C7371E32-2B2E-4577-A9CB-E2FD629D0BA7}"/>
          </ac:spMkLst>
        </pc:spChg>
        <pc:spChg chg="mod">
          <ac:chgData name="Hur Jung" userId="763133add284fb2e" providerId="LiveId" clId="{63265192-7B44-45D3-A1BC-CD20A66879BE}" dt="2020-06-15T09:42:37.222" v="3673"/>
          <ac:spMkLst>
            <pc:docMk/>
            <pc:sldMk cId="2296844285" sldId="3019"/>
            <ac:spMk id="109" creationId="{B5C53962-2DD7-45E2-A4CA-D0B9CE62E724}"/>
          </ac:spMkLst>
        </pc:spChg>
        <pc:spChg chg="mod topLvl">
          <ac:chgData name="Hur Jung" userId="763133add284fb2e" providerId="LiveId" clId="{63265192-7B44-45D3-A1BC-CD20A66879BE}" dt="2020-06-15T09:47:57.190" v="3732" actId="14100"/>
          <ac:spMkLst>
            <pc:docMk/>
            <pc:sldMk cId="2296844285" sldId="3019"/>
            <ac:spMk id="113" creationId="{12A2F91C-912B-4CB4-A0FD-41C4AD729641}"/>
          </ac:spMkLst>
        </pc:spChg>
        <pc:spChg chg="mod">
          <ac:chgData name="Hur Jung" userId="763133add284fb2e" providerId="LiveId" clId="{63265192-7B44-45D3-A1BC-CD20A66879BE}" dt="2020-06-15T09:42:37.222" v="3673"/>
          <ac:spMkLst>
            <pc:docMk/>
            <pc:sldMk cId="2296844285" sldId="3019"/>
            <ac:spMk id="116" creationId="{6B9CDE22-EA3B-4C2F-8A5B-2C43CB4EB30C}"/>
          </ac:spMkLst>
        </pc:spChg>
        <pc:spChg chg="mod">
          <ac:chgData name="Hur Jung" userId="763133add284fb2e" providerId="LiveId" clId="{63265192-7B44-45D3-A1BC-CD20A66879BE}" dt="2020-06-15T09:42:37.222" v="3673"/>
          <ac:spMkLst>
            <pc:docMk/>
            <pc:sldMk cId="2296844285" sldId="3019"/>
            <ac:spMk id="119" creationId="{2F675663-B03A-4F86-9021-F0F525E6F3F8}"/>
          </ac:spMkLst>
        </pc:spChg>
        <pc:spChg chg="add mod">
          <ac:chgData name="Hur Jung" userId="763133add284fb2e" providerId="LiveId" clId="{63265192-7B44-45D3-A1BC-CD20A66879BE}" dt="2020-06-15T09:59:28.895" v="3976" actId="1035"/>
          <ac:spMkLst>
            <pc:docMk/>
            <pc:sldMk cId="2296844285" sldId="3019"/>
            <ac:spMk id="121" creationId="{BE2AD697-012E-4751-B26D-16DE023678AF}"/>
          </ac:spMkLst>
        </pc:spChg>
        <pc:spChg chg="mod">
          <ac:chgData name="Hur Jung" userId="763133add284fb2e" providerId="LiveId" clId="{63265192-7B44-45D3-A1BC-CD20A66879BE}" dt="2020-06-15T09:42:37.222" v="3673"/>
          <ac:spMkLst>
            <pc:docMk/>
            <pc:sldMk cId="2296844285" sldId="3019"/>
            <ac:spMk id="124" creationId="{35FE333F-D8A9-4DD6-8694-F121F656636A}"/>
          </ac:spMkLst>
        </pc:spChg>
        <pc:spChg chg="add del mod">
          <ac:chgData name="Hur Jung" userId="763133add284fb2e" providerId="LiveId" clId="{63265192-7B44-45D3-A1BC-CD20A66879BE}" dt="2020-06-15T10:01:59.264" v="4125" actId="478"/>
          <ac:spMkLst>
            <pc:docMk/>
            <pc:sldMk cId="2296844285" sldId="3019"/>
            <ac:spMk id="125" creationId="{88791924-6568-4415-93FD-3EBC8197A174}"/>
          </ac:spMkLst>
        </pc:spChg>
        <pc:spChg chg="mod">
          <ac:chgData name="Hur Jung" userId="763133add284fb2e" providerId="LiveId" clId="{63265192-7B44-45D3-A1BC-CD20A66879BE}" dt="2020-06-15T09:42:37.222" v="3673"/>
          <ac:spMkLst>
            <pc:docMk/>
            <pc:sldMk cId="2296844285" sldId="3019"/>
            <ac:spMk id="128" creationId="{1CE7A920-DAEB-47F6-BE8C-A71F3E0B56D3}"/>
          </ac:spMkLst>
        </pc:spChg>
        <pc:spChg chg="add del mod">
          <ac:chgData name="Hur Jung" userId="763133add284fb2e" providerId="LiveId" clId="{63265192-7B44-45D3-A1BC-CD20A66879BE}" dt="2020-06-15T10:01:43.151" v="4121" actId="478"/>
          <ac:spMkLst>
            <pc:docMk/>
            <pc:sldMk cId="2296844285" sldId="3019"/>
            <ac:spMk id="129" creationId="{A1C5F620-9BFC-4EC2-8D8E-2B1B61D47809}"/>
          </ac:spMkLst>
        </pc:spChg>
        <pc:spChg chg="add mod">
          <ac:chgData name="Hur Jung" userId="763133add284fb2e" providerId="LiveId" clId="{63265192-7B44-45D3-A1BC-CD20A66879BE}" dt="2020-06-15T09:59:28.895" v="3976" actId="1035"/>
          <ac:spMkLst>
            <pc:docMk/>
            <pc:sldMk cId="2296844285" sldId="3019"/>
            <ac:spMk id="130" creationId="{FAA426B5-F086-40BB-8671-F2F21FBDA6C3}"/>
          </ac:spMkLst>
        </pc:spChg>
        <pc:spChg chg="mod">
          <ac:chgData name="Hur Jung" userId="763133add284fb2e" providerId="LiveId" clId="{63265192-7B44-45D3-A1BC-CD20A66879BE}" dt="2020-06-15T09:42:37.222" v="3673"/>
          <ac:spMkLst>
            <pc:docMk/>
            <pc:sldMk cId="2296844285" sldId="3019"/>
            <ac:spMk id="132" creationId="{EA085128-364F-4C9B-9712-F2513DEDF117}"/>
          </ac:spMkLst>
        </pc:spChg>
        <pc:spChg chg="add del mod">
          <ac:chgData name="Hur Jung" userId="763133add284fb2e" providerId="LiveId" clId="{63265192-7B44-45D3-A1BC-CD20A66879BE}" dt="2020-06-15T09:48:14.256" v="3735" actId="478"/>
          <ac:spMkLst>
            <pc:docMk/>
            <pc:sldMk cId="2296844285" sldId="3019"/>
            <ac:spMk id="134" creationId="{50095349-247D-4816-B852-3000EDAF0410}"/>
          </ac:spMkLst>
        </pc:spChg>
        <pc:spChg chg="add del mod">
          <ac:chgData name="Hur Jung" userId="763133add284fb2e" providerId="LiveId" clId="{63265192-7B44-45D3-A1BC-CD20A66879BE}" dt="2020-06-15T09:48:17.024" v="3736" actId="478"/>
          <ac:spMkLst>
            <pc:docMk/>
            <pc:sldMk cId="2296844285" sldId="3019"/>
            <ac:spMk id="135" creationId="{726F5169-E539-4157-A428-E6DABD11E13C}"/>
          </ac:spMkLst>
        </pc:spChg>
        <pc:spChg chg="mod">
          <ac:chgData name="Hur Jung" userId="763133add284fb2e" providerId="LiveId" clId="{63265192-7B44-45D3-A1BC-CD20A66879BE}" dt="2020-06-15T09:42:37.222" v="3673"/>
          <ac:spMkLst>
            <pc:docMk/>
            <pc:sldMk cId="2296844285" sldId="3019"/>
            <ac:spMk id="137" creationId="{80AEE84A-F11C-44A5-9027-47690ACBA754}"/>
          </ac:spMkLst>
        </pc:spChg>
        <pc:spChg chg="add del mod">
          <ac:chgData name="Hur Jung" userId="763133add284fb2e" providerId="LiveId" clId="{63265192-7B44-45D3-A1BC-CD20A66879BE}" dt="2020-06-15T11:23:55.380" v="4305" actId="478"/>
          <ac:spMkLst>
            <pc:docMk/>
            <pc:sldMk cId="2296844285" sldId="3019"/>
            <ac:spMk id="140" creationId="{3B4916AF-4C2A-409F-9A7F-AA87CE09EF52}"/>
          </ac:spMkLst>
        </pc:spChg>
        <pc:spChg chg="add del mod">
          <ac:chgData name="Hur Jung" userId="763133add284fb2e" providerId="LiveId" clId="{63265192-7B44-45D3-A1BC-CD20A66879BE}" dt="2020-06-15T11:23:55.380" v="4305" actId="478"/>
          <ac:spMkLst>
            <pc:docMk/>
            <pc:sldMk cId="2296844285" sldId="3019"/>
            <ac:spMk id="141" creationId="{E7957274-CC3C-4D01-9491-FFA75945FC7A}"/>
          </ac:spMkLst>
        </pc:spChg>
        <pc:spChg chg="add del mod">
          <ac:chgData name="Hur Jung" userId="763133add284fb2e" providerId="LiveId" clId="{63265192-7B44-45D3-A1BC-CD20A66879BE}" dt="2020-06-15T11:23:55.380" v="4305" actId="478"/>
          <ac:spMkLst>
            <pc:docMk/>
            <pc:sldMk cId="2296844285" sldId="3019"/>
            <ac:spMk id="142" creationId="{F1BFD9EA-8902-4ECE-B0FD-8BFE741B2E55}"/>
          </ac:spMkLst>
        </pc:spChg>
        <pc:spChg chg="add del mod">
          <ac:chgData name="Hur Jung" userId="763133add284fb2e" providerId="LiveId" clId="{63265192-7B44-45D3-A1BC-CD20A66879BE}" dt="2020-06-15T09:51:08.254" v="3779" actId="478"/>
          <ac:spMkLst>
            <pc:docMk/>
            <pc:sldMk cId="2296844285" sldId="3019"/>
            <ac:spMk id="143" creationId="{222522CC-7BCB-4C88-A463-B522F13F4093}"/>
          </ac:spMkLst>
        </pc:spChg>
        <pc:spChg chg="add mod">
          <ac:chgData name="Hur Jung" userId="763133add284fb2e" providerId="LiveId" clId="{63265192-7B44-45D3-A1BC-CD20A66879BE}" dt="2020-06-15T10:18:34.825" v="4304" actId="207"/>
          <ac:spMkLst>
            <pc:docMk/>
            <pc:sldMk cId="2296844285" sldId="3019"/>
            <ac:spMk id="144" creationId="{D9732D15-8882-48E2-97CC-C46249FFC2D2}"/>
          </ac:spMkLst>
        </pc:spChg>
        <pc:spChg chg="add mod">
          <ac:chgData name="Hur Jung" userId="763133add284fb2e" providerId="LiveId" clId="{63265192-7B44-45D3-A1BC-CD20A66879BE}" dt="2020-06-15T09:50:28.180" v="3778" actId="14100"/>
          <ac:spMkLst>
            <pc:docMk/>
            <pc:sldMk cId="2296844285" sldId="3019"/>
            <ac:spMk id="145" creationId="{47B32B77-47D2-413A-AEB7-B8374C0EE078}"/>
          </ac:spMkLst>
        </pc:spChg>
        <pc:spChg chg="add mod">
          <ac:chgData name="Hur Jung" userId="763133add284fb2e" providerId="LiveId" clId="{63265192-7B44-45D3-A1BC-CD20A66879BE}" dt="2020-06-15T09:51:18.120" v="3782" actId="1076"/>
          <ac:spMkLst>
            <pc:docMk/>
            <pc:sldMk cId="2296844285" sldId="3019"/>
            <ac:spMk id="146" creationId="{A4DC2136-AA7C-456C-92CC-EF24C8CC3E5B}"/>
          </ac:spMkLst>
        </pc:spChg>
        <pc:spChg chg="add mod">
          <ac:chgData name="Hur Jung" userId="763133add284fb2e" providerId="LiveId" clId="{63265192-7B44-45D3-A1BC-CD20A66879BE}" dt="2020-06-15T10:18:28.431" v="4302" actId="207"/>
          <ac:spMkLst>
            <pc:docMk/>
            <pc:sldMk cId="2296844285" sldId="3019"/>
            <ac:spMk id="147" creationId="{81C72FC8-2098-4177-B19C-A7B49CD92B16}"/>
          </ac:spMkLst>
        </pc:spChg>
        <pc:spChg chg="add mod">
          <ac:chgData name="Hur Jung" userId="763133add284fb2e" providerId="LiveId" clId="{63265192-7B44-45D3-A1BC-CD20A66879BE}" dt="2020-06-15T09:52:05.259" v="3810" actId="20577"/>
          <ac:spMkLst>
            <pc:docMk/>
            <pc:sldMk cId="2296844285" sldId="3019"/>
            <ac:spMk id="148" creationId="{9B3886DA-F8A1-45FD-A686-938B0BB6A263}"/>
          </ac:spMkLst>
        </pc:spChg>
        <pc:spChg chg="add mod">
          <ac:chgData name="Hur Jung" userId="763133add284fb2e" providerId="LiveId" clId="{63265192-7B44-45D3-A1BC-CD20A66879BE}" dt="2020-06-15T10:18:31.788" v="4303" actId="207"/>
          <ac:spMkLst>
            <pc:docMk/>
            <pc:sldMk cId="2296844285" sldId="3019"/>
            <ac:spMk id="149" creationId="{7DFB7621-D8C6-41F2-93B4-150E8D23F243}"/>
          </ac:spMkLst>
        </pc:spChg>
        <pc:spChg chg="add mod">
          <ac:chgData name="Hur Jung" userId="763133add284fb2e" providerId="LiveId" clId="{63265192-7B44-45D3-A1BC-CD20A66879BE}" dt="2020-06-15T09:51:18.120" v="3782" actId="1076"/>
          <ac:spMkLst>
            <pc:docMk/>
            <pc:sldMk cId="2296844285" sldId="3019"/>
            <ac:spMk id="150" creationId="{C405334D-3EA9-474F-B115-FAE5B8996DC6}"/>
          </ac:spMkLst>
        </pc:spChg>
        <pc:spChg chg="add mod">
          <ac:chgData name="Hur Jung" userId="763133add284fb2e" providerId="LiveId" clId="{63265192-7B44-45D3-A1BC-CD20A66879BE}" dt="2020-06-15T09:59:44.360" v="3978" actId="1076"/>
          <ac:spMkLst>
            <pc:docMk/>
            <pc:sldMk cId="2296844285" sldId="3019"/>
            <ac:spMk id="151" creationId="{2C561BE8-9FF6-4179-A6A1-FEEDDBCF68CE}"/>
          </ac:spMkLst>
        </pc:spChg>
        <pc:spChg chg="add mod">
          <ac:chgData name="Hur Jung" userId="763133add284fb2e" providerId="LiveId" clId="{63265192-7B44-45D3-A1BC-CD20A66879BE}" dt="2020-06-15T09:59:54.384" v="3997"/>
          <ac:spMkLst>
            <pc:docMk/>
            <pc:sldMk cId="2296844285" sldId="3019"/>
            <ac:spMk id="152" creationId="{A0DB588B-9054-42A4-AC53-A0243AA98314}"/>
          </ac:spMkLst>
        </pc:spChg>
        <pc:spChg chg="add mod">
          <ac:chgData name="Hur Jung" userId="763133add284fb2e" providerId="LiveId" clId="{63265192-7B44-45D3-A1BC-CD20A66879BE}" dt="2020-06-15T09:59:44.360" v="3978" actId="1076"/>
          <ac:spMkLst>
            <pc:docMk/>
            <pc:sldMk cId="2296844285" sldId="3019"/>
            <ac:spMk id="153" creationId="{8C072C4B-8C0C-4598-B71A-0E6CD5504522}"/>
          </ac:spMkLst>
        </pc:spChg>
        <pc:spChg chg="add mod">
          <ac:chgData name="Hur Jung" userId="763133add284fb2e" providerId="LiveId" clId="{63265192-7B44-45D3-A1BC-CD20A66879BE}" dt="2020-06-15T10:00:29.867" v="4019"/>
          <ac:spMkLst>
            <pc:docMk/>
            <pc:sldMk cId="2296844285" sldId="3019"/>
            <ac:spMk id="154" creationId="{6638EEAD-A43E-40DC-813C-640E68CB6E0C}"/>
          </ac:spMkLst>
        </pc:spChg>
        <pc:spChg chg="add mod">
          <ac:chgData name="Hur Jung" userId="763133add284fb2e" providerId="LiveId" clId="{63265192-7B44-45D3-A1BC-CD20A66879BE}" dt="2020-06-15T10:03:11.668" v="4159" actId="1076"/>
          <ac:spMkLst>
            <pc:docMk/>
            <pc:sldMk cId="2296844285" sldId="3019"/>
            <ac:spMk id="155" creationId="{D217E7F9-123A-4446-A9C4-572831DFEEA0}"/>
          </ac:spMkLst>
        </pc:spChg>
        <pc:grpChg chg="del">
          <ac:chgData name="Hur Jung" userId="763133add284fb2e" providerId="LiveId" clId="{63265192-7B44-45D3-A1BC-CD20A66879BE}" dt="2020-06-15T09:41:39.146" v="3668" actId="478"/>
          <ac:grpSpMkLst>
            <pc:docMk/>
            <pc:sldMk cId="2296844285" sldId="3019"/>
            <ac:grpSpMk id="35" creationId="{C1CD8DA6-71FA-4E05-8E43-2DCDBCEC220C}"/>
          </ac:grpSpMkLst>
        </pc:grpChg>
        <pc:grpChg chg="del">
          <ac:chgData name="Hur Jung" userId="763133add284fb2e" providerId="LiveId" clId="{63265192-7B44-45D3-A1BC-CD20A66879BE}" dt="2020-06-15T09:41:36.970" v="3667" actId="478"/>
          <ac:grpSpMkLst>
            <pc:docMk/>
            <pc:sldMk cId="2296844285" sldId="3019"/>
            <ac:grpSpMk id="56" creationId="{C2C76A3A-135A-4D63-B7DF-12D7CCF3B797}"/>
          </ac:grpSpMkLst>
        </pc:grpChg>
        <pc:grpChg chg="del">
          <ac:chgData name="Hur Jung" userId="763133add284fb2e" providerId="LiveId" clId="{63265192-7B44-45D3-A1BC-CD20A66879BE}" dt="2020-06-15T09:41:41.202" v="3669" actId="478"/>
          <ac:grpSpMkLst>
            <pc:docMk/>
            <pc:sldMk cId="2296844285" sldId="3019"/>
            <ac:grpSpMk id="61" creationId="{0FB4D81E-D974-40ED-A2DE-FC2C4CE0D2B9}"/>
          </ac:grpSpMkLst>
        </pc:grpChg>
        <pc:grpChg chg="add mod">
          <ac:chgData name="Hur Jung" userId="763133add284fb2e" providerId="LiveId" clId="{63265192-7B44-45D3-A1BC-CD20A66879BE}" dt="2020-06-15T09:42:37.222" v="3673"/>
          <ac:grpSpMkLst>
            <pc:docMk/>
            <pc:sldMk cId="2296844285" sldId="3019"/>
            <ac:grpSpMk id="78" creationId="{7CA39DE4-2FCE-49A6-9720-CDB364D374AD}"/>
          </ac:grpSpMkLst>
        </pc:grpChg>
        <pc:grpChg chg="del">
          <ac:chgData name="Hur Jung" userId="763133add284fb2e" providerId="LiveId" clId="{63265192-7B44-45D3-A1BC-CD20A66879BE}" dt="2020-06-15T09:41:36.970" v="3667" actId="478"/>
          <ac:grpSpMkLst>
            <pc:docMk/>
            <pc:sldMk cId="2296844285" sldId="3019"/>
            <ac:grpSpMk id="91" creationId="{D1A5557F-1B51-4333-BE12-C1AA98C81441}"/>
          </ac:grpSpMkLst>
        </pc:grpChg>
        <pc:grpChg chg="add mod">
          <ac:chgData name="Hur Jung" userId="763133add284fb2e" providerId="LiveId" clId="{63265192-7B44-45D3-A1BC-CD20A66879BE}" dt="2020-06-15T09:59:28.895" v="3976" actId="1035"/>
          <ac:grpSpMkLst>
            <pc:docMk/>
            <pc:sldMk cId="2296844285" sldId="3019"/>
            <ac:grpSpMk id="108" creationId="{2ADEA364-01AC-4C5E-9BC6-EA8061C02A7B}"/>
          </ac:grpSpMkLst>
        </pc:grpChg>
        <pc:grpChg chg="add del mod">
          <ac:chgData name="Hur Jung" userId="763133add284fb2e" providerId="LiveId" clId="{63265192-7B44-45D3-A1BC-CD20A66879BE}" dt="2020-06-15T09:47:54.950" v="3731" actId="478"/>
          <ac:grpSpMkLst>
            <pc:docMk/>
            <pc:sldMk cId="2296844285" sldId="3019"/>
            <ac:grpSpMk id="112" creationId="{C9BB1E83-D7D1-4E74-8625-54E3D9269D03}"/>
          </ac:grpSpMkLst>
        </pc:grpChg>
        <pc:grpChg chg="add del mod">
          <ac:chgData name="Hur Jung" userId="763133add284fb2e" providerId="LiveId" clId="{63265192-7B44-45D3-A1BC-CD20A66879BE}" dt="2020-06-15T09:48:04.964" v="3733" actId="478"/>
          <ac:grpSpMkLst>
            <pc:docMk/>
            <pc:sldMk cId="2296844285" sldId="3019"/>
            <ac:grpSpMk id="115" creationId="{F69DA79A-D6E7-414E-8178-64CD078CADF6}"/>
          </ac:grpSpMkLst>
        </pc:grpChg>
        <pc:grpChg chg="add del mod">
          <ac:chgData name="Hur Jung" userId="763133add284fb2e" providerId="LiveId" clId="{63265192-7B44-45D3-A1BC-CD20A66879BE}" dt="2020-06-15T09:48:04.964" v="3733" actId="478"/>
          <ac:grpSpMkLst>
            <pc:docMk/>
            <pc:sldMk cId="2296844285" sldId="3019"/>
            <ac:grpSpMk id="118" creationId="{D51BB5E9-59B5-49A5-BA68-B91549BCE6A5}"/>
          </ac:grpSpMkLst>
        </pc:grpChg>
        <pc:grpChg chg="add del mod">
          <ac:chgData name="Hur Jung" userId="763133add284fb2e" providerId="LiveId" clId="{63265192-7B44-45D3-A1BC-CD20A66879BE}" dt="2020-06-15T10:01:59.264" v="4125" actId="478"/>
          <ac:grpSpMkLst>
            <pc:docMk/>
            <pc:sldMk cId="2296844285" sldId="3019"/>
            <ac:grpSpMk id="122" creationId="{773B0998-B54B-4C63-8BC9-C1C96A948BA7}"/>
          </ac:grpSpMkLst>
        </pc:grpChg>
        <pc:grpChg chg="add del mod">
          <ac:chgData name="Hur Jung" userId="763133add284fb2e" providerId="LiveId" clId="{63265192-7B44-45D3-A1BC-CD20A66879BE}" dt="2020-06-15T10:01:43.151" v="4121" actId="478"/>
          <ac:grpSpMkLst>
            <pc:docMk/>
            <pc:sldMk cId="2296844285" sldId="3019"/>
            <ac:grpSpMk id="126" creationId="{01AB8149-F55E-4D13-850A-2B9E2E0F90CE}"/>
          </ac:grpSpMkLst>
        </pc:grpChg>
        <pc:grpChg chg="add del mod">
          <ac:chgData name="Hur Jung" userId="763133add284fb2e" providerId="LiveId" clId="{63265192-7B44-45D3-A1BC-CD20A66879BE}" dt="2020-06-15T09:48:10.702" v="3734" actId="478"/>
          <ac:grpSpMkLst>
            <pc:docMk/>
            <pc:sldMk cId="2296844285" sldId="3019"/>
            <ac:grpSpMk id="131" creationId="{A2E5D498-43AF-4674-B92C-D19D81D97069}"/>
          </ac:grpSpMkLst>
        </pc:grpChg>
        <pc:grpChg chg="add del mod">
          <ac:chgData name="Hur Jung" userId="763133add284fb2e" providerId="LiveId" clId="{63265192-7B44-45D3-A1BC-CD20A66879BE}" dt="2020-06-15T09:48:10.702" v="3734" actId="478"/>
          <ac:grpSpMkLst>
            <pc:docMk/>
            <pc:sldMk cId="2296844285" sldId="3019"/>
            <ac:grpSpMk id="136" creationId="{64EBBAB6-645F-4BD2-A906-3D9DC0292D96}"/>
          </ac:grpSpMkLst>
        </pc:grpChg>
        <pc:graphicFrameChg chg="del">
          <ac:chgData name="Hur Jung" userId="763133add284fb2e" providerId="LiveId" clId="{63265192-7B44-45D3-A1BC-CD20A66879BE}" dt="2020-06-15T09:41:36.970" v="3667" actId="478"/>
          <ac:graphicFrameMkLst>
            <pc:docMk/>
            <pc:sldMk cId="2296844285" sldId="3019"/>
            <ac:graphicFrameMk id="49" creationId="{6917ECDA-73D2-4CD7-A474-3B01EB8F88EC}"/>
          </ac:graphicFrameMkLst>
        </pc:graphicFrameChg>
        <pc:graphicFrameChg chg="del">
          <ac:chgData name="Hur Jung" userId="763133add284fb2e" providerId="LiveId" clId="{63265192-7B44-45D3-A1BC-CD20A66879BE}" dt="2020-06-15T09:41:36.970" v="3667" actId="478"/>
          <ac:graphicFrameMkLst>
            <pc:docMk/>
            <pc:sldMk cId="2296844285" sldId="3019"/>
            <ac:graphicFrameMk id="50" creationId="{4FC01C28-D3B2-419C-A3E5-3CEC2C87D226}"/>
          </ac:graphicFrameMkLst>
        </pc:graphicFrameChg>
        <pc:graphicFrameChg chg="add mod modGraphic">
          <ac:chgData name="Hur Jung" userId="763133add284fb2e" providerId="LiveId" clId="{63265192-7B44-45D3-A1BC-CD20A66879BE}" dt="2020-06-15T10:17:54.911" v="4301"/>
          <ac:graphicFrameMkLst>
            <pc:docMk/>
            <pc:sldMk cId="2296844285" sldId="3019"/>
            <ac:graphicFrameMk id="100" creationId="{01D132A2-EA6A-4C5E-9064-255B2BD6A0D0}"/>
          </ac:graphicFrameMkLst>
        </pc:graphicFrameChg>
        <pc:graphicFrameChg chg="add del mod">
          <ac:chgData name="Hur Jung" userId="763133add284fb2e" providerId="LiveId" clId="{63265192-7B44-45D3-A1BC-CD20A66879BE}" dt="2020-06-15T11:23:58.642" v="4306" actId="478"/>
          <ac:graphicFrameMkLst>
            <pc:docMk/>
            <pc:sldMk cId="2296844285" sldId="3019"/>
            <ac:graphicFrameMk id="139" creationId="{9467F560-DF80-48FF-A6E5-A90E7292280F}"/>
          </ac:graphicFrameMkLst>
        </pc:graphicFrameChg>
        <pc:picChg chg="add del mod ord">
          <ac:chgData name="Hur Jung" userId="763133add284fb2e" providerId="LiveId" clId="{63265192-7B44-45D3-A1BC-CD20A66879BE}" dt="2020-06-15T09:41:54.015" v="3672"/>
          <ac:picMkLst>
            <pc:docMk/>
            <pc:sldMk cId="2296844285" sldId="3019"/>
            <ac:picMk id="5" creationId="{FBB13CED-6B87-4EAE-877C-F32796B3A1DC}"/>
          </ac:picMkLst>
        </pc:picChg>
        <pc:picChg chg="del">
          <ac:chgData name="Hur Jung" userId="763133add284fb2e" providerId="LiveId" clId="{63265192-7B44-45D3-A1BC-CD20A66879BE}" dt="2020-06-15T09:41:36.970" v="3667" actId="478"/>
          <ac:picMkLst>
            <pc:docMk/>
            <pc:sldMk cId="2296844285" sldId="3019"/>
            <ac:picMk id="44" creationId="{C8AACD0C-F147-4A15-8951-F857FB5E757E}"/>
          </ac:picMkLst>
        </pc:picChg>
        <pc:picChg chg="del">
          <ac:chgData name="Hur Jung" userId="763133add284fb2e" providerId="LiveId" clId="{63265192-7B44-45D3-A1BC-CD20A66879BE}" dt="2020-06-15T09:41:41.202" v="3669" actId="478"/>
          <ac:picMkLst>
            <pc:docMk/>
            <pc:sldMk cId="2296844285" sldId="3019"/>
            <ac:picMk id="46" creationId="{36856DE9-91D5-4A25-9EC6-98A7F488FCCB}"/>
          </ac:picMkLst>
        </pc:picChg>
        <pc:picChg chg="del">
          <ac:chgData name="Hur Jung" userId="763133add284fb2e" providerId="LiveId" clId="{63265192-7B44-45D3-A1BC-CD20A66879BE}" dt="2020-06-15T09:41:36.970" v="3667" actId="478"/>
          <ac:picMkLst>
            <pc:docMk/>
            <pc:sldMk cId="2296844285" sldId="3019"/>
            <ac:picMk id="60" creationId="{C932A79B-75CD-427F-8D6E-4A7D206CBB9C}"/>
          </ac:picMkLst>
        </pc:picChg>
        <pc:picChg chg="del">
          <ac:chgData name="Hur Jung" userId="763133add284fb2e" providerId="LiveId" clId="{63265192-7B44-45D3-A1BC-CD20A66879BE}" dt="2020-06-15T09:41:36.970" v="3667" actId="478"/>
          <ac:picMkLst>
            <pc:docMk/>
            <pc:sldMk cId="2296844285" sldId="3019"/>
            <ac:picMk id="66" creationId="{67006C62-DFB6-41B8-AB12-ED67F36B0254}"/>
          </ac:picMkLst>
        </pc:picChg>
        <pc:picChg chg="mod">
          <ac:chgData name="Hur Jung" userId="763133add284fb2e" providerId="LiveId" clId="{63265192-7B44-45D3-A1BC-CD20A66879BE}" dt="2020-06-15T09:42:37.222" v="3673"/>
          <ac:picMkLst>
            <pc:docMk/>
            <pc:sldMk cId="2296844285" sldId="3019"/>
            <ac:picMk id="79" creationId="{553C189C-ACBD-4CD9-861B-D76D090EBD86}"/>
          </ac:picMkLst>
        </pc:picChg>
        <pc:picChg chg="add mod">
          <ac:chgData name="Hur Jung" userId="763133add284fb2e" providerId="LiveId" clId="{63265192-7B44-45D3-A1BC-CD20A66879BE}" dt="2020-06-15T09:59:28.895" v="3976" actId="1035"/>
          <ac:picMkLst>
            <pc:docMk/>
            <pc:sldMk cId="2296844285" sldId="3019"/>
            <ac:picMk id="103" creationId="{31079130-6041-4BB3-AE99-461E13FC5BC8}"/>
          </ac:picMkLst>
        </pc:picChg>
        <pc:picChg chg="del">
          <ac:chgData name="Hur Jung" userId="763133add284fb2e" providerId="LiveId" clId="{63265192-7B44-45D3-A1BC-CD20A66879BE}" dt="2020-06-15T09:41:36.970" v="3667" actId="478"/>
          <ac:picMkLst>
            <pc:docMk/>
            <pc:sldMk cId="2296844285" sldId="3019"/>
            <ac:picMk id="105" creationId="{9C1A2820-24A0-40A8-AEB4-F4439A024998}"/>
          </ac:picMkLst>
        </pc:picChg>
        <pc:picChg chg="mod">
          <ac:chgData name="Hur Jung" userId="763133add284fb2e" providerId="LiveId" clId="{63265192-7B44-45D3-A1BC-CD20A66879BE}" dt="2020-06-15T09:42:37.222" v="3673"/>
          <ac:picMkLst>
            <pc:docMk/>
            <pc:sldMk cId="2296844285" sldId="3019"/>
            <ac:picMk id="110" creationId="{01D57B93-20C3-4075-A900-013AA7F1F0D7}"/>
          </ac:picMkLst>
        </pc:picChg>
        <pc:picChg chg="mod">
          <ac:chgData name="Hur Jung" userId="763133add284fb2e" providerId="LiveId" clId="{63265192-7B44-45D3-A1BC-CD20A66879BE}" dt="2020-06-15T09:42:37.222" v="3673"/>
          <ac:picMkLst>
            <pc:docMk/>
            <pc:sldMk cId="2296844285" sldId="3019"/>
            <ac:picMk id="111" creationId="{51E88C6A-AB7B-4887-9CEF-E9148609A470}"/>
          </ac:picMkLst>
        </pc:picChg>
        <pc:picChg chg="del mod topLvl">
          <ac:chgData name="Hur Jung" userId="763133add284fb2e" providerId="LiveId" clId="{63265192-7B44-45D3-A1BC-CD20A66879BE}" dt="2020-06-15T09:47:54.950" v="3731" actId="478"/>
          <ac:picMkLst>
            <pc:docMk/>
            <pc:sldMk cId="2296844285" sldId="3019"/>
            <ac:picMk id="114" creationId="{1069436F-8FC7-4972-8001-6E2638C05DB4}"/>
          </ac:picMkLst>
        </pc:picChg>
        <pc:picChg chg="mod">
          <ac:chgData name="Hur Jung" userId="763133add284fb2e" providerId="LiveId" clId="{63265192-7B44-45D3-A1BC-CD20A66879BE}" dt="2020-06-15T09:42:37.222" v="3673"/>
          <ac:picMkLst>
            <pc:docMk/>
            <pc:sldMk cId="2296844285" sldId="3019"/>
            <ac:picMk id="117" creationId="{E8A7E0B0-A734-4380-A043-DE7FB074A6F2}"/>
          </ac:picMkLst>
        </pc:picChg>
        <pc:picChg chg="mod">
          <ac:chgData name="Hur Jung" userId="763133add284fb2e" providerId="LiveId" clId="{63265192-7B44-45D3-A1BC-CD20A66879BE}" dt="2020-06-15T09:42:37.222" v="3673"/>
          <ac:picMkLst>
            <pc:docMk/>
            <pc:sldMk cId="2296844285" sldId="3019"/>
            <ac:picMk id="120" creationId="{266CFCDA-B4CE-494D-9B76-F7CF1C3935A5}"/>
          </ac:picMkLst>
        </pc:picChg>
        <pc:picChg chg="mod">
          <ac:chgData name="Hur Jung" userId="763133add284fb2e" providerId="LiveId" clId="{63265192-7B44-45D3-A1BC-CD20A66879BE}" dt="2020-06-15T09:42:37.222" v="3673"/>
          <ac:picMkLst>
            <pc:docMk/>
            <pc:sldMk cId="2296844285" sldId="3019"/>
            <ac:picMk id="123" creationId="{F9ACCC52-B5E8-494A-A045-2C3A47A119F9}"/>
          </ac:picMkLst>
        </pc:picChg>
        <pc:picChg chg="mod">
          <ac:chgData name="Hur Jung" userId="763133add284fb2e" providerId="LiveId" clId="{63265192-7B44-45D3-A1BC-CD20A66879BE}" dt="2020-06-15T09:42:37.222" v="3673"/>
          <ac:picMkLst>
            <pc:docMk/>
            <pc:sldMk cId="2296844285" sldId="3019"/>
            <ac:picMk id="127" creationId="{9EEDD7AE-6C5D-42A5-8BD0-D5F34AD63930}"/>
          </ac:picMkLst>
        </pc:picChg>
        <pc:picChg chg="mod">
          <ac:chgData name="Hur Jung" userId="763133add284fb2e" providerId="LiveId" clId="{63265192-7B44-45D3-A1BC-CD20A66879BE}" dt="2020-06-15T09:42:37.222" v="3673"/>
          <ac:picMkLst>
            <pc:docMk/>
            <pc:sldMk cId="2296844285" sldId="3019"/>
            <ac:picMk id="133" creationId="{65159A16-A13A-467A-84E9-69E7B8CB70BD}"/>
          </ac:picMkLst>
        </pc:picChg>
        <pc:picChg chg="mod">
          <ac:chgData name="Hur Jung" userId="763133add284fb2e" providerId="LiveId" clId="{63265192-7B44-45D3-A1BC-CD20A66879BE}" dt="2020-06-15T09:42:37.222" v="3673"/>
          <ac:picMkLst>
            <pc:docMk/>
            <pc:sldMk cId="2296844285" sldId="3019"/>
            <ac:picMk id="138" creationId="{5B72FED7-187B-48ED-8FFF-5C60781616DA}"/>
          </ac:picMkLst>
        </pc:picChg>
      </pc:sldChg>
      <pc:sldChg chg="addSp delSp modSp add del mod">
        <pc:chgData name="Hur Jung" userId="763133add284fb2e" providerId="LiveId" clId="{63265192-7B44-45D3-A1BC-CD20A66879BE}" dt="2020-06-14T05:28:18.736" v="1881" actId="47"/>
        <pc:sldMkLst>
          <pc:docMk/>
          <pc:sldMk cId="3956921505" sldId="3019"/>
        </pc:sldMkLst>
        <pc:spChg chg="del">
          <ac:chgData name="Hur Jung" userId="763133add284fb2e" providerId="LiveId" clId="{63265192-7B44-45D3-A1BC-CD20A66879BE}" dt="2020-06-14T01:28:45.182" v="1757" actId="478"/>
          <ac:spMkLst>
            <pc:docMk/>
            <pc:sldMk cId="3956921505" sldId="3019"/>
            <ac:spMk id="5" creationId="{7DD8CA37-3923-4B66-8CA6-89AB10945A45}"/>
          </ac:spMkLst>
        </pc:spChg>
        <pc:picChg chg="add del mod modCrop">
          <ac:chgData name="Hur Jung" userId="763133add284fb2e" providerId="LiveId" clId="{63265192-7B44-45D3-A1BC-CD20A66879BE}" dt="2020-06-14T05:25:37.018" v="1842" actId="21"/>
          <ac:picMkLst>
            <pc:docMk/>
            <pc:sldMk cId="3956921505" sldId="3019"/>
            <ac:picMk id="3" creationId="{27726C3A-4E51-4EE2-8E50-2CA4E7E94FF6}"/>
          </ac:picMkLst>
        </pc:picChg>
        <pc:picChg chg="add del mod">
          <ac:chgData name="Hur Jung" userId="763133add284fb2e" providerId="LiveId" clId="{63265192-7B44-45D3-A1BC-CD20A66879BE}" dt="2020-06-14T05:25:37.018" v="1842" actId="21"/>
          <ac:picMkLst>
            <pc:docMk/>
            <pc:sldMk cId="3956921505" sldId="3019"/>
            <ac:picMk id="6" creationId="{402C6F4F-C176-41DA-BE70-20E382FFB128}"/>
          </ac:picMkLst>
        </pc:picChg>
        <pc:picChg chg="add del mod">
          <ac:chgData name="Hur Jung" userId="763133add284fb2e" providerId="LiveId" clId="{63265192-7B44-45D3-A1BC-CD20A66879BE}" dt="2020-06-14T05:25:37.018" v="1842" actId="21"/>
          <ac:picMkLst>
            <pc:docMk/>
            <pc:sldMk cId="3956921505" sldId="3019"/>
            <ac:picMk id="8" creationId="{EBEBE216-EDE1-485D-A27E-DF0DB15D3D43}"/>
          </ac:picMkLst>
        </pc:picChg>
        <pc:picChg chg="del">
          <ac:chgData name="Hur Jung" userId="763133add284fb2e" providerId="LiveId" clId="{63265192-7B44-45D3-A1BC-CD20A66879BE}" dt="2020-06-14T01:28:45.182" v="1757" actId="478"/>
          <ac:picMkLst>
            <pc:docMk/>
            <pc:sldMk cId="3956921505" sldId="3019"/>
            <ac:picMk id="9" creationId="{74593BB0-17CC-4630-83C4-E78F0CBD8090}"/>
          </ac:picMkLst>
        </pc:picChg>
        <pc:picChg chg="del">
          <ac:chgData name="Hur Jung" userId="763133add284fb2e" providerId="LiveId" clId="{63265192-7B44-45D3-A1BC-CD20A66879BE}" dt="2020-06-14T01:28:45.182" v="1757" actId="478"/>
          <ac:picMkLst>
            <pc:docMk/>
            <pc:sldMk cId="3956921505" sldId="3019"/>
            <ac:picMk id="11" creationId="{16733E4C-D227-4AF5-B744-AEE0DD36D6F4}"/>
          </ac:picMkLst>
        </pc:picChg>
        <pc:picChg chg="add del mod">
          <ac:chgData name="Hur Jung" userId="763133add284fb2e" providerId="LiveId" clId="{63265192-7B44-45D3-A1BC-CD20A66879BE}" dt="2020-06-14T05:26:55.002" v="1863" actId="21"/>
          <ac:picMkLst>
            <pc:docMk/>
            <pc:sldMk cId="3956921505" sldId="3019"/>
            <ac:picMk id="12" creationId="{6EB98034-CCDC-4026-884F-EBB0B9C14A55}"/>
          </ac:picMkLst>
        </pc:picChg>
        <pc:picChg chg="del">
          <ac:chgData name="Hur Jung" userId="763133add284fb2e" providerId="LiveId" clId="{63265192-7B44-45D3-A1BC-CD20A66879BE}" dt="2020-06-14T01:28:45.182" v="1757" actId="478"/>
          <ac:picMkLst>
            <pc:docMk/>
            <pc:sldMk cId="3956921505" sldId="3019"/>
            <ac:picMk id="13" creationId="{5D74056A-4521-4FC7-B174-43A11A240EF0}"/>
          </ac:picMkLst>
        </pc:picChg>
        <pc:picChg chg="add del mod ord">
          <ac:chgData name="Hur Jung" userId="763133add284fb2e" providerId="LiveId" clId="{63265192-7B44-45D3-A1BC-CD20A66879BE}" dt="2020-06-14T05:26:55.002" v="1863" actId="21"/>
          <ac:picMkLst>
            <pc:docMk/>
            <pc:sldMk cId="3956921505" sldId="3019"/>
            <ac:picMk id="14" creationId="{09C2A6A9-EF57-4FF2-A3D9-73B13524AF47}"/>
          </ac:picMkLst>
        </pc:picChg>
        <pc:picChg chg="del">
          <ac:chgData name="Hur Jung" userId="763133add284fb2e" providerId="LiveId" clId="{63265192-7B44-45D3-A1BC-CD20A66879BE}" dt="2020-06-14T01:28:45.182" v="1757" actId="478"/>
          <ac:picMkLst>
            <pc:docMk/>
            <pc:sldMk cId="3956921505" sldId="3019"/>
            <ac:picMk id="15" creationId="{AB03E238-2437-4CA5-9E30-DE890C4C50B1}"/>
          </ac:picMkLst>
        </pc:picChg>
        <pc:picChg chg="del">
          <ac:chgData name="Hur Jung" userId="763133add284fb2e" providerId="LiveId" clId="{63265192-7B44-45D3-A1BC-CD20A66879BE}" dt="2020-06-14T01:28:45.182" v="1757" actId="478"/>
          <ac:picMkLst>
            <pc:docMk/>
            <pc:sldMk cId="3956921505" sldId="3019"/>
            <ac:picMk id="17" creationId="{62EC6D6A-F047-439C-B0EA-89BF6CC734D1}"/>
          </ac:picMkLst>
        </pc:picChg>
        <pc:picChg chg="del">
          <ac:chgData name="Hur Jung" userId="763133add284fb2e" providerId="LiveId" clId="{63265192-7B44-45D3-A1BC-CD20A66879BE}" dt="2020-06-14T01:28:45.182" v="1757" actId="478"/>
          <ac:picMkLst>
            <pc:docMk/>
            <pc:sldMk cId="3956921505" sldId="3019"/>
            <ac:picMk id="19" creationId="{3DA7117C-03C2-42DE-948E-86F2F733CC45}"/>
          </ac:picMkLst>
        </pc:picChg>
        <pc:picChg chg="del">
          <ac:chgData name="Hur Jung" userId="763133add284fb2e" providerId="LiveId" clId="{63265192-7B44-45D3-A1BC-CD20A66879BE}" dt="2020-06-14T01:28:45.182" v="1757" actId="478"/>
          <ac:picMkLst>
            <pc:docMk/>
            <pc:sldMk cId="3956921505" sldId="3019"/>
            <ac:picMk id="21" creationId="{4969106E-7E10-4A88-B22A-8DE5FBD5CD6C}"/>
          </ac:picMkLst>
        </pc:picChg>
        <pc:picChg chg="del">
          <ac:chgData name="Hur Jung" userId="763133add284fb2e" providerId="LiveId" clId="{63265192-7B44-45D3-A1BC-CD20A66879BE}" dt="2020-06-14T01:28:45.182" v="1757" actId="478"/>
          <ac:picMkLst>
            <pc:docMk/>
            <pc:sldMk cId="3956921505" sldId="3019"/>
            <ac:picMk id="23" creationId="{6EAF3AE9-BBF9-49BF-BAB6-1838F6BFCE03}"/>
          </ac:picMkLst>
        </pc:picChg>
      </pc:sldChg>
      <pc:sldChg chg="addSp delSp modSp add del mod">
        <pc:chgData name="Hur Jung" userId="763133add284fb2e" providerId="LiveId" clId="{63265192-7B44-45D3-A1BC-CD20A66879BE}" dt="2020-06-23T11:29:56.091" v="6469" actId="47"/>
        <pc:sldMkLst>
          <pc:docMk/>
          <pc:sldMk cId="599099472" sldId="3020"/>
        </pc:sldMkLst>
        <pc:spChg chg="del">
          <ac:chgData name="Hur Jung" userId="763133add284fb2e" providerId="LiveId" clId="{63265192-7B44-45D3-A1BC-CD20A66879BE}" dt="2020-06-15T12:10:44.614" v="5066" actId="21"/>
          <ac:spMkLst>
            <pc:docMk/>
            <pc:sldMk cId="599099472" sldId="3020"/>
            <ac:spMk id="4" creationId="{317CBF49-3690-45CC-A516-F745CB353878}"/>
          </ac:spMkLst>
        </pc:spChg>
        <pc:spChg chg="mod">
          <ac:chgData name="Hur Jung" userId="763133add284fb2e" providerId="LiveId" clId="{63265192-7B44-45D3-A1BC-CD20A66879BE}" dt="2020-06-23T11:22:58.641" v="6281" actId="408"/>
          <ac:spMkLst>
            <pc:docMk/>
            <pc:sldMk cId="599099472" sldId="3020"/>
            <ac:spMk id="30" creationId="{733D1F0C-1E43-4B4A-B50F-4F1D554CA5C3}"/>
          </ac:spMkLst>
        </pc:spChg>
        <pc:spChg chg="del">
          <ac:chgData name="Hur Jung" userId="763133add284fb2e" providerId="LiveId" clId="{63265192-7B44-45D3-A1BC-CD20A66879BE}" dt="2020-06-15T12:10:44.614" v="5066" actId="21"/>
          <ac:spMkLst>
            <pc:docMk/>
            <pc:sldMk cId="599099472" sldId="3020"/>
            <ac:spMk id="33" creationId="{6640F1A6-21FD-4CD3-91E4-0D0849CBCBE8}"/>
          </ac:spMkLst>
        </pc:spChg>
        <pc:spChg chg="add mod">
          <ac:chgData name="Hur Jung" userId="763133add284fb2e" providerId="LiveId" clId="{63265192-7B44-45D3-A1BC-CD20A66879BE}" dt="2020-06-23T11:23:31.291" v="6319" actId="554"/>
          <ac:spMkLst>
            <pc:docMk/>
            <pc:sldMk cId="599099472" sldId="3020"/>
            <ac:spMk id="34" creationId="{A5A4FBAF-2E4C-4551-9369-3AC3AD9B4D53}"/>
          </ac:spMkLst>
        </pc:spChg>
        <pc:spChg chg="del">
          <ac:chgData name="Hur Jung" userId="763133add284fb2e" providerId="LiveId" clId="{63265192-7B44-45D3-A1BC-CD20A66879BE}" dt="2020-06-15T12:10:44.614" v="5066" actId="21"/>
          <ac:spMkLst>
            <pc:docMk/>
            <pc:sldMk cId="599099472" sldId="3020"/>
            <ac:spMk id="37" creationId="{8B882A6F-4034-4A70-89E2-97AFAE483E93}"/>
          </ac:spMkLst>
        </pc:spChg>
        <pc:spChg chg="del">
          <ac:chgData name="Hur Jung" userId="763133add284fb2e" providerId="LiveId" clId="{63265192-7B44-45D3-A1BC-CD20A66879BE}" dt="2020-06-15T12:10:44.614" v="5066" actId="21"/>
          <ac:spMkLst>
            <pc:docMk/>
            <pc:sldMk cId="599099472" sldId="3020"/>
            <ac:spMk id="39" creationId="{E8FCE1F1-C5C4-4A7F-BD34-15A3CB2D87E0}"/>
          </ac:spMkLst>
        </pc:spChg>
        <pc:spChg chg="del">
          <ac:chgData name="Hur Jung" userId="763133add284fb2e" providerId="LiveId" clId="{63265192-7B44-45D3-A1BC-CD20A66879BE}" dt="2020-06-15T12:10:44.614" v="5066" actId="21"/>
          <ac:spMkLst>
            <pc:docMk/>
            <pc:sldMk cId="599099472" sldId="3020"/>
            <ac:spMk id="40" creationId="{D1E05270-9A4A-4969-BA6B-B24F8D2C8AB8}"/>
          </ac:spMkLst>
        </pc:spChg>
        <pc:spChg chg="mod">
          <ac:chgData name="Hur Jung" userId="763133add284fb2e" providerId="LiveId" clId="{63265192-7B44-45D3-A1BC-CD20A66879BE}" dt="2020-06-23T11:23:21.164" v="6318" actId="1037"/>
          <ac:spMkLst>
            <pc:docMk/>
            <pc:sldMk cId="599099472" sldId="3020"/>
            <ac:spMk id="41" creationId="{E62CDFFA-BD44-4763-B548-D3214ECD03D3}"/>
          </ac:spMkLst>
        </pc:spChg>
        <pc:spChg chg="mod">
          <ac:chgData name="Hur Jung" userId="763133add284fb2e" providerId="LiveId" clId="{63265192-7B44-45D3-A1BC-CD20A66879BE}" dt="2020-06-23T11:23:21.164" v="6318" actId="1037"/>
          <ac:spMkLst>
            <pc:docMk/>
            <pc:sldMk cId="599099472" sldId="3020"/>
            <ac:spMk id="43" creationId="{9B55857F-AD0D-479B-8C83-5EFFE1F57C0C}"/>
          </ac:spMkLst>
        </pc:spChg>
        <pc:spChg chg="del">
          <ac:chgData name="Hur Jung" userId="763133add284fb2e" providerId="LiveId" clId="{63265192-7B44-45D3-A1BC-CD20A66879BE}" dt="2020-06-23T10:38:40.623" v="6151" actId="478"/>
          <ac:spMkLst>
            <pc:docMk/>
            <pc:sldMk cId="599099472" sldId="3020"/>
            <ac:spMk id="45" creationId="{A3D1B6CE-AB42-4EB2-97D6-424DAA8154A2}"/>
          </ac:spMkLst>
        </pc:spChg>
        <pc:spChg chg="mod">
          <ac:chgData name="Hur Jung" userId="763133add284fb2e" providerId="LiveId" clId="{63265192-7B44-45D3-A1BC-CD20A66879BE}" dt="2020-06-23T11:23:31.291" v="6319" actId="554"/>
          <ac:spMkLst>
            <pc:docMk/>
            <pc:sldMk cId="599099472" sldId="3020"/>
            <ac:spMk id="46" creationId="{46BAB19B-DA92-4712-82A1-C857872061B3}"/>
          </ac:spMkLst>
        </pc:spChg>
        <pc:spChg chg="del">
          <ac:chgData name="Hur Jung" userId="763133add284fb2e" providerId="LiveId" clId="{63265192-7B44-45D3-A1BC-CD20A66879BE}" dt="2020-06-23T11:19:33.445" v="6177" actId="478"/>
          <ac:spMkLst>
            <pc:docMk/>
            <pc:sldMk cId="599099472" sldId="3020"/>
            <ac:spMk id="49" creationId="{78670A0E-FE3D-4F76-BB16-D00C5BD90325}"/>
          </ac:spMkLst>
        </pc:spChg>
        <pc:spChg chg="mod">
          <ac:chgData name="Hur Jung" userId="763133add284fb2e" providerId="LiveId" clId="{63265192-7B44-45D3-A1BC-CD20A66879BE}" dt="2020-06-23T11:20:00.300" v="6181" actId="1076"/>
          <ac:spMkLst>
            <pc:docMk/>
            <pc:sldMk cId="599099472" sldId="3020"/>
            <ac:spMk id="53" creationId="{72902DD6-789E-45B2-8D47-20DF4C98C825}"/>
          </ac:spMkLst>
        </pc:spChg>
        <pc:spChg chg="mod">
          <ac:chgData name="Hur Jung" userId="763133add284fb2e" providerId="LiveId" clId="{63265192-7B44-45D3-A1BC-CD20A66879BE}" dt="2020-06-23T11:21:03.418" v="6238" actId="1035"/>
          <ac:spMkLst>
            <pc:docMk/>
            <pc:sldMk cId="599099472" sldId="3020"/>
            <ac:spMk id="54" creationId="{55EC055C-E14C-4B35-ADEC-0E511CB903CD}"/>
          </ac:spMkLst>
        </pc:spChg>
        <pc:spChg chg="del mod">
          <ac:chgData name="Hur Jung" userId="763133add284fb2e" providerId="LiveId" clId="{63265192-7B44-45D3-A1BC-CD20A66879BE}" dt="2020-06-23T11:17:26.341" v="6152" actId="478"/>
          <ac:spMkLst>
            <pc:docMk/>
            <pc:sldMk cId="599099472" sldId="3020"/>
            <ac:spMk id="55" creationId="{661EB804-BCBC-49D7-BBD4-6457FFB52F01}"/>
          </ac:spMkLst>
        </pc:spChg>
        <pc:spChg chg="mod">
          <ac:chgData name="Hur Jung" userId="763133add284fb2e" providerId="LiveId" clId="{63265192-7B44-45D3-A1BC-CD20A66879BE}" dt="2020-06-23T11:20:00.300" v="6181" actId="1076"/>
          <ac:spMkLst>
            <pc:docMk/>
            <pc:sldMk cId="599099472" sldId="3020"/>
            <ac:spMk id="56" creationId="{831F3963-31C3-491D-A135-9DC8E35438B9}"/>
          </ac:spMkLst>
        </pc:spChg>
        <pc:spChg chg="del">
          <ac:chgData name="Hur Jung" userId="763133add284fb2e" providerId="LiveId" clId="{63265192-7B44-45D3-A1BC-CD20A66879BE}" dt="2020-06-23T11:17:26.341" v="6152" actId="478"/>
          <ac:spMkLst>
            <pc:docMk/>
            <pc:sldMk cId="599099472" sldId="3020"/>
            <ac:spMk id="57" creationId="{0934911E-F1FD-41A9-AD51-3EA405E997DE}"/>
          </ac:spMkLst>
        </pc:spChg>
        <pc:spChg chg="del">
          <ac:chgData name="Hur Jung" userId="763133add284fb2e" providerId="LiveId" clId="{63265192-7B44-45D3-A1BC-CD20A66879BE}" dt="2020-06-23T11:17:26.341" v="6152" actId="478"/>
          <ac:spMkLst>
            <pc:docMk/>
            <pc:sldMk cId="599099472" sldId="3020"/>
            <ac:spMk id="58" creationId="{DB525983-5175-4FF1-9B6B-6A127ECC22DD}"/>
          </ac:spMkLst>
        </pc:spChg>
        <pc:spChg chg="mod">
          <ac:chgData name="Hur Jung" userId="763133add284fb2e" providerId="LiveId" clId="{63265192-7B44-45D3-A1BC-CD20A66879BE}" dt="2020-06-23T11:22:58.641" v="6281" actId="408"/>
          <ac:spMkLst>
            <pc:docMk/>
            <pc:sldMk cId="599099472" sldId="3020"/>
            <ac:spMk id="59" creationId="{F832E0CC-D385-4FF1-A519-7CF55B08EA80}"/>
          </ac:spMkLst>
        </pc:spChg>
        <pc:spChg chg="del">
          <ac:chgData name="Hur Jung" userId="763133add284fb2e" providerId="LiveId" clId="{63265192-7B44-45D3-A1BC-CD20A66879BE}" dt="2020-06-23T11:17:26.341" v="6152" actId="478"/>
          <ac:spMkLst>
            <pc:docMk/>
            <pc:sldMk cId="599099472" sldId="3020"/>
            <ac:spMk id="60" creationId="{70ED333A-C308-4CE5-894B-39BA3B77A2CA}"/>
          </ac:spMkLst>
        </pc:spChg>
        <pc:spChg chg="mod">
          <ac:chgData name="Hur Jung" userId="763133add284fb2e" providerId="LiveId" clId="{63265192-7B44-45D3-A1BC-CD20A66879BE}" dt="2020-06-23T11:22:49.808" v="6280" actId="1038"/>
          <ac:spMkLst>
            <pc:docMk/>
            <pc:sldMk cId="599099472" sldId="3020"/>
            <ac:spMk id="69" creationId="{552C95DB-E617-43D5-942A-9994815ED5CE}"/>
          </ac:spMkLst>
        </pc:spChg>
        <pc:spChg chg="mod">
          <ac:chgData name="Hur Jung" userId="763133add284fb2e" providerId="LiveId" clId="{63265192-7B44-45D3-A1BC-CD20A66879BE}" dt="2020-06-23T11:23:31.291" v="6319" actId="554"/>
          <ac:spMkLst>
            <pc:docMk/>
            <pc:sldMk cId="599099472" sldId="3020"/>
            <ac:spMk id="85" creationId="{EA68407D-B9CF-4935-A8E6-1969311D8CC5}"/>
          </ac:spMkLst>
        </pc:spChg>
        <pc:graphicFrameChg chg="add del mod modGraphic">
          <ac:chgData name="Hur Jung" userId="763133add284fb2e" providerId="LiveId" clId="{63265192-7B44-45D3-A1BC-CD20A66879BE}" dt="2020-06-23T11:22:43.857" v="6277" actId="14100"/>
          <ac:graphicFrameMkLst>
            <pc:docMk/>
            <pc:sldMk cId="599099472" sldId="3020"/>
            <ac:graphicFrameMk id="51" creationId="{6287543D-E2EC-43F5-807A-09A69D004B08}"/>
          </ac:graphicFrameMkLst>
        </pc:graphicFrameChg>
        <pc:cxnChg chg="del mod">
          <ac:chgData name="Hur Jung" userId="763133add284fb2e" providerId="LiveId" clId="{63265192-7B44-45D3-A1BC-CD20A66879BE}" dt="2020-06-15T12:10:44.614" v="5066" actId="21"/>
          <ac:cxnSpMkLst>
            <pc:docMk/>
            <pc:sldMk cId="599099472" sldId="3020"/>
            <ac:cxnSpMk id="34" creationId="{BEE04E16-6736-4C87-9EDA-C48C9BA6E8EC}"/>
          </ac:cxnSpMkLst>
        </pc:cxnChg>
        <pc:cxnChg chg="mod">
          <ac:chgData name="Hur Jung" userId="763133add284fb2e" providerId="LiveId" clId="{63265192-7B44-45D3-A1BC-CD20A66879BE}" dt="2020-06-23T11:22:58.641" v="6281" actId="408"/>
          <ac:cxnSpMkLst>
            <pc:docMk/>
            <pc:sldMk cId="599099472" sldId="3020"/>
            <ac:cxnSpMk id="38" creationId="{C395FCF0-4266-45FE-9FFD-B77489BB1216}"/>
          </ac:cxnSpMkLst>
        </pc:cxnChg>
        <pc:cxnChg chg="mod">
          <ac:chgData name="Hur Jung" userId="763133add284fb2e" providerId="LiveId" clId="{63265192-7B44-45D3-A1BC-CD20A66879BE}" dt="2020-06-23T11:21:03.418" v="6238" actId="1035"/>
          <ac:cxnSpMkLst>
            <pc:docMk/>
            <pc:sldMk cId="599099472" sldId="3020"/>
            <ac:cxnSpMk id="42" creationId="{25BE067A-D565-4D39-B512-CC0B849B012D}"/>
          </ac:cxnSpMkLst>
        </pc:cxnChg>
        <pc:cxnChg chg="add mod">
          <ac:chgData name="Hur Jung" userId="763133add284fb2e" providerId="LiveId" clId="{63265192-7B44-45D3-A1BC-CD20A66879BE}" dt="2020-06-23T11:22:58.641" v="6281" actId="408"/>
          <ac:cxnSpMkLst>
            <pc:docMk/>
            <pc:sldMk cId="599099472" sldId="3020"/>
            <ac:cxnSpMk id="44" creationId="{458A8F8C-A3F0-4685-A6F9-02458371E0D3}"/>
          </ac:cxnSpMkLst>
        </pc:cxnChg>
        <pc:cxnChg chg="del mod">
          <ac:chgData name="Hur Jung" userId="763133add284fb2e" providerId="LiveId" clId="{63265192-7B44-45D3-A1BC-CD20A66879BE}" dt="2020-06-23T11:19:30.745" v="6176" actId="478"/>
          <ac:cxnSpMkLst>
            <pc:docMk/>
            <pc:sldMk cId="599099472" sldId="3020"/>
            <ac:cxnSpMk id="47" creationId="{1B6F49CB-15FF-4FE5-8E26-41236C5CB7DD}"/>
          </ac:cxnSpMkLst>
        </pc:cxnChg>
        <pc:cxnChg chg="add mod">
          <ac:chgData name="Hur Jung" userId="763133add284fb2e" providerId="LiveId" clId="{63265192-7B44-45D3-A1BC-CD20A66879BE}" dt="2020-06-23T11:22:58.641" v="6281" actId="408"/>
          <ac:cxnSpMkLst>
            <pc:docMk/>
            <pc:sldMk cId="599099472" sldId="3020"/>
            <ac:cxnSpMk id="48" creationId="{C2A0C4AB-7DDD-4420-B1CE-2EA4194A524D}"/>
          </ac:cxnSpMkLst>
        </pc:cxnChg>
        <pc:cxnChg chg="del mod">
          <ac:chgData name="Hur Jung" userId="763133add284fb2e" providerId="LiveId" clId="{63265192-7B44-45D3-A1BC-CD20A66879BE}" dt="2020-06-23T11:21:53.580" v="6270" actId="478"/>
          <ac:cxnSpMkLst>
            <pc:docMk/>
            <pc:sldMk cId="599099472" sldId="3020"/>
            <ac:cxnSpMk id="64" creationId="{F6D1B5FD-2C4F-4357-9919-89BA30A5A88D}"/>
          </ac:cxnSpMkLst>
        </pc:cxnChg>
        <pc:cxnChg chg="del mod">
          <ac:chgData name="Hur Jung" userId="763133add284fb2e" providerId="LiveId" clId="{63265192-7B44-45D3-A1BC-CD20A66879BE}" dt="2020-06-23T11:20:29.291" v="6217" actId="478"/>
          <ac:cxnSpMkLst>
            <pc:docMk/>
            <pc:sldMk cId="599099472" sldId="3020"/>
            <ac:cxnSpMk id="68" creationId="{0DEEE30C-5A96-4142-9BD1-246919F44A7B}"/>
          </ac:cxnSpMkLst>
        </pc:cxnChg>
      </pc:sldChg>
      <pc:sldChg chg="addSp delSp modSp add del mod">
        <pc:chgData name="Hur Jung" userId="763133add284fb2e" providerId="LiveId" clId="{63265192-7B44-45D3-A1BC-CD20A66879BE}" dt="2020-06-14T05:47:05.842" v="1886" actId="47"/>
        <pc:sldMkLst>
          <pc:docMk/>
          <pc:sldMk cId="2051311818" sldId="3020"/>
        </pc:sldMkLst>
        <pc:picChg chg="del">
          <ac:chgData name="Hur Jung" userId="763133add284fb2e" providerId="LiveId" clId="{63265192-7B44-45D3-A1BC-CD20A66879BE}" dt="2020-06-14T05:25:25.309" v="1839" actId="478"/>
          <ac:picMkLst>
            <pc:docMk/>
            <pc:sldMk cId="2051311818" sldId="3020"/>
            <ac:picMk id="9" creationId="{74593BB0-17CC-4630-83C4-E78F0CBD8090}"/>
          </ac:picMkLst>
        </pc:picChg>
        <pc:picChg chg="del">
          <ac:chgData name="Hur Jung" userId="763133add284fb2e" providerId="LiveId" clId="{63265192-7B44-45D3-A1BC-CD20A66879BE}" dt="2020-06-14T05:25:26.861" v="1840" actId="478"/>
          <ac:picMkLst>
            <pc:docMk/>
            <pc:sldMk cId="2051311818" sldId="3020"/>
            <ac:picMk id="11" creationId="{16733E4C-D227-4AF5-B744-AEE0DD36D6F4}"/>
          </ac:picMkLst>
        </pc:picChg>
        <pc:picChg chg="add del mod">
          <ac:chgData name="Hur Jung" userId="763133add284fb2e" providerId="LiveId" clId="{63265192-7B44-45D3-A1BC-CD20A66879BE}" dt="2020-06-14T05:27:01.841" v="1866" actId="21"/>
          <ac:picMkLst>
            <pc:docMk/>
            <pc:sldMk cId="2051311818" sldId="3020"/>
            <ac:picMk id="12" creationId="{CA04416C-5C79-410B-90FE-C2D7BA51EE0C}"/>
          </ac:picMkLst>
        </pc:picChg>
        <pc:picChg chg="del">
          <ac:chgData name="Hur Jung" userId="763133add284fb2e" providerId="LiveId" clId="{63265192-7B44-45D3-A1BC-CD20A66879BE}" dt="2020-06-14T05:25:27.649" v="1841" actId="478"/>
          <ac:picMkLst>
            <pc:docMk/>
            <pc:sldMk cId="2051311818" sldId="3020"/>
            <ac:picMk id="13" creationId="{5D74056A-4521-4FC7-B174-43A11A240EF0}"/>
          </ac:picMkLst>
        </pc:picChg>
        <pc:picChg chg="add mod">
          <ac:chgData name="Hur Jung" userId="763133add284fb2e" providerId="LiveId" clId="{63265192-7B44-45D3-A1BC-CD20A66879BE}" dt="2020-06-14T05:27:47.367" v="1879" actId="1076"/>
          <ac:picMkLst>
            <pc:docMk/>
            <pc:sldMk cId="2051311818" sldId="3020"/>
            <ac:picMk id="14" creationId="{EB6412DA-2F73-4F83-8B5C-83A4962EC887}"/>
          </ac:picMkLst>
        </pc:picChg>
        <pc:picChg chg="mod">
          <ac:chgData name="Hur Jung" userId="763133add284fb2e" providerId="LiveId" clId="{63265192-7B44-45D3-A1BC-CD20A66879BE}" dt="2020-06-14T05:27:23.157" v="1874" actId="1076"/>
          <ac:picMkLst>
            <pc:docMk/>
            <pc:sldMk cId="2051311818" sldId="3020"/>
            <ac:picMk id="15" creationId="{AB03E238-2437-4CA5-9E30-DE890C4C50B1}"/>
          </ac:picMkLst>
        </pc:picChg>
        <pc:picChg chg="add mod">
          <ac:chgData name="Hur Jung" userId="763133add284fb2e" providerId="LiveId" clId="{63265192-7B44-45D3-A1BC-CD20A66879BE}" dt="2020-06-14T05:27:18.725" v="1873" actId="1076"/>
          <ac:picMkLst>
            <pc:docMk/>
            <pc:sldMk cId="2051311818" sldId="3020"/>
            <ac:picMk id="16" creationId="{1D3FE2C9-F247-4E8F-B1E2-32026DB44421}"/>
          </ac:picMkLst>
        </pc:picChg>
        <pc:picChg chg="del">
          <ac:chgData name="Hur Jung" userId="763133add284fb2e" providerId="LiveId" clId="{63265192-7B44-45D3-A1BC-CD20A66879BE}" dt="2020-06-14T05:25:24.454" v="1838" actId="478"/>
          <ac:picMkLst>
            <pc:docMk/>
            <pc:sldMk cId="2051311818" sldId="3020"/>
            <ac:picMk id="17" creationId="{62EC6D6A-F047-439C-B0EA-89BF6CC734D1}"/>
          </ac:picMkLst>
        </pc:picChg>
        <pc:picChg chg="mod">
          <ac:chgData name="Hur Jung" userId="763133add284fb2e" providerId="LiveId" clId="{63265192-7B44-45D3-A1BC-CD20A66879BE}" dt="2020-06-14T05:27:39.390" v="1877" actId="1076"/>
          <ac:picMkLst>
            <pc:docMk/>
            <pc:sldMk cId="2051311818" sldId="3020"/>
            <ac:picMk id="21" creationId="{4969106E-7E10-4A88-B22A-8DE5FBD5CD6C}"/>
          </ac:picMkLst>
        </pc:picChg>
        <pc:picChg chg="mod">
          <ac:chgData name="Hur Jung" userId="763133add284fb2e" providerId="LiveId" clId="{63265192-7B44-45D3-A1BC-CD20A66879BE}" dt="2020-06-14T05:27:59.179" v="1880" actId="1076"/>
          <ac:picMkLst>
            <pc:docMk/>
            <pc:sldMk cId="2051311818" sldId="3020"/>
            <ac:picMk id="23" creationId="{6EAF3AE9-BBF9-49BF-BAB6-1838F6BFCE03}"/>
          </ac:picMkLst>
        </pc:picChg>
        <pc:picChg chg="mod">
          <ac:chgData name="Hur Jung" userId="763133add284fb2e" providerId="LiveId" clId="{63265192-7B44-45D3-A1BC-CD20A66879BE}" dt="2020-06-14T05:27:28.399" v="1875" actId="1076"/>
          <ac:picMkLst>
            <pc:docMk/>
            <pc:sldMk cId="2051311818" sldId="3020"/>
            <ac:picMk id="26" creationId="{BDF058CE-EED0-463F-8192-BA9F0EAC871A}"/>
          </ac:picMkLst>
        </pc:picChg>
      </pc:sldChg>
      <pc:sldChg chg="addSp modSp add mod">
        <pc:chgData name="Hur Jung" userId="763133add284fb2e" providerId="LiveId" clId="{63265192-7B44-45D3-A1BC-CD20A66879BE}" dt="2020-06-28T01:30:27.341" v="10677"/>
        <pc:sldMkLst>
          <pc:docMk/>
          <pc:sldMk cId="2245644466" sldId="3020"/>
        </pc:sldMkLst>
        <pc:spChg chg="mod">
          <ac:chgData name="Hur Jung" userId="763133add284fb2e" providerId="LiveId" clId="{63265192-7B44-45D3-A1BC-CD20A66879BE}" dt="2020-06-28T01:22:54.752" v="10546"/>
          <ac:spMkLst>
            <pc:docMk/>
            <pc:sldMk cId="2245644466" sldId="3020"/>
            <ac:spMk id="2" creationId="{7BD81DA4-00B3-4972-8588-E928EC125314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2245644466" sldId="3020"/>
            <ac:spMk id="8" creationId="{6E82CFB3-5E2C-42A1-8F0B-AEA19D88CF3B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2245644466" sldId="3020"/>
            <ac:spMk id="12" creationId="{950B8EEF-4E62-415A-A1B1-92330E3EBCEB}"/>
          </ac:spMkLst>
        </pc:spChg>
        <pc:spChg chg="add mod">
          <ac:chgData name="Hur Jung" userId="763133add284fb2e" providerId="LiveId" clId="{63265192-7B44-45D3-A1BC-CD20A66879BE}" dt="2020-06-28T01:25:30.060" v="10660" actId="339"/>
          <ac:spMkLst>
            <pc:docMk/>
            <pc:sldMk cId="2245644466" sldId="3020"/>
            <ac:spMk id="14" creationId="{97C3D93E-466E-45B3-A52F-7A7F85E27114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2245644466" sldId="3020"/>
            <ac:spMk id="73" creationId="{6049146F-D26A-4E9C-93CD-7F9B148F25AF}"/>
          </ac:spMkLst>
        </pc:spChg>
        <pc:spChg chg="mod">
          <ac:chgData name="Hur Jung" userId="763133add284fb2e" providerId="LiveId" clId="{63265192-7B44-45D3-A1BC-CD20A66879BE}" dt="2020-06-28T01:22:25.017" v="10462" actId="20577"/>
          <ac:spMkLst>
            <pc:docMk/>
            <pc:sldMk cId="2245644466" sldId="3020"/>
            <ac:spMk id="78" creationId="{52EF7EFC-45AB-46AF-9FA8-71BCC5C8E80F}"/>
          </ac:spMkLst>
        </pc:spChg>
        <pc:spChg chg="add mod">
          <ac:chgData name="Hur Jung" userId="763133add284fb2e" providerId="LiveId" clId="{63265192-7B44-45D3-A1BC-CD20A66879BE}" dt="2020-06-28T01:25:37.443" v="10661" actId="1076"/>
          <ac:spMkLst>
            <pc:docMk/>
            <pc:sldMk cId="2245644466" sldId="3020"/>
            <ac:spMk id="97" creationId="{A5291E41-B4CF-4EEC-A2AA-BC3993FF342A}"/>
          </ac:spMkLst>
        </pc:spChg>
        <pc:graphicFrameChg chg="mod modGraphic">
          <ac:chgData name="Hur Jung" userId="763133add284fb2e" providerId="LiveId" clId="{63265192-7B44-45D3-A1BC-CD20A66879BE}" dt="2020-06-28T01:27:41.256" v="10676" actId="572"/>
          <ac:graphicFrameMkLst>
            <pc:docMk/>
            <pc:sldMk cId="2245644466" sldId="3020"/>
            <ac:graphicFrameMk id="66" creationId="{1946FBC4-E790-484F-8800-F7F9F252FA94}"/>
          </ac:graphicFrameMkLst>
        </pc:graphicFrameChg>
        <pc:graphicFrameChg chg="mod">
          <ac:chgData name="Hur Jung" userId="763133add284fb2e" providerId="LiveId" clId="{63265192-7B44-45D3-A1BC-CD20A66879BE}" dt="2020-06-28T01:30:27.341" v="10677"/>
          <ac:graphicFrameMkLst>
            <pc:docMk/>
            <pc:sldMk cId="2245644466" sldId="3020"/>
            <ac:graphicFrameMk id="198" creationId="{BD77F526-8B85-459F-BCD3-42E0C73FA75F}"/>
          </ac:graphicFrameMkLst>
        </pc:graphicFrameChg>
      </pc:sldChg>
      <pc:sldChg chg="addSp delSp modSp add mod">
        <pc:chgData name="Hur Jung" userId="763133add284fb2e" providerId="LiveId" clId="{63265192-7B44-45D3-A1BC-CD20A66879BE}" dt="2020-06-28T01:30:27.341" v="10677"/>
        <pc:sldMkLst>
          <pc:docMk/>
          <pc:sldMk cId="3260491143" sldId="3021"/>
        </pc:sldMkLst>
        <pc:spChg chg="mod">
          <ac:chgData name="Hur Jung" userId="763133add284fb2e" providerId="LiveId" clId="{63265192-7B44-45D3-A1BC-CD20A66879BE}" dt="2020-06-28T01:30:27.341" v="10677"/>
          <ac:spMkLst>
            <pc:docMk/>
            <pc:sldMk cId="3260491143" sldId="3021"/>
            <ac:spMk id="2" creationId="{7BD81DA4-00B3-4972-8588-E928EC125314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3260491143" sldId="3021"/>
            <ac:spMk id="3" creationId="{33EDFEF5-07B2-41DA-9044-87FC0D4242CE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3260491143" sldId="3021"/>
            <ac:spMk id="8" creationId="{6E82CFB3-5E2C-42A1-8F0B-AEA19D88CF3B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3260491143" sldId="3021"/>
            <ac:spMk id="12" creationId="{950B8EEF-4E62-415A-A1B1-92330E3EBCEB}"/>
          </ac:spMkLst>
        </pc:spChg>
        <pc:spChg chg="add del mod">
          <ac:chgData name="Hur Jung" userId="763133add284fb2e" providerId="LiveId" clId="{63265192-7B44-45D3-A1BC-CD20A66879BE}" dt="2020-06-28T01:09:03.714" v="10322" actId="478"/>
          <ac:spMkLst>
            <pc:docMk/>
            <pc:sldMk cId="3260491143" sldId="3021"/>
            <ac:spMk id="38" creationId="{313E607A-690F-4E6C-9B9C-2BCA1515B41D}"/>
          </ac:spMkLst>
        </pc:spChg>
        <pc:spChg chg="add del mod">
          <ac:chgData name="Hur Jung" userId="763133add284fb2e" providerId="LiveId" clId="{63265192-7B44-45D3-A1BC-CD20A66879BE}" dt="2020-06-28T01:09:03.714" v="10322" actId="478"/>
          <ac:spMkLst>
            <pc:docMk/>
            <pc:sldMk cId="3260491143" sldId="3021"/>
            <ac:spMk id="39" creationId="{4032583B-9F57-46B7-96C3-588C29DED196}"/>
          </ac:spMkLst>
        </pc:spChg>
        <pc:spChg chg="add del mod">
          <ac:chgData name="Hur Jung" userId="763133add284fb2e" providerId="LiveId" clId="{63265192-7B44-45D3-A1BC-CD20A66879BE}" dt="2020-06-28T01:09:03.714" v="10322" actId="478"/>
          <ac:spMkLst>
            <pc:docMk/>
            <pc:sldMk cId="3260491143" sldId="3021"/>
            <ac:spMk id="40" creationId="{B1537505-C626-4CFE-86F8-16D0F5606365}"/>
          </ac:spMkLst>
        </pc:spChg>
        <pc:spChg chg="add del mod">
          <ac:chgData name="Hur Jung" userId="763133add284fb2e" providerId="LiveId" clId="{63265192-7B44-45D3-A1BC-CD20A66879BE}" dt="2020-06-28T01:09:03.714" v="10322" actId="478"/>
          <ac:spMkLst>
            <pc:docMk/>
            <pc:sldMk cId="3260491143" sldId="3021"/>
            <ac:spMk id="44" creationId="{637E5CBC-6BAC-4DD3-88E8-34CD70B5EF15}"/>
          </ac:spMkLst>
        </pc:spChg>
        <pc:spChg chg="del mod">
          <ac:chgData name="Hur Jung" userId="763133add284fb2e" providerId="LiveId" clId="{63265192-7B44-45D3-A1BC-CD20A66879BE}" dt="2020-06-28T01:09:47.970" v="10332" actId="478"/>
          <ac:spMkLst>
            <pc:docMk/>
            <pc:sldMk cId="3260491143" sldId="3021"/>
            <ac:spMk id="48" creationId="{BD0AFEFC-8746-46C3-8081-75666BD6C8AE}"/>
          </ac:spMkLst>
        </pc:spChg>
        <pc:spChg chg="del mod">
          <ac:chgData name="Hur Jung" userId="763133add284fb2e" providerId="LiveId" clId="{63265192-7B44-45D3-A1BC-CD20A66879BE}" dt="2020-06-28T01:09:47.970" v="10332" actId="478"/>
          <ac:spMkLst>
            <pc:docMk/>
            <pc:sldMk cId="3260491143" sldId="3021"/>
            <ac:spMk id="52" creationId="{2FA06C1C-CEF4-4D61-941D-363D40E18112}"/>
          </ac:spMkLst>
        </pc:spChg>
        <pc:spChg chg="del mod">
          <ac:chgData name="Hur Jung" userId="763133add284fb2e" providerId="LiveId" clId="{63265192-7B44-45D3-A1BC-CD20A66879BE}" dt="2020-06-28T01:09:47.970" v="10332" actId="478"/>
          <ac:spMkLst>
            <pc:docMk/>
            <pc:sldMk cId="3260491143" sldId="3021"/>
            <ac:spMk id="53" creationId="{542D9FAD-9579-4F54-8A66-3B29D3D5E044}"/>
          </ac:spMkLst>
        </pc:spChg>
        <pc:spChg chg="add del mod">
          <ac:chgData name="Hur Jung" userId="763133add284fb2e" providerId="LiveId" clId="{63265192-7B44-45D3-A1BC-CD20A66879BE}" dt="2020-06-28T01:09:03.714" v="10322" actId="478"/>
          <ac:spMkLst>
            <pc:docMk/>
            <pc:sldMk cId="3260491143" sldId="3021"/>
            <ac:spMk id="71" creationId="{CC642528-22D0-4AA1-8EF6-86C0BE3A1738}"/>
          </ac:spMkLst>
        </pc:spChg>
        <pc:spChg chg="add del mod">
          <ac:chgData name="Hur Jung" userId="763133add284fb2e" providerId="LiveId" clId="{63265192-7B44-45D3-A1BC-CD20A66879BE}" dt="2020-06-28T01:09:03.714" v="10322" actId="478"/>
          <ac:spMkLst>
            <pc:docMk/>
            <pc:sldMk cId="3260491143" sldId="3021"/>
            <ac:spMk id="72" creationId="{24447EF5-E648-4033-BC7C-53927E8F4D10}"/>
          </ac:spMkLst>
        </pc:spChg>
        <pc:spChg chg="add del mod">
          <ac:chgData name="Hur Jung" userId="763133add284fb2e" providerId="LiveId" clId="{63265192-7B44-45D3-A1BC-CD20A66879BE}" dt="2020-06-28T01:09:44.008" v="10331" actId="478"/>
          <ac:spMkLst>
            <pc:docMk/>
            <pc:sldMk cId="3260491143" sldId="3021"/>
            <ac:spMk id="74" creationId="{89EA4CB5-8669-43F7-B116-8AE66576428E}"/>
          </ac:spMkLst>
        </pc:spChg>
        <pc:spChg chg="add del mod">
          <ac:chgData name="Hur Jung" userId="763133add284fb2e" providerId="LiveId" clId="{63265192-7B44-45D3-A1BC-CD20A66879BE}" dt="2020-06-28T01:09:44.008" v="10331" actId="478"/>
          <ac:spMkLst>
            <pc:docMk/>
            <pc:sldMk cId="3260491143" sldId="3021"/>
            <ac:spMk id="75" creationId="{640A0342-8F2D-422A-BAFB-1C4D65364F1A}"/>
          </ac:spMkLst>
        </pc:spChg>
        <pc:spChg chg="add del mod">
          <ac:chgData name="Hur Jung" userId="763133add284fb2e" providerId="LiveId" clId="{63265192-7B44-45D3-A1BC-CD20A66879BE}" dt="2020-06-28T01:09:03.714" v="10322" actId="478"/>
          <ac:spMkLst>
            <pc:docMk/>
            <pc:sldMk cId="3260491143" sldId="3021"/>
            <ac:spMk id="76" creationId="{19C3C225-F071-4B1F-A19B-3DD8B7EBBAAB}"/>
          </ac:spMkLst>
        </pc:spChg>
        <pc:spChg chg="add del mod">
          <ac:chgData name="Hur Jung" userId="763133add284fb2e" providerId="LiveId" clId="{63265192-7B44-45D3-A1BC-CD20A66879BE}" dt="2020-06-28T01:09:03.714" v="10322" actId="478"/>
          <ac:spMkLst>
            <pc:docMk/>
            <pc:sldMk cId="3260491143" sldId="3021"/>
            <ac:spMk id="78" creationId="{34BC6148-8FBB-42FA-B8C5-8B42751D5130}"/>
          </ac:spMkLst>
        </pc:spChg>
        <pc:spChg chg="add del mod">
          <ac:chgData name="Hur Jung" userId="763133add284fb2e" providerId="LiveId" clId="{63265192-7B44-45D3-A1BC-CD20A66879BE}" dt="2020-06-28T01:09:03.714" v="10322" actId="478"/>
          <ac:spMkLst>
            <pc:docMk/>
            <pc:sldMk cId="3260491143" sldId="3021"/>
            <ac:spMk id="79" creationId="{217307F3-9080-47C5-948E-0F9A1D677DF0}"/>
          </ac:spMkLst>
        </pc:spChg>
        <pc:spChg chg="add del mod">
          <ac:chgData name="Hur Jung" userId="763133add284fb2e" providerId="LiveId" clId="{63265192-7B44-45D3-A1BC-CD20A66879BE}" dt="2020-06-28T01:09:03.714" v="10322" actId="478"/>
          <ac:spMkLst>
            <pc:docMk/>
            <pc:sldMk cId="3260491143" sldId="3021"/>
            <ac:spMk id="80" creationId="{21B282F5-4A59-40E0-A860-83F282737C1F}"/>
          </ac:spMkLst>
        </pc:spChg>
        <pc:spChg chg="add del mod">
          <ac:chgData name="Hur Jung" userId="763133add284fb2e" providerId="LiveId" clId="{63265192-7B44-45D3-A1BC-CD20A66879BE}" dt="2020-06-28T01:09:03.714" v="10322" actId="478"/>
          <ac:spMkLst>
            <pc:docMk/>
            <pc:sldMk cId="3260491143" sldId="3021"/>
            <ac:spMk id="81" creationId="{32DBCE53-40DC-4343-AF5B-6B83F85EBA79}"/>
          </ac:spMkLst>
        </pc:spChg>
        <pc:spChg chg="mod">
          <ac:chgData name="Hur Jung" userId="763133add284fb2e" providerId="LiveId" clId="{63265192-7B44-45D3-A1BC-CD20A66879BE}" dt="2020-06-28T01:30:27.341" v="10677"/>
          <ac:spMkLst>
            <pc:docMk/>
            <pc:sldMk cId="3260491143" sldId="3021"/>
            <ac:spMk id="85" creationId="{81091F4D-78F8-4E9F-9D16-F977A5D792A9}"/>
          </ac:spMkLst>
        </pc:spChg>
        <pc:spChg chg="mod">
          <ac:chgData name="Hur Jung" userId="763133add284fb2e" providerId="LiveId" clId="{63265192-7B44-45D3-A1BC-CD20A66879BE}" dt="2020-06-28T01:05:56.155" v="10286"/>
          <ac:spMkLst>
            <pc:docMk/>
            <pc:sldMk cId="3260491143" sldId="3021"/>
            <ac:spMk id="88" creationId="{BECE4F70-F95C-4F3B-934C-9D29FD1B7B78}"/>
          </ac:spMkLst>
        </pc:spChg>
        <pc:spChg chg="add del mod">
          <ac:chgData name="Hur Jung" userId="763133add284fb2e" providerId="LiveId" clId="{63265192-7B44-45D3-A1BC-CD20A66879BE}" dt="2020-06-28T01:09:03.714" v="10322" actId="478"/>
          <ac:spMkLst>
            <pc:docMk/>
            <pc:sldMk cId="3260491143" sldId="3021"/>
            <ac:spMk id="89" creationId="{D9EEDFE1-63FD-4D52-8A25-8D6E98AC131D}"/>
          </ac:spMkLst>
        </pc:spChg>
        <pc:spChg chg="add del mod">
          <ac:chgData name="Hur Jung" userId="763133add284fb2e" providerId="LiveId" clId="{63265192-7B44-45D3-A1BC-CD20A66879BE}" dt="2020-06-28T01:09:44.008" v="10331" actId="478"/>
          <ac:spMkLst>
            <pc:docMk/>
            <pc:sldMk cId="3260491143" sldId="3021"/>
            <ac:spMk id="90" creationId="{D80B753B-D34C-4661-B98C-E4DE08443F7C}"/>
          </ac:spMkLst>
        </pc:spChg>
        <pc:spChg chg="mod">
          <ac:chgData name="Hur Jung" userId="763133add284fb2e" providerId="LiveId" clId="{63265192-7B44-45D3-A1BC-CD20A66879BE}" dt="2020-06-28T01:05:56.155" v="10286"/>
          <ac:spMkLst>
            <pc:docMk/>
            <pc:sldMk cId="3260491143" sldId="3021"/>
            <ac:spMk id="92" creationId="{54218154-EEA0-4BF4-AF46-15E7040A09EC}"/>
          </ac:spMkLst>
        </pc:spChg>
        <pc:spChg chg="add del mod">
          <ac:chgData name="Hur Jung" userId="763133add284fb2e" providerId="LiveId" clId="{63265192-7B44-45D3-A1BC-CD20A66879BE}" dt="2020-06-28T01:09:03.714" v="10322" actId="478"/>
          <ac:spMkLst>
            <pc:docMk/>
            <pc:sldMk cId="3260491143" sldId="3021"/>
            <ac:spMk id="95" creationId="{BCF60544-223D-47AF-AA62-9CB9AD5A535C}"/>
          </ac:spMkLst>
        </pc:spChg>
        <pc:spChg chg="add del mod">
          <ac:chgData name="Hur Jung" userId="763133add284fb2e" providerId="LiveId" clId="{63265192-7B44-45D3-A1BC-CD20A66879BE}" dt="2020-06-28T01:09:03.714" v="10322" actId="478"/>
          <ac:spMkLst>
            <pc:docMk/>
            <pc:sldMk cId="3260491143" sldId="3021"/>
            <ac:spMk id="96" creationId="{C95A9BAB-E3CE-4444-9A2B-89E7ECB5535A}"/>
          </ac:spMkLst>
        </pc:spChg>
        <pc:spChg chg="add del mod">
          <ac:chgData name="Hur Jung" userId="763133add284fb2e" providerId="LiveId" clId="{63265192-7B44-45D3-A1BC-CD20A66879BE}" dt="2020-06-28T01:09:03.714" v="10322" actId="478"/>
          <ac:spMkLst>
            <pc:docMk/>
            <pc:sldMk cId="3260491143" sldId="3021"/>
            <ac:spMk id="97" creationId="{2C3C0DA0-DF1A-464F-B8CF-A69F8CB3E3DF}"/>
          </ac:spMkLst>
        </pc:spChg>
        <pc:spChg chg="add del mod">
          <ac:chgData name="Hur Jung" userId="763133add284fb2e" providerId="LiveId" clId="{63265192-7B44-45D3-A1BC-CD20A66879BE}" dt="2020-06-28T01:09:03.714" v="10322" actId="478"/>
          <ac:spMkLst>
            <pc:docMk/>
            <pc:sldMk cId="3260491143" sldId="3021"/>
            <ac:spMk id="98" creationId="{0DB7CC51-6E40-47BB-ACC3-B7479E4DF554}"/>
          </ac:spMkLst>
        </pc:spChg>
        <pc:spChg chg="mod">
          <ac:chgData name="Hur Jung" userId="763133add284fb2e" providerId="LiveId" clId="{63265192-7B44-45D3-A1BC-CD20A66879BE}" dt="2020-06-28T01:09:04.464" v="10323"/>
          <ac:spMkLst>
            <pc:docMk/>
            <pc:sldMk cId="3260491143" sldId="3021"/>
            <ac:spMk id="100" creationId="{7499CF42-C3EE-4E04-B8C6-2F891D457D4E}"/>
          </ac:spMkLst>
        </pc:spChg>
        <pc:spChg chg="add mod">
          <ac:chgData name="Hur Jung" userId="763133add284fb2e" providerId="LiveId" clId="{63265192-7B44-45D3-A1BC-CD20A66879BE}" dt="2020-06-28T01:11:49.816" v="10361" actId="1036"/>
          <ac:spMkLst>
            <pc:docMk/>
            <pc:sldMk cId="3260491143" sldId="3021"/>
            <ac:spMk id="102" creationId="{45215DC2-0CC0-41D1-9B85-3C782D6E6479}"/>
          </ac:spMkLst>
        </pc:spChg>
        <pc:spChg chg="add mod">
          <ac:chgData name="Hur Jung" userId="763133add284fb2e" providerId="LiveId" clId="{63265192-7B44-45D3-A1BC-CD20A66879BE}" dt="2020-06-28T01:11:57.627" v="10362" actId="20577"/>
          <ac:spMkLst>
            <pc:docMk/>
            <pc:sldMk cId="3260491143" sldId="3021"/>
            <ac:spMk id="103" creationId="{C5BCA289-683D-4A33-98DC-4AE741DB57D0}"/>
          </ac:spMkLst>
        </pc:spChg>
        <pc:spChg chg="add mod">
          <ac:chgData name="Hur Jung" userId="763133add284fb2e" providerId="LiveId" clId="{63265192-7B44-45D3-A1BC-CD20A66879BE}" dt="2020-06-28T01:09:52.383" v="10334" actId="1036"/>
          <ac:spMkLst>
            <pc:docMk/>
            <pc:sldMk cId="3260491143" sldId="3021"/>
            <ac:spMk id="104" creationId="{424D9A67-2108-4AE7-BFE0-F6E954EDE469}"/>
          </ac:spMkLst>
        </pc:spChg>
        <pc:spChg chg="add mod">
          <ac:chgData name="Hur Jung" userId="763133add284fb2e" providerId="LiveId" clId="{63265192-7B44-45D3-A1BC-CD20A66879BE}" dt="2020-06-28T01:09:52.383" v="10334" actId="1036"/>
          <ac:spMkLst>
            <pc:docMk/>
            <pc:sldMk cId="3260491143" sldId="3021"/>
            <ac:spMk id="105" creationId="{EDD1EDEB-3202-4AE6-93BA-0033A169E566}"/>
          </ac:spMkLst>
        </pc:spChg>
        <pc:spChg chg="add mod">
          <ac:chgData name="Hur Jung" userId="763133add284fb2e" providerId="LiveId" clId="{63265192-7B44-45D3-A1BC-CD20A66879BE}" dt="2020-06-28T01:11:49.816" v="10361" actId="1036"/>
          <ac:spMkLst>
            <pc:docMk/>
            <pc:sldMk cId="3260491143" sldId="3021"/>
            <ac:spMk id="106" creationId="{8575404B-2E89-4794-A6C6-4F80D89A5D27}"/>
          </ac:spMkLst>
        </pc:spChg>
        <pc:spChg chg="mod">
          <ac:chgData name="Hur Jung" userId="763133add284fb2e" providerId="LiveId" clId="{63265192-7B44-45D3-A1BC-CD20A66879BE}" dt="2020-06-28T01:09:04.464" v="10323"/>
          <ac:spMkLst>
            <pc:docMk/>
            <pc:sldMk cId="3260491143" sldId="3021"/>
            <ac:spMk id="108" creationId="{3B2FC829-858D-4FDF-856F-BD1E1FB36684}"/>
          </ac:spMkLst>
        </pc:spChg>
        <pc:spChg chg="add mod">
          <ac:chgData name="Hur Jung" userId="763133add284fb2e" providerId="LiveId" clId="{63265192-7B44-45D3-A1BC-CD20A66879BE}" dt="2020-06-28T01:09:52.383" v="10334" actId="1036"/>
          <ac:spMkLst>
            <pc:docMk/>
            <pc:sldMk cId="3260491143" sldId="3021"/>
            <ac:spMk id="110" creationId="{E81B7F34-7A0C-46EB-B8FF-B3820B8B196B}"/>
          </ac:spMkLst>
        </pc:spChg>
        <pc:spChg chg="add mod">
          <ac:chgData name="Hur Jung" userId="763133add284fb2e" providerId="LiveId" clId="{63265192-7B44-45D3-A1BC-CD20A66879BE}" dt="2020-06-28T01:09:52.383" v="10334" actId="1036"/>
          <ac:spMkLst>
            <pc:docMk/>
            <pc:sldMk cId="3260491143" sldId="3021"/>
            <ac:spMk id="111" creationId="{1CED86D3-CAB4-4622-AC94-16E4DAE9FBD9}"/>
          </ac:spMkLst>
        </pc:spChg>
        <pc:spChg chg="add del mod">
          <ac:chgData name="Hur Jung" userId="763133add284fb2e" providerId="LiveId" clId="{63265192-7B44-45D3-A1BC-CD20A66879BE}" dt="2020-06-28T01:12:14" v="10366" actId="478"/>
          <ac:spMkLst>
            <pc:docMk/>
            <pc:sldMk cId="3260491143" sldId="3021"/>
            <ac:spMk id="112" creationId="{0CDB3942-D330-43DA-AD7F-32528ADE8CE2}"/>
          </ac:spMkLst>
        </pc:spChg>
        <pc:spChg chg="add del mod">
          <ac:chgData name="Hur Jung" userId="763133add284fb2e" providerId="LiveId" clId="{63265192-7B44-45D3-A1BC-CD20A66879BE}" dt="2020-06-28T01:12:14" v="10366" actId="478"/>
          <ac:spMkLst>
            <pc:docMk/>
            <pc:sldMk cId="3260491143" sldId="3021"/>
            <ac:spMk id="113" creationId="{0F149AC1-7CDC-4298-A03B-6E353D2CD8F5}"/>
          </ac:spMkLst>
        </pc:spChg>
        <pc:spChg chg="add del mod">
          <ac:chgData name="Hur Jung" userId="763133add284fb2e" providerId="LiveId" clId="{63265192-7B44-45D3-A1BC-CD20A66879BE}" dt="2020-06-28T01:12:04.686" v="10364" actId="21"/>
          <ac:spMkLst>
            <pc:docMk/>
            <pc:sldMk cId="3260491143" sldId="3021"/>
            <ac:spMk id="114" creationId="{3302ECA7-AF75-405C-9EFA-1795B231F8EE}"/>
          </ac:spMkLst>
        </pc:spChg>
        <pc:spChg chg="mod">
          <ac:chgData name="Hur Jung" userId="763133add284fb2e" providerId="LiveId" clId="{63265192-7B44-45D3-A1BC-CD20A66879BE}" dt="2020-06-28T01:09:04.464" v="10323"/>
          <ac:spMkLst>
            <pc:docMk/>
            <pc:sldMk cId="3260491143" sldId="3021"/>
            <ac:spMk id="116" creationId="{3ADA4AD7-935A-4071-AAD2-981CC4495CB2}"/>
          </ac:spMkLst>
        </pc:spChg>
        <pc:spChg chg="add mod">
          <ac:chgData name="Hur Jung" userId="763133add284fb2e" providerId="LiveId" clId="{63265192-7B44-45D3-A1BC-CD20A66879BE}" dt="2020-06-28T01:09:52.383" v="10334" actId="1036"/>
          <ac:spMkLst>
            <pc:docMk/>
            <pc:sldMk cId="3260491143" sldId="3021"/>
            <ac:spMk id="118" creationId="{6CDD8AFC-4686-47D3-87BA-C08B98E33453}"/>
          </ac:spMkLst>
        </pc:spChg>
        <pc:spChg chg="add del mod">
          <ac:chgData name="Hur Jung" userId="763133add284fb2e" providerId="LiveId" clId="{63265192-7B44-45D3-A1BC-CD20A66879BE}" dt="2020-06-28T01:12:14" v="10366" actId="478"/>
          <ac:spMkLst>
            <pc:docMk/>
            <pc:sldMk cId="3260491143" sldId="3021"/>
            <ac:spMk id="119" creationId="{A93D8039-34EB-4B52-81C3-83726CCB367B}"/>
          </ac:spMkLst>
        </pc:spChg>
        <pc:spChg chg="mod">
          <ac:chgData name="Hur Jung" userId="763133add284fb2e" providerId="LiveId" clId="{63265192-7B44-45D3-A1BC-CD20A66879BE}" dt="2020-06-28T01:09:04.464" v="10323"/>
          <ac:spMkLst>
            <pc:docMk/>
            <pc:sldMk cId="3260491143" sldId="3021"/>
            <ac:spMk id="121" creationId="{022629A6-CF41-495B-ABE5-25B9DABBEAA0}"/>
          </ac:spMkLst>
        </pc:spChg>
        <pc:spChg chg="add mod">
          <ac:chgData name="Hur Jung" userId="763133add284fb2e" providerId="LiveId" clId="{63265192-7B44-45D3-A1BC-CD20A66879BE}" dt="2020-06-28T01:09:52.383" v="10334" actId="1036"/>
          <ac:spMkLst>
            <pc:docMk/>
            <pc:sldMk cId="3260491143" sldId="3021"/>
            <ac:spMk id="123" creationId="{8391858D-E7DA-45B1-BCC1-D1A82D7A5B0A}"/>
          </ac:spMkLst>
        </pc:spChg>
        <pc:spChg chg="mod">
          <ac:chgData name="Hur Jung" userId="763133add284fb2e" providerId="LiveId" clId="{63265192-7B44-45D3-A1BC-CD20A66879BE}" dt="2020-06-28T01:09:59.813" v="10335"/>
          <ac:spMkLst>
            <pc:docMk/>
            <pc:sldMk cId="3260491143" sldId="3021"/>
            <ac:spMk id="125" creationId="{F58A6D6D-1719-4CC6-AB47-A0405A671CE6}"/>
          </ac:spMkLst>
        </pc:spChg>
        <pc:spChg chg="add mod">
          <ac:chgData name="Hur Jung" userId="763133add284fb2e" providerId="LiveId" clId="{63265192-7B44-45D3-A1BC-CD20A66879BE}" dt="2020-06-28T01:10:51.364" v="10355"/>
          <ac:spMkLst>
            <pc:docMk/>
            <pc:sldMk cId="3260491143" sldId="3021"/>
            <ac:spMk id="127" creationId="{9EE70C6A-2C97-4ECE-8681-703FE67BEAF5}"/>
          </ac:spMkLst>
        </pc:spChg>
        <pc:spChg chg="mod">
          <ac:chgData name="Hur Jung" userId="763133add284fb2e" providerId="LiveId" clId="{63265192-7B44-45D3-A1BC-CD20A66879BE}" dt="2020-06-28T01:10:31.742" v="10339"/>
          <ac:spMkLst>
            <pc:docMk/>
            <pc:sldMk cId="3260491143" sldId="3021"/>
            <ac:spMk id="129" creationId="{7A9115AF-A7CE-4658-8AD8-48BC81FDC2AE}"/>
          </ac:spMkLst>
        </pc:spChg>
        <pc:spChg chg="add mod">
          <ac:chgData name="Hur Jung" userId="763133add284fb2e" providerId="LiveId" clId="{63265192-7B44-45D3-A1BC-CD20A66879BE}" dt="2020-06-28T01:11:45.142" v="10360" actId="14100"/>
          <ac:spMkLst>
            <pc:docMk/>
            <pc:sldMk cId="3260491143" sldId="3021"/>
            <ac:spMk id="132" creationId="{14E6BFF7-5364-41B0-9B3D-E89F54CC053E}"/>
          </ac:spMkLst>
        </pc:spChg>
        <pc:spChg chg="add mod">
          <ac:chgData name="Hur Jung" userId="763133add284fb2e" providerId="LiveId" clId="{63265192-7B44-45D3-A1BC-CD20A66879BE}" dt="2020-06-28T01:12:05.009" v="10365"/>
          <ac:spMkLst>
            <pc:docMk/>
            <pc:sldMk cId="3260491143" sldId="3021"/>
            <ac:spMk id="133" creationId="{8433D3B9-9A87-4B76-B933-644B87EB085E}"/>
          </ac:spMkLst>
        </pc:spChg>
        <pc:grpChg chg="add del mod">
          <ac:chgData name="Hur Jung" userId="763133add284fb2e" providerId="LiveId" clId="{63265192-7B44-45D3-A1BC-CD20A66879BE}" dt="2020-06-28T01:09:03.714" v="10322" actId="478"/>
          <ac:grpSpMkLst>
            <pc:docMk/>
            <pc:sldMk cId="3260491143" sldId="3021"/>
            <ac:grpSpMk id="45" creationId="{3CE7271C-B460-4B96-AEFF-1D3B7421DF8D}"/>
          </ac:grpSpMkLst>
        </pc:grpChg>
        <pc:grpChg chg="add del mod">
          <ac:chgData name="Hur Jung" userId="763133add284fb2e" providerId="LiveId" clId="{63265192-7B44-45D3-A1BC-CD20A66879BE}" dt="2020-06-28T01:09:03.714" v="10322" actId="478"/>
          <ac:grpSpMkLst>
            <pc:docMk/>
            <pc:sldMk cId="3260491143" sldId="3021"/>
            <ac:grpSpMk id="82" creationId="{4282B1C5-55F9-4EFF-A36E-C9A0423F6D31}"/>
          </ac:grpSpMkLst>
        </pc:grpChg>
        <pc:grpChg chg="add del mod">
          <ac:chgData name="Hur Jung" userId="763133add284fb2e" providerId="LiveId" clId="{63265192-7B44-45D3-A1BC-CD20A66879BE}" dt="2020-06-28T01:09:03.714" v="10322" actId="478"/>
          <ac:grpSpMkLst>
            <pc:docMk/>
            <pc:sldMk cId="3260491143" sldId="3021"/>
            <ac:grpSpMk id="91" creationId="{C496CB1F-4148-4E40-AC31-5C4F6FCA7921}"/>
          </ac:grpSpMkLst>
        </pc:grpChg>
        <pc:grpChg chg="add mod">
          <ac:chgData name="Hur Jung" userId="763133add284fb2e" providerId="LiveId" clId="{63265192-7B44-45D3-A1BC-CD20A66879BE}" dt="2020-06-28T01:09:52.383" v="10334" actId="1036"/>
          <ac:grpSpMkLst>
            <pc:docMk/>
            <pc:sldMk cId="3260491143" sldId="3021"/>
            <ac:grpSpMk id="99" creationId="{644B46C8-8D1D-4024-894A-77A9A194EF5A}"/>
          </ac:grpSpMkLst>
        </pc:grpChg>
        <pc:grpChg chg="add mod">
          <ac:chgData name="Hur Jung" userId="763133add284fb2e" providerId="LiveId" clId="{63265192-7B44-45D3-A1BC-CD20A66879BE}" dt="2020-06-28T01:09:52.383" v="10334" actId="1036"/>
          <ac:grpSpMkLst>
            <pc:docMk/>
            <pc:sldMk cId="3260491143" sldId="3021"/>
            <ac:grpSpMk id="107" creationId="{21EFF244-2604-4D0F-8679-E04FA01611E9}"/>
          </ac:grpSpMkLst>
        </pc:grpChg>
        <pc:grpChg chg="add mod">
          <ac:chgData name="Hur Jung" userId="763133add284fb2e" providerId="LiveId" clId="{63265192-7B44-45D3-A1BC-CD20A66879BE}" dt="2020-06-28T01:09:52.383" v="10334" actId="1036"/>
          <ac:grpSpMkLst>
            <pc:docMk/>
            <pc:sldMk cId="3260491143" sldId="3021"/>
            <ac:grpSpMk id="115" creationId="{4968FF1E-58B5-4BB3-AF71-38370ADC513A}"/>
          </ac:grpSpMkLst>
        </pc:grpChg>
        <pc:grpChg chg="add mod">
          <ac:chgData name="Hur Jung" userId="763133add284fb2e" providerId="LiveId" clId="{63265192-7B44-45D3-A1BC-CD20A66879BE}" dt="2020-06-28T01:09:52.383" v="10334" actId="1036"/>
          <ac:grpSpMkLst>
            <pc:docMk/>
            <pc:sldMk cId="3260491143" sldId="3021"/>
            <ac:grpSpMk id="120" creationId="{BC528BF6-AAFB-419A-913C-6BB8743A1A75}"/>
          </ac:grpSpMkLst>
        </pc:grpChg>
        <pc:grpChg chg="add del mod">
          <ac:chgData name="Hur Jung" userId="763133add284fb2e" providerId="LiveId" clId="{63265192-7B44-45D3-A1BC-CD20A66879BE}" dt="2020-06-28T01:10:37.538" v="10341" actId="478"/>
          <ac:grpSpMkLst>
            <pc:docMk/>
            <pc:sldMk cId="3260491143" sldId="3021"/>
            <ac:grpSpMk id="124" creationId="{5ADB1486-B38C-4960-A0F0-1AF7785F83D8}"/>
          </ac:grpSpMkLst>
        </pc:grpChg>
        <pc:grpChg chg="add mod">
          <ac:chgData name="Hur Jung" userId="763133add284fb2e" providerId="LiveId" clId="{63265192-7B44-45D3-A1BC-CD20A66879BE}" dt="2020-06-28T01:10:40.665" v="10342" actId="1076"/>
          <ac:grpSpMkLst>
            <pc:docMk/>
            <pc:sldMk cId="3260491143" sldId="3021"/>
            <ac:grpSpMk id="128" creationId="{37A36A45-94AB-4D46-9394-F4E2B1514C9C}"/>
          </ac:grpSpMkLst>
        </pc:grpChg>
        <pc:graphicFrameChg chg="add del mod">
          <ac:chgData name="Hur Jung" userId="763133add284fb2e" providerId="LiveId" clId="{63265192-7B44-45D3-A1BC-CD20A66879BE}" dt="2020-06-28T01:09:03.714" v="10322" actId="478"/>
          <ac:graphicFrameMkLst>
            <pc:docMk/>
            <pc:sldMk cId="3260491143" sldId="3021"/>
            <ac:graphicFrameMk id="41" creationId="{29399AF0-57F2-4BD4-AF98-9AD857BACC72}"/>
          </ac:graphicFrameMkLst>
        </pc:graphicFrameChg>
        <pc:graphicFrameChg chg="mod">
          <ac:chgData name="Hur Jung" userId="763133add284fb2e" providerId="LiveId" clId="{63265192-7B44-45D3-A1BC-CD20A66879BE}" dt="2020-06-28T01:30:27.341" v="10677"/>
          <ac:graphicFrameMkLst>
            <pc:docMk/>
            <pc:sldMk cId="3260491143" sldId="3021"/>
            <ac:graphicFrameMk id="43" creationId="{2DFE2F2F-87AF-46D1-852C-74FCB3F02536}"/>
          </ac:graphicFrameMkLst>
        </pc:graphicFrameChg>
        <pc:graphicFrameChg chg="add del mod">
          <ac:chgData name="Hur Jung" userId="763133add284fb2e" providerId="LiveId" clId="{63265192-7B44-45D3-A1BC-CD20A66879BE}" dt="2020-06-28T01:11:28.057" v="10357"/>
          <ac:graphicFrameMkLst>
            <pc:docMk/>
            <pc:sldMk cId="3260491143" sldId="3021"/>
            <ac:graphicFrameMk id="131" creationId="{8E7FEF5B-1397-4191-B954-23D93BC553F5}"/>
          </ac:graphicFrameMkLst>
        </pc:graphicFrameChg>
        <pc:picChg chg="mod">
          <ac:chgData name="Hur Jung" userId="763133add284fb2e" providerId="LiveId" clId="{63265192-7B44-45D3-A1BC-CD20A66879BE}" dt="2020-06-28T01:05:56.155" v="10286"/>
          <ac:picMkLst>
            <pc:docMk/>
            <pc:sldMk cId="3260491143" sldId="3021"/>
            <ac:picMk id="46" creationId="{0B4AA6C8-F261-405F-AD17-EA1701FC363E}"/>
          </ac:picMkLst>
        </pc:picChg>
        <pc:picChg chg="mod">
          <ac:chgData name="Hur Jung" userId="763133add284fb2e" providerId="LiveId" clId="{63265192-7B44-45D3-A1BC-CD20A66879BE}" dt="2020-06-28T01:05:56.155" v="10286"/>
          <ac:picMkLst>
            <pc:docMk/>
            <pc:sldMk cId="3260491143" sldId="3021"/>
            <ac:picMk id="47" creationId="{8AF08A38-D5F0-4FD0-B22F-479424D9079A}"/>
          </ac:picMkLst>
        </pc:picChg>
        <pc:picChg chg="add del mod">
          <ac:chgData name="Hur Jung" userId="763133add284fb2e" providerId="LiveId" clId="{63265192-7B44-45D3-A1BC-CD20A66879BE}" dt="2020-06-28T01:09:03.714" v="10322" actId="478"/>
          <ac:picMkLst>
            <pc:docMk/>
            <pc:sldMk cId="3260491143" sldId="3021"/>
            <ac:picMk id="73" creationId="{CA79F531-0147-46CD-807D-5E36DC4A10C8}"/>
          </ac:picMkLst>
        </pc:picChg>
        <pc:picChg chg="add del mod">
          <ac:chgData name="Hur Jung" userId="763133add284fb2e" providerId="LiveId" clId="{63265192-7B44-45D3-A1BC-CD20A66879BE}" dt="2020-06-28T01:09:03.714" v="10322" actId="478"/>
          <ac:picMkLst>
            <pc:docMk/>
            <pc:sldMk cId="3260491143" sldId="3021"/>
            <ac:picMk id="77" creationId="{C83FC272-32E6-46C2-88D8-67291E2D2460}"/>
          </ac:picMkLst>
        </pc:picChg>
        <pc:picChg chg="mod">
          <ac:chgData name="Hur Jung" userId="763133add284fb2e" providerId="LiveId" clId="{63265192-7B44-45D3-A1BC-CD20A66879BE}" dt="2020-06-28T01:05:56.155" v="10286"/>
          <ac:picMkLst>
            <pc:docMk/>
            <pc:sldMk cId="3260491143" sldId="3021"/>
            <ac:picMk id="87" creationId="{22A4B14D-B1A3-4D68-88A5-265B9994CDCB}"/>
          </ac:picMkLst>
        </pc:picChg>
        <pc:picChg chg="mod">
          <ac:chgData name="Hur Jung" userId="763133add284fb2e" providerId="LiveId" clId="{63265192-7B44-45D3-A1BC-CD20A66879BE}" dt="2020-06-28T01:05:56.155" v="10286"/>
          <ac:picMkLst>
            <pc:docMk/>
            <pc:sldMk cId="3260491143" sldId="3021"/>
            <ac:picMk id="93" creationId="{510A9B81-92B6-4421-AC64-5B5F60B52C71}"/>
          </ac:picMkLst>
        </pc:picChg>
        <pc:picChg chg="mod">
          <ac:chgData name="Hur Jung" userId="763133add284fb2e" providerId="LiveId" clId="{63265192-7B44-45D3-A1BC-CD20A66879BE}" dt="2020-06-28T01:05:56.155" v="10286"/>
          <ac:picMkLst>
            <pc:docMk/>
            <pc:sldMk cId="3260491143" sldId="3021"/>
            <ac:picMk id="94" creationId="{00589BE7-3286-489E-BFF2-10D135FC7D1F}"/>
          </ac:picMkLst>
        </pc:picChg>
        <pc:picChg chg="mod">
          <ac:chgData name="Hur Jung" userId="763133add284fb2e" providerId="LiveId" clId="{63265192-7B44-45D3-A1BC-CD20A66879BE}" dt="2020-06-28T01:09:04.464" v="10323"/>
          <ac:picMkLst>
            <pc:docMk/>
            <pc:sldMk cId="3260491143" sldId="3021"/>
            <ac:picMk id="101" creationId="{786C270C-76F2-47DC-8842-85E744A6A338}"/>
          </ac:picMkLst>
        </pc:picChg>
        <pc:picChg chg="mod">
          <ac:chgData name="Hur Jung" userId="763133add284fb2e" providerId="LiveId" clId="{63265192-7B44-45D3-A1BC-CD20A66879BE}" dt="2020-06-28T01:09:04.464" v="10323"/>
          <ac:picMkLst>
            <pc:docMk/>
            <pc:sldMk cId="3260491143" sldId="3021"/>
            <ac:picMk id="109" creationId="{E0655728-6B3F-4F7D-87D7-5609B4AC0E33}"/>
          </ac:picMkLst>
        </pc:picChg>
        <pc:picChg chg="mod">
          <ac:chgData name="Hur Jung" userId="763133add284fb2e" providerId="LiveId" clId="{63265192-7B44-45D3-A1BC-CD20A66879BE}" dt="2020-06-28T01:09:04.464" v="10323"/>
          <ac:picMkLst>
            <pc:docMk/>
            <pc:sldMk cId="3260491143" sldId="3021"/>
            <ac:picMk id="117" creationId="{3CAD5EA1-49C5-431D-90DD-F243401ACCAC}"/>
          </ac:picMkLst>
        </pc:picChg>
        <pc:picChg chg="mod">
          <ac:chgData name="Hur Jung" userId="763133add284fb2e" providerId="LiveId" clId="{63265192-7B44-45D3-A1BC-CD20A66879BE}" dt="2020-06-28T01:09:04.464" v="10323"/>
          <ac:picMkLst>
            <pc:docMk/>
            <pc:sldMk cId="3260491143" sldId="3021"/>
            <ac:picMk id="122" creationId="{B02D4348-FC7F-41F5-BDAE-D520B25111CC}"/>
          </ac:picMkLst>
        </pc:picChg>
        <pc:picChg chg="mod">
          <ac:chgData name="Hur Jung" userId="763133add284fb2e" providerId="LiveId" clId="{63265192-7B44-45D3-A1BC-CD20A66879BE}" dt="2020-06-28T01:09:59.813" v="10335"/>
          <ac:picMkLst>
            <pc:docMk/>
            <pc:sldMk cId="3260491143" sldId="3021"/>
            <ac:picMk id="126" creationId="{68203A56-53B2-4F0D-87F5-B2D754ED6EF0}"/>
          </ac:picMkLst>
        </pc:picChg>
        <pc:picChg chg="mod">
          <ac:chgData name="Hur Jung" userId="763133add284fb2e" providerId="LiveId" clId="{63265192-7B44-45D3-A1BC-CD20A66879BE}" dt="2020-06-28T01:10:31.742" v="10339"/>
          <ac:picMkLst>
            <pc:docMk/>
            <pc:sldMk cId="3260491143" sldId="3021"/>
            <ac:picMk id="130" creationId="{F2428BC9-8D7F-4046-9A21-EFFAFD9E149C}"/>
          </ac:picMkLst>
        </pc:picChg>
      </pc:sldChg>
      <pc:sldChg chg="addSp delSp modSp add mod">
        <pc:chgData name="Hur Jung" userId="763133add284fb2e" providerId="LiveId" clId="{63265192-7B44-45D3-A1BC-CD20A66879BE}" dt="2020-06-28T05:24:55.349" v="11438"/>
        <pc:sldMkLst>
          <pc:docMk/>
          <pc:sldMk cId="3710291126" sldId="3022"/>
        </pc:sldMkLst>
        <pc:spChg chg="mod">
          <ac:chgData name="Hur Jung" userId="763133add284fb2e" providerId="LiveId" clId="{63265192-7B44-45D3-A1BC-CD20A66879BE}" dt="2020-06-28T05:24:55.349" v="11438"/>
          <ac:spMkLst>
            <pc:docMk/>
            <pc:sldMk cId="3710291126" sldId="3022"/>
            <ac:spMk id="2" creationId="{7BD81DA4-00B3-4972-8588-E928EC125314}"/>
          </ac:spMkLst>
        </pc:spChg>
        <pc:spChg chg="add del">
          <ac:chgData name="Hur Jung" userId="763133add284fb2e" providerId="LiveId" clId="{63265192-7B44-45D3-A1BC-CD20A66879BE}" dt="2020-06-28T05:18:14.143" v="10974" actId="478"/>
          <ac:spMkLst>
            <pc:docMk/>
            <pc:sldMk cId="3710291126" sldId="3022"/>
            <ac:spMk id="64" creationId="{6A20590D-4885-4C20-B24E-1157DC3F1140}"/>
          </ac:spMkLst>
        </pc:spChg>
        <pc:spChg chg="add del">
          <ac:chgData name="Hur Jung" userId="763133add284fb2e" providerId="LiveId" clId="{63265192-7B44-45D3-A1BC-CD20A66879BE}" dt="2020-06-28T05:18:14.143" v="10974" actId="478"/>
          <ac:spMkLst>
            <pc:docMk/>
            <pc:sldMk cId="3710291126" sldId="3022"/>
            <ac:spMk id="66" creationId="{52F83688-0366-4D1B-AACA-DBE33F58DAAA}"/>
          </ac:spMkLst>
        </pc:spChg>
        <pc:spChg chg="add del">
          <ac:chgData name="Hur Jung" userId="763133add284fb2e" providerId="LiveId" clId="{63265192-7B44-45D3-A1BC-CD20A66879BE}" dt="2020-06-28T05:18:14.143" v="10974" actId="478"/>
          <ac:spMkLst>
            <pc:docMk/>
            <pc:sldMk cId="3710291126" sldId="3022"/>
            <ac:spMk id="68" creationId="{61E577DD-BE2D-4677-9B9D-D689A6D730AB}"/>
          </ac:spMkLst>
        </pc:spChg>
        <pc:spChg chg="add del">
          <ac:chgData name="Hur Jung" userId="763133add284fb2e" providerId="LiveId" clId="{63265192-7B44-45D3-A1BC-CD20A66879BE}" dt="2020-06-28T05:18:14.143" v="10974" actId="478"/>
          <ac:spMkLst>
            <pc:docMk/>
            <pc:sldMk cId="3710291126" sldId="3022"/>
            <ac:spMk id="71" creationId="{67A041C8-AEB2-4F40-A3EF-CDA83616CDDE}"/>
          </ac:spMkLst>
        </pc:spChg>
        <pc:spChg chg="add del">
          <ac:chgData name="Hur Jung" userId="763133add284fb2e" providerId="LiveId" clId="{63265192-7B44-45D3-A1BC-CD20A66879BE}" dt="2020-06-28T05:18:14.143" v="10974" actId="478"/>
          <ac:spMkLst>
            <pc:docMk/>
            <pc:sldMk cId="3710291126" sldId="3022"/>
            <ac:spMk id="74" creationId="{81C1BC62-A031-4F6F-B9D0-B4579609A1E0}"/>
          </ac:spMkLst>
        </pc:spChg>
        <pc:spChg chg="del">
          <ac:chgData name="Hur Jung" userId="763133add284fb2e" providerId="LiveId" clId="{63265192-7B44-45D3-A1BC-CD20A66879BE}" dt="2020-06-28T05:17:15.419" v="10948" actId="478"/>
          <ac:spMkLst>
            <pc:docMk/>
            <pc:sldMk cId="3710291126" sldId="3022"/>
            <ac:spMk id="75" creationId="{C63D292C-EDF9-4CAC-B388-82204748B6FD}"/>
          </ac:spMkLst>
        </pc:spChg>
        <pc:spChg chg="del">
          <ac:chgData name="Hur Jung" userId="763133add284fb2e" providerId="LiveId" clId="{63265192-7B44-45D3-A1BC-CD20A66879BE}" dt="2020-06-28T05:17:15.419" v="10948" actId="478"/>
          <ac:spMkLst>
            <pc:docMk/>
            <pc:sldMk cId="3710291126" sldId="3022"/>
            <ac:spMk id="78" creationId="{52EF7EFC-45AB-46AF-9FA8-71BCC5C8E80F}"/>
          </ac:spMkLst>
        </pc:spChg>
        <pc:spChg chg="del">
          <ac:chgData name="Hur Jung" userId="763133add284fb2e" providerId="LiveId" clId="{63265192-7B44-45D3-A1BC-CD20A66879BE}" dt="2020-06-28T05:17:15.419" v="10948" actId="478"/>
          <ac:spMkLst>
            <pc:docMk/>
            <pc:sldMk cId="3710291126" sldId="3022"/>
            <ac:spMk id="80" creationId="{B6CA092E-E937-4984-9EED-5BDF4FE3AB5C}"/>
          </ac:spMkLst>
        </pc:spChg>
        <pc:spChg chg="add del">
          <ac:chgData name="Hur Jung" userId="763133add284fb2e" providerId="LiveId" clId="{63265192-7B44-45D3-A1BC-CD20A66879BE}" dt="2020-06-28T05:18:14.143" v="10974" actId="478"/>
          <ac:spMkLst>
            <pc:docMk/>
            <pc:sldMk cId="3710291126" sldId="3022"/>
            <ac:spMk id="81" creationId="{BA64F346-6855-4B23-88A9-E4E0499DD7D0}"/>
          </ac:spMkLst>
        </pc:spChg>
        <pc:spChg chg="add del">
          <ac:chgData name="Hur Jung" userId="763133add284fb2e" providerId="LiveId" clId="{63265192-7B44-45D3-A1BC-CD20A66879BE}" dt="2020-06-28T05:18:14.143" v="10974" actId="478"/>
          <ac:spMkLst>
            <pc:docMk/>
            <pc:sldMk cId="3710291126" sldId="3022"/>
            <ac:spMk id="82" creationId="{9258140C-6FAC-42CD-ACAD-037E96B03D78}"/>
          </ac:spMkLst>
        </pc:spChg>
        <pc:spChg chg="add del">
          <ac:chgData name="Hur Jung" userId="763133add284fb2e" providerId="LiveId" clId="{63265192-7B44-45D3-A1BC-CD20A66879BE}" dt="2020-06-28T05:18:14.143" v="10974" actId="478"/>
          <ac:spMkLst>
            <pc:docMk/>
            <pc:sldMk cId="3710291126" sldId="3022"/>
            <ac:spMk id="83" creationId="{B1C24857-6648-415B-B98E-D83F6D0F8F4A}"/>
          </ac:spMkLst>
        </pc:spChg>
        <pc:spChg chg="add del">
          <ac:chgData name="Hur Jung" userId="763133add284fb2e" providerId="LiveId" clId="{63265192-7B44-45D3-A1BC-CD20A66879BE}" dt="2020-06-28T05:18:14.143" v="10974" actId="478"/>
          <ac:spMkLst>
            <pc:docMk/>
            <pc:sldMk cId="3710291126" sldId="3022"/>
            <ac:spMk id="84" creationId="{6F473A23-99BB-4155-A970-9F1823A3C1AE}"/>
          </ac:spMkLst>
        </pc:spChg>
        <pc:spChg chg="add del">
          <ac:chgData name="Hur Jung" userId="763133add284fb2e" providerId="LiveId" clId="{63265192-7B44-45D3-A1BC-CD20A66879BE}" dt="2020-06-28T05:18:14.143" v="10974" actId="478"/>
          <ac:spMkLst>
            <pc:docMk/>
            <pc:sldMk cId="3710291126" sldId="3022"/>
            <ac:spMk id="85" creationId="{451B9CB5-6424-459A-8D90-19594D0FA6CF}"/>
          </ac:spMkLst>
        </pc:spChg>
        <pc:spChg chg="add del">
          <ac:chgData name="Hur Jung" userId="763133add284fb2e" providerId="LiveId" clId="{63265192-7B44-45D3-A1BC-CD20A66879BE}" dt="2020-06-28T05:18:14.143" v="10974" actId="478"/>
          <ac:spMkLst>
            <pc:docMk/>
            <pc:sldMk cId="3710291126" sldId="3022"/>
            <ac:spMk id="87" creationId="{8A7DE656-A4AF-4326-BE7F-D293A75567AA}"/>
          </ac:spMkLst>
        </pc:spChg>
        <pc:spChg chg="del">
          <ac:chgData name="Hur Jung" userId="763133add284fb2e" providerId="LiveId" clId="{63265192-7B44-45D3-A1BC-CD20A66879BE}" dt="2020-06-28T05:17:15.419" v="10948" actId="478"/>
          <ac:spMkLst>
            <pc:docMk/>
            <pc:sldMk cId="3710291126" sldId="3022"/>
            <ac:spMk id="88" creationId="{317A67F0-7082-438B-BC57-F151286A20B2}"/>
          </ac:spMkLst>
        </pc:spChg>
        <pc:spChg chg="del">
          <ac:chgData name="Hur Jung" userId="763133add284fb2e" providerId="LiveId" clId="{63265192-7B44-45D3-A1BC-CD20A66879BE}" dt="2020-06-28T05:17:15.419" v="10948" actId="478"/>
          <ac:spMkLst>
            <pc:docMk/>
            <pc:sldMk cId="3710291126" sldId="3022"/>
            <ac:spMk id="89" creationId="{BF818D04-3ED3-4A34-B993-378791820036}"/>
          </ac:spMkLst>
        </pc:spChg>
        <pc:spChg chg="del">
          <ac:chgData name="Hur Jung" userId="763133add284fb2e" providerId="LiveId" clId="{63265192-7B44-45D3-A1BC-CD20A66879BE}" dt="2020-06-28T05:17:15.419" v="10948" actId="478"/>
          <ac:spMkLst>
            <pc:docMk/>
            <pc:sldMk cId="3710291126" sldId="3022"/>
            <ac:spMk id="90" creationId="{1893D1E8-253B-48CA-8974-595FD3C7A608}"/>
          </ac:spMkLst>
        </pc:spChg>
        <pc:spChg chg="add mod">
          <ac:chgData name="Hur Jung" userId="763133add284fb2e" providerId="LiveId" clId="{63265192-7B44-45D3-A1BC-CD20A66879BE}" dt="2020-06-28T05:23:33.469" v="11307" actId="1036"/>
          <ac:spMkLst>
            <pc:docMk/>
            <pc:sldMk cId="3710291126" sldId="3022"/>
            <ac:spMk id="91" creationId="{9702FCFD-11DA-4E6C-9672-0F53D0B7FEF1}"/>
          </ac:spMkLst>
        </pc:spChg>
        <pc:spChg chg="mod">
          <ac:chgData name="Hur Jung" userId="763133add284fb2e" providerId="LiveId" clId="{63265192-7B44-45D3-A1BC-CD20A66879BE}" dt="2020-06-28T05:19:02.044" v="10978"/>
          <ac:spMkLst>
            <pc:docMk/>
            <pc:sldMk cId="3710291126" sldId="3022"/>
            <ac:spMk id="93" creationId="{2673EF62-0354-42F5-8F3F-25BDDC0DE02F}"/>
          </ac:spMkLst>
        </pc:spChg>
        <pc:spChg chg="del">
          <ac:chgData name="Hur Jung" userId="763133add284fb2e" providerId="LiveId" clId="{63265192-7B44-45D3-A1BC-CD20A66879BE}" dt="2020-06-28T05:17:15.419" v="10948" actId="478"/>
          <ac:spMkLst>
            <pc:docMk/>
            <pc:sldMk cId="3710291126" sldId="3022"/>
            <ac:spMk id="94" creationId="{45D9CBB8-8575-4650-A5DC-C1554B920618}"/>
          </ac:spMkLst>
        </pc:spChg>
        <pc:spChg chg="add del">
          <ac:chgData name="Hur Jung" userId="763133add284fb2e" providerId="LiveId" clId="{63265192-7B44-45D3-A1BC-CD20A66879BE}" dt="2020-06-28T05:18:14.143" v="10974" actId="478"/>
          <ac:spMkLst>
            <pc:docMk/>
            <pc:sldMk cId="3710291126" sldId="3022"/>
            <ac:spMk id="98" creationId="{E5FA7A5A-7F9F-498F-B826-92F5FF939F56}"/>
          </ac:spMkLst>
        </pc:spChg>
        <pc:spChg chg="add del">
          <ac:chgData name="Hur Jung" userId="763133add284fb2e" providerId="LiveId" clId="{63265192-7B44-45D3-A1BC-CD20A66879BE}" dt="2020-06-28T05:18:14.143" v="10974" actId="478"/>
          <ac:spMkLst>
            <pc:docMk/>
            <pc:sldMk cId="3710291126" sldId="3022"/>
            <ac:spMk id="99" creationId="{F097F1AE-4B8B-43FD-9393-51B44D4F1546}"/>
          </ac:spMkLst>
        </pc:spChg>
        <pc:spChg chg="add del">
          <ac:chgData name="Hur Jung" userId="763133add284fb2e" providerId="LiveId" clId="{63265192-7B44-45D3-A1BC-CD20A66879BE}" dt="2020-06-28T05:18:14.143" v="10974" actId="478"/>
          <ac:spMkLst>
            <pc:docMk/>
            <pc:sldMk cId="3710291126" sldId="3022"/>
            <ac:spMk id="100" creationId="{CCB0FAB0-7FF5-4F97-A35D-DA7C59BC72C9}"/>
          </ac:spMkLst>
        </pc:spChg>
        <pc:spChg chg="del">
          <ac:chgData name="Hur Jung" userId="763133add284fb2e" providerId="LiveId" clId="{63265192-7B44-45D3-A1BC-CD20A66879BE}" dt="2020-06-28T05:17:15.419" v="10948" actId="478"/>
          <ac:spMkLst>
            <pc:docMk/>
            <pc:sldMk cId="3710291126" sldId="3022"/>
            <ac:spMk id="101" creationId="{AE89E906-CF05-4427-A81A-C32484FB87AD}"/>
          </ac:spMkLst>
        </pc:spChg>
        <pc:spChg chg="add del">
          <ac:chgData name="Hur Jung" userId="763133add284fb2e" providerId="LiveId" clId="{63265192-7B44-45D3-A1BC-CD20A66879BE}" dt="2020-06-28T05:18:14.143" v="10974" actId="478"/>
          <ac:spMkLst>
            <pc:docMk/>
            <pc:sldMk cId="3710291126" sldId="3022"/>
            <ac:spMk id="103" creationId="{90703A13-A15A-4553-888D-FE7ACF679ECD}"/>
          </ac:spMkLst>
        </pc:spChg>
        <pc:spChg chg="add mod">
          <ac:chgData name="Hur Jung" userId="763133add284fb2e" providerId="LiveId" clId="{63265192-7B44-45D3-A1BC-CD20A66879BE}" dt="2020-06-28T05:23:33.469" v="11307" actId="1036"/>
          <ac:spMkLst>
            <pc:docMk/>
            <pc:sldMk cId="3710291126" sldId="3022"/>
            <ac:spMk id="104" creationId="{EEBFBFE5-B3E8-445D-AD05-34F7A376A2A3}"/>
          </ac:spMkLst>
        </pc:spChg>
        <pc:spChg chg="del">
          <ac:chgData name="Hur Jung" userId="763133add284fb2e" providerId="LiveId" clId="{63265192-7B44-45D3-A1BC-CD20A66879BE}" dt="2020-06-28T05:17:15.419" v="10948" actId="478"/>
          <ac:spMkLst>
            <pc:docMk/>
            <pc:sldMk cId="3710291126" sldId="3022"/>
            <ac:spMk id="105" creationId="{71424C3C-1AE7-4FBE-967C-3F745579C3DB}"/>
          </ac:spMkLst>
        </pc:spChg>
        <pc:spChg chg="add del">
          <ac:chgData name="Hur Jung" userId="763133add284fb2e" providerId="LiveId" clId="{63265192-7B44-45D3-A1BC-CD20A66879BE}" dt="2020-06-28T05:18:14.143" v="10974" actId="478"/>
          <ac:spMkLst>
            <pc:docMk/>
            <pc:sldMk cId="3710291126" sldId="3022"/>
            <ac:spMk id="107" creationId="{988C58CA-C32F-4E0C-9203-5BB9EF87F1FE}"/>
          </ac:spMkLst>
        </pc:spChg>
        <pc:spChg chg="add del">
          <ac:chgData name="Hur Jung" userId="763133add284fb2e" providerId="LiveId" clId="{63265192-7B44-45D3-A1BC-CD20A66879BE}" dt="2020-06-28T05:18:14.143" v="10974" actId="478"/>
          <ac:spMkLst>
            <pc:docMk/>
            <pc:sldMk cId="3710291126" sldId="3022"/>
            <ac:spMk id="113" creationId="{AD5468A4-3283-444F-B213-42C03136D480}"/>
          </ac:spMkLst>
        </pc:spChg>
        <pc:spChg chg="del">
          <ac:chgData name="Hur Jung" userId="763133add284fb2e" providerId="LiveId" clId="{63265192-7B44-45D3-A1BC-CD20A66879BE}" dt="2020-06-28T05:17:15.419" v="10948" actId="478"/>
          <ac:spMkLst>
            <pc:docMk/>
            <pc:sldMk cId="3710291126" sldId="3022"/>
            <ac:spMk id="114" creationId="{628E5A50-A2EA-42B1-90E1-7F5D7176EE9B}"/>
          </ac:spMkLst>
        </pc:spChg>
        <pc:spChg chg="mod">
          <ac:chgData name="Hur Jung" userId="763133add284fb2e" providerId="LiveId" clId="{63265192-7B44-45D3-A1BC-CD20A66879BE}" dt="2020-06-28T05:19:02.044" v="10978"/>
          <ac:spMkLst>
            <pc:docMk/>
            <pc:sldMk cId="3710291126" sldId="3022"/>
            <ac:spMk id="118" creationId="{5FD98199-B821-47AC-AE92-E27DA010AAE8}"/>
          </ac:spMkLst>
        </pc:spChg>
        <pc:spChg chg="add del mod">
          <ac:chgData name="Hur Jung" userId="763133add284fb2e" providerId="LiveId" clId="{63265192-7B44-45D3-A1BC-CD20A66879BE}" dt="2020-06-28T05:23:33.469" v="11307" actId="1036"/>
          <ac:spMkLst>
            <pc:docMk/>
            <pc:sldMk cId="3710291126" sldId="3022"/>
            <ac:spMk id="119" creationId="{7EA0641B-E168-4F83-8BF0-3F5BD2D40ED1}"/>
          </ac:spMkLst>
        </pc:spChg>
        <pc:spChg chg="add del mod">
          <ac:chgData name="Hur Jung" userId="763133add284fb2e" providerId="LiveId" clId="{63265192-7B44-45D3-A1BC-CD20A66879BE}" dt="2020-06-28T05:21:36.557" v="11230" actId="478"/>
          <ac:spMkLst>
            <pc:docMk/>
            <pc:sldMk cId="3710291126" sldId="3022"/>
            <ac:spMk id="121" creationId="{CF45F0BD-59D9-4A35-A960-36D09B9046D8}"/>
          </ac:spMkLst>
        </pc:spChg>
        <pc:spChg chg="add del">
          <ac:chgData name="Hur Jung" userId="763133add284fb2e" providerId="LiveId" clId="{63265192-7B44-45D3-A1BC-CD20A66879BE}" dt="2020-06-28T05:18:14.143" v="10974" actId="478"/>
          <ac:spMkLst>
            <pc:docMk/>
            <pc:sldMk cId="3710291126" sldId="3022"/>
            <ac:spMk id="122" creationId="{ABC28626-3987-4A1D-AE53-837A640B3880}"/>
          </ac:spMkLst>
        </pc:spChg>
        <pc:spChg chg="add del">
          <ac:chgData name="Hur Jung" userId="763133add284fb2e" providerId="LiveId" clId="{63265192-7B44-45D3-A1BC-CD20A66879BE}" dt="2020-06-28T05:18:14.143" v="10974" actId="478"/>
          <ac:spMkLst>
            <pc:docMk/>
            <pc:sldMk cId="3710291126" sldId="3022"/>
            <ac:spMk id="123" creationId="{49CA5441-EBBB-4D8E-8289-0219569033AE}"/>
          </ac:spMkLst>
        </pc:spChg>
        <pc:spChg chg="add del mod">
          <ac:chgData name="Hur Jung" userId="763133add284fb2e" providerId="LiveId" clId="{63265192-7B44-45D3-A1BC-CD20A66879BE}" dt="2020-06-28T05:21:36.557" v="11230" actId="478"/>
          <ac:spMkLst>
            <pc:docMk/>
            <pc:sldMk cId="3710291126" sldId="3022"/>
            <ac:spMk id="124" creationId="{C5F52A83-3E3D-4E05-ABAB-28DB1F41CFBF}"/>
          </ac:spMkLst>
        </pc:spChg>
        <pc:spChg chg="mod">
          <ac:chgData name="Hur Jung" userId="763133add284fb2e" providerId="LiveId" clId="{63265192-7B44-45D3-A1BC-CD20A66879BE}" dt="2020-06-28T05:19:02.044" v="10978"/>
          <ac:spMkLst>
            <pc:docMk/>
            <pc:sldMk cId="3710291126" sldId="3022"/>
            <ac:spMk id="126" creationId="{7FB3CE70-04EE-4764-9067-2116B4FA1D86}"/>
          </ac:spMkLst>
        </pc:spChg>
        <pc:spChg chg="add del">
          <ac:chgData name="Hur Jung" userId="763133add284fb2e" providerId="LiveId" clId="{63265192-7B44-45D3-A1BC-CD20A66879BE}" dt="2020-06-28T05:18:14.143" v="10974" actId="478"/>
          <ac:spMkLst>
            <pc:docMk/>
            <pc:sldMk cId="3710291126" sldId="3022"/>
            <ac:spMk id="127" creationId="{79BA9D6A-9558-494F-80AA-8B1C6FE8E424}"/>
          </ac:spMkLst>
        </pc:spChg>
        <pc:spChg chg="del">
          <ac:chgData name="Hur Jung" userId="763133add284fb2e" providerId="LiveId" clId="{63265192-7B44-45D3-A1BC-CD20A66879BE}" dt="2020-06-28T05:17:15.419" v="10948" actId="478"/>
          <ac:spMkLst>
            <pc:docMk/>
            <pc:sldMk cId="3710291126" sldId="3022"/>
            <ac:spMk id="128" creationId="{281EFA63-DD24-4F35-A8F2-50D7487C9C98}"/>
          </ac:spMkLst>
        </pc:spChg>
        <pc:spChg chg="add del">
          <ac:chgData name="Hur Jung" userId="763133add284fb2e" providerId="LiveId" clId="{63265192-7B44-45D3-A1BC-CD20A66879BE}" dt="2020-06-28T05:18:14.143" v="10974" actId="478"/>
          <ac:spMkLst>
            <pc:docMk/>
            <pc:sldMk cId="3710291126" sldId="3022"/>
            <ac:spMk id="130" creationId="{BC586C2E-4AA5-4C73-BBAF-FDAF4868D35B}"/>
          </ac:spMkLst>
        </pc:spChg>
        <pc:spChg chg="add del">
          <ac:chgData name="Hur Jung" userId="763133add284fb2e" providerId="LiveId" clId="{63265192-7B44-45D3-A1BC-CD20A66879BE}" dt="2020-06-28T05:18:14.143" v="10974" actId="478"/>
          <ac:spMkLst>
            <pc:docMk/>
            <pc:sldMk cId="3710291126" sldId="3022"/>
            <ac:spMk id="131" creationId="{3CA94C71-004E-4FB9-94E7-BBFCBAE7C279}"/>
          </ac:spMkLst>
        </pc:spChg>
        <pc:spChg chg="add del mod">
          <ac:chgData name="Hur Jung" userId="763133add284fb2e" providerId="LiveId" clId="{63265192-7B44-45D3-A1BC-CD20A66879BE}" dt="2020-06-28T05:21:36.557" v="11230" actId="478"/>
          <ac:spMkLst>
            <pc:docMk/>
            <pc:sldMk cId="3710291126" sldId="3022"/>
            <ac:spMk id="137" creationId="{42A51DFC-5969-4E39-B70C-ED6F52A8B191}"/>
          </ac:spMkLst>
        </pc:spChg>
        <pc:spChg chg="add del mod">
          <ac:chgData name="Hur Jung" userId="763133add284fb2e" providerId="LiveId" clId="{63265192-7B44-45D3-A1BC-CD20A66879BE}" dt="2020-06-28T05:21:36.557" v="11230" actId="478"/>
          <ac:spMkLst>
            <pc:docMk/>
            <pc:sldMk cId="3710291126" sldId="3022"/>
            <ac:spMk id="138" creationId="{AD044218-1E52-4D85-B2FB-F9A1198DC82A}"/>
          </ac:spMkLst>
        </pc:spChg>
        <pc:spChg chg="add del mod">
          <ac:chgData name="Hur Jung" userId="763133add284fb2e" providerId="LiveId" clId="{63265192-7B44-45D3-A1BC-CD20A66879BE}" dt="2020-06-28T05:21:36.557" v="11230" actId="478"/>
          <ac:spMkLst>
            <pc:docMk/>
            <pc:sldMk cId="3710291126" sldId="3022"/>
            <ac:spMk id="139" creationId="{CAF317CF-D220-4E31-BAFF-8588D935FDE1}"/>
          </ac:spMkLst>
        </pc:spChg>
        <pc:spChg chg="add del mod">
          <ac:chgData name="Hur Jung" userId="763133add284fb2e" providerId="LiveId" clId="{63265192-7B44-45D3-A1BC-CD20A66879BE}" dt="2020-06-28T05:21:36.557" v="11230" actId="478"/>
          <ac:spMkLst>
            <pc:docMk/>
            <pc:sldMk cId="3710291126" sldId="3022"/>
            <ac:spMk id="140" creationId="{6FCD3F35-7371-4AED-A729-794F2284F9AF}"/>
          </ac:spMkLst>
        </pc:spChg>
        <pc:spChg chg="add del mod">
          <ac:chgData name="Hur Jung" userId="763133add284fb2e" providerId="LiveId" clId="{63265192-7B44-45D3-A1BC-CD20A66879BE}" dt="2020-06-28T05:21:42.054" v="11232" actId="478"/>
          <ac:spMkLst>
            <pc:docMk/>
            <pc:sldMk cId="3710291126" sldId="3022"/>
            <ac:spMk id="142" creationId="{D04596FC-9616-40B7-BD0D-CFF2D9B174D8}"/>
          </ac:spMkLst>
        </pc:spChg>
        <pc:spChg chg="add del mod">
          <ac:chgData name="Hur Jung" userId="763133add284fb2e" providerId="LiveId" clId="{63265192-7B44-45D3-A1BC-CD20A66879BE}" dt="2020-06-28T05:21:44.274" v="11233" actId="478"/>
          <ac:spMkLst>
            <pc:docMk/>
            <pc:sldMk cId="3710291126" sldId="3022"/>
            <ac:spMk id="143" creationId="{78E13C08-FCAD-47CB-B816-9D3DD98F0BAB}"/>
          </ac:spMkLst>
        </pc:spChg>
        <pc:spChg chg="add del mod">
          <ac:chgData name="Hur Jung" userId="763133add284fb2e" providerId="LiveId" clId="{63265192-7B44-45D3-A1BC-CD20A66879BE}" dt="2020-06-28T05:21:36.557" v="11230" actId="478"/>
          <ac:spMkLst>
            <pc:docMk/>
            <pc:sldMk cId="3710291126" sldId="3022"/>
            <ac:spMk id="145" creationId="{314CE208-C457-4C7E-BC03-0CE472D8885E}"/>
          </ac:spMkLst>
        </pc:spChg>
        <pc:spChg chg="mod">
          <ac:chgData name="Hur Jung" userId="763133add284fb2e" providerId="LiveId" clId="{63265192-7B44-45D3-A1BC-CD20A66879BE}" dt="2020-06-28T05:19:02.044" v="10978"/>
          <ac:spMkLst>
            <pc:docMk/>
            <pc:sldMk cId="3710291126" sldId="3022"/>
            <ac:spMk id="148" creationId="{94A23755-DD1E-4005-A78A-AB07DFB2D001}"/>
          </ac:spMkLst>
        </pc:spChg>
        <pc:spChg chg="add del mod">
          <ac:chgData name="Hur Jung" userId="763133add284fb2e" providerId="LiveId" clId="{63265192-7B44-45D3-A1BC-CD20A66879BE}" dt="2020-06-28T05:23:33.469" v="11307" actId="1036"/>
          <ac:spMkLst>
            <pc:docMk/>
            <pc:sldMk cId="3710291126" sldId="3022"/>
            <ac:spMk id="149" creationId="{D28F0421-2ACD-4669-B324-4A269CFE330A}"/>
          </ac:spMkLst>
        </pc:spChg>
        <pc:spChg chg="add del mod">
          <ac:chgData name="Hur Jung" userId="763133add284fb2e" providerId="LiveId" clId="{63265192-7B44-45D3-A1BC-CD20A66879BE}" dt="2020-06-28T05:21:42.054" v="11232" actId="478"/>
          <ac:spMkLst>
            <pc:docMk/>
            <pc:sldMk cId="3710291126" sldId="3022"/>
            <ac:spMk id="150" creationId="{559FE127-C883-4299-ACF3-E881330F2B05}"/>
          </ac:spMkLst>
        </pc:spChg>
        <pc:spChg chg="add del mod">
          <ac:chgData name="Hur Jung" userId="763133add284fb2e" providerId="LiveId" clId="{63265192-7B44-45D3-A1BC-CD20A66879BE}" dt="2020-06-28T05:21:36.557" v="11230" actId="478"/>
          <ac:spMkLst>
            <pc:docMk/>
            <pc:sldMk cId="3710291126" sldId="3022"/>
            <ac:spMk id="151" creationId="{24682DE4-64CB-49A3-BEC3-4FDB42E954A8}"/>
          </ac:spMkLst>
        </pc:spChg>
        <pc:spChg chg="add del mod">
          <ac:chgData name="Hur Jung" userId="763133add284fb2e" providerId="LiveId" clId="{63265192-7B44-45D3-A1BC-CD20A66879BE}" dt="2020-06-28T05:21:36.557" v="11230" actId="478"/>
          <ac:spMkLst>
            <pc:docMk/>
            <pc:sldMk cId="3710291126" sldId="3022"/>
            <ac:spMk id="152" creationId="{C66040AE-DE72-4E3A-B5A0-9D7C614378B7}"/>
          </ac:spMkLst>
        </pc:spChg>
        <pc:spChg chg="add del mod">
          <ac:chgData name="Hur Jung" userId="763133add284fb2e" providerId="LiveId" clId="{63265192-7B44-45D3-A1BC-CD20A66879BE}" dt="2020-06-28T05:21:36.557" v="11230" actId="478"/>
          <ac:spMkLst>
            <pc:docMk/>
            <pc:sldMk cId="3710291126" sldId="3022"/>
            <ac:spMk id="153" creationId="{43DCD962-7B9C-454F-AB67-B031141F9273}"/>
          </ac:spMkLst>
        </pc:spChg>
        <pc:spChg chg="mod">
          <ac:chgData name="Hur Jung" userId="763133add284fb2e" providerId="LiveId" clId="{63265192-7B44-45D3-A1BC-CD20A66879BE}" dt="2020-06-28T05:19:02.044" v="10978"/>
          <ac:spMkLst>
            <pc:docMk/>
            <pc:sldMk cId="3710291126" sldId="3022"/>
            <ac:spMk id="155" creationId="{C44A29C8-CCE0-4D8A-97D5-5535AB21FCC4}"/>
          </ac:spMkLst>
        </pc:spChg>
        <pc:spChg chg="mod">
          <ac:chgData name="Hur Jung" userId="763133add284fb2e" providerId="LiveId" clId="{63265192-7B44-45D3-A1BC-CD20A66879BE}" dt="2020-06-28T05:19:02.044" v="10978"/>
          <ac:spMkLst>
            <pc:docMk/>
            <pc:sldMk cId="3710291126" sldId="3022"/>
            <ac:spMk id="158" creationId="{6542FBE3-27E8-4E3D-8C59-07BA288DF3AC}"/>
          </ac:spMkLst>
        </pc:spChg>
        <pc:spChg chg="add del mod">
          <ac:chgData name="Hur Jung" userId="763133add284fb2e" providerId="LiveId" clId="{63265192-7B44-45D3-A1BC-CD20A66879BE}" dt="2020-06-28T05:21:36.557" v="11230" actId="478"/>
          <ac:spMkLst>
            <pc:docMk/>
            <pc:sldMk cId="3710291126" sldId="3022"/>
            <ac:spMk id="160" creationId="{057A5FAB-6C0D-497B-9BD1-BDFAA9668CAD}"/>
          </ac:spMkLst>
        </pc:spChg>
        <pc:spChg chg="add del mod">
          <ac:chgData name="Hur Jung" userId="763133add284fb2e" providerId="LiveId" clId="{63265192-7B44-45D3-A1BC-CD20A66879BE}" dt="2020-06-28T05:21:36.557" v="11230" actId="478"/>
          <ac:spMkLst>
            <pc:docMk/>
            <pc:sldMk cId="3710291126" sldId="3022"/>
            <ac:spMk id="161" creationId="{4974C93A-EFC2-4593-A646-57FCC7369C6D}"/>
          </ac:spMkLst>
        </pc:spChg>
        <pc:spChg chg="mod">
          <ac:chgData name="Hur Jung" userId="763133add284fb2e" providerId="LiveId" clId="{63265192-7B44-45D3-A1BC-CD20A66879BE}" dt="2020-06-28T05:19:02.044" v="10978"/>
          <ac:spMkLst>
            <pc:docMk/>
            <pc:sldMk cId="3710291126" sldId="3022"/>
            <ac:spMk id="163" creationId="{05A1CFD5-544C-4172-9196-ECB293D78C24}"/>
          </ac:spMkLst>
        </pc:spChg>
        <pc:spChg chg="add del mod">
          <ac:chgData name="Hur Jung" userId="763133add284fb2e" providerId="LiveId" clId="{63265192-7B44-45D3-A1BC-CD20A66879BE}" dt="2020-06-28T05:21:36.557" v="11230" actId="478"/>
          <ac:spMkLst>
            <pc:docMk/>
            <pc:sldMk cId="3710291126" sldId="3022"/>
            <ac:spMk id="165" creationId="{F544C635-A243-4FDB-A4E7-AF99E1086312}"/>
          </ac:spMkLst>
        </pc:spChg>
        <pc:spChg chg="add del mod">
          <ac:chgData name="Hur Jung" userId="763133add284fb2e" providerId="LiveId" clId="{63265192-7B44-45D3-A1BC-CD20A66879BE}" dt="2020-06-28T05:21:36.557" v="11230" actId="478"/>
          <ac:spMkLst>
            <pc:docMk/>
            <pc:sldMk cId="3710291126" sldId="3022"/>
            <ac:spMk id="166" creationId="{07979CEF-CB87-4AD8-A5F3-403FE91EEF42}"/>
          </ac:spMkLst>
        </pc:spChg>
        <pc:spChg chg="add del mod">
          <ac:chgData name="Hur Jung" userId="763133add284fb2e" providerId="LiveId" clId="{63265192-7B44-45D3-A1BC-CD20A66879BE}" dt="2020-06-28T05:21:38.873" v="11231" actId="478"/>
          <ac:spMkLst>
            <pc:docMk/>
            <pc:sldMk cId="3710291126" sldId="3022"/>
            <ac:spMk id="167" creationId="{1A690141-C4E3-4FCD-8765-8C77C3B78FF6}"/>
          </ac:spMkLst>
        </pc:spChg>
        <pc:spChg chg="add del mod">
          <ac:chgData name="Hur Jung" userId="763133add284fb2e" providerId="LiveId" clId="{63265192-7B44-45D3-A1BC-CD20A66879BE}" dt="2020-06-28T05:23:33.469" v="11307" actId="1036"/>
          <ac:spMkLst>
            <pc:docMk/>
            <pc:sldMk cId="3710291126" sldId="3022"/>
            <ac:spMk id="168" creationId="{71A2EA92-BA3D-44EB-B6F6-EAD9CBCAF046}"/>
          </ac:spMkLst>
        </pc:spChg>
        <pc:spChg chg="add del mod">
          <ac:chgData name="Hur Jung" userId="763133add284fb2e" providerId="LiveId" clId="{63265192-7B44-45D3-A1BC-CD20A66879BE}" dt="2020-06-28T05:19:45.921" v="11007" actId="478"/>
          <ac:spMkLst>
            <pc:docMk/>
            <pc:sldMk cId="3710291126" sldId="3022"/>
            <ac:spMk id="169" creationId="{34B3571C-EB74-44EB-B5A0-1EB57000D179}"/>
          </ac:spMkLst>
        </pc:spChg>
        <pc:spChg chg="add del mod">
          <ac:chgData name="Hur Jung" userId="763133add284fb2e" providerId="LiveId" clId="{63265192-7B44-45D3-A1BC-CD20A66879BE}" dt="2020-06-28T05:21:36.557" v="11230" actId="478"/>
          <ac:spMkLst>
            <pc:docMk/>
            <pc:sldMk cId="3710291126" sldId="3022"/>
            <ac:spMk id="170" creationId="{4540EA8A-4BD0-4CB2-B840-22B5E9C13D1F}"/>
          </ac:spMkLst>
        </pc:spChg>
        <pc:spChg chg="add del mod">
          <ac:chgData name="Hur Jung" userId="763133add284fb2e" providerId="LiveId" clId="{63265192-7B44-45D3-A1BC-CD20A66879BE}" dt="2020-06-28T05:21:36.557" v="11230" actId="478"/>
          <ac:spMkLst>
            <pc:docMk/>
            <pc:sldMk cId="3710291126" sldId="3022"/>
            <ac:spMk id="171" creationId="{CF99EAA5-8BA1-4900-9527-D9CAEC9728A3}"/>
          </ac:spMkLst>
        </pc:spChg>
        <pc:spChg chg="add del mod">
          <ac:chgData name="Hur Jung" userId="763133add284fb2e" providerId="LiveId" clId="{63265192-7B44-45D3-A1BC-CD20A66879BE}" dt="2020-06-28T05:21:36.557" v="11230" actId="478"/>
          <ac:spMkLst>
            <pc:docMk/>
            <pc:sldMk cId="3710291126" sldId="3022"/>
            <ac:spMk id="172" creationId="{58848F96-D3E1-40D4-9828-44966D55EE88}"/>
          </ac:spMkLst>
        </pc:spChg>
        <pc:spChg chg="del">
          <ac:chgData name="Hur Jung" userId="763133add284fb2e" providerId="LiveId" clId="{63265192-7B44-45D3-A1BC-CD20A66879BE}" dt="2020-06-28T05:17:15.419" v="10948" actId="478"/>
          <ac:spMkLst>
            <pc:docMk/>
            <pc:sldMk cId="3710291126" sldId="3022"/>
            <ac:spMk id="191" creationId="{6546F285-04E9-4EE5-99C5-9722FF824CAE}"/>
          </ac:spMkLst>
        </pc:spChg>
        <pc:grpChg chg="add del">
          <ac:chgData name="Hur Jung" userId="763133add284fb2e" providerId="LiveId" clId="{63265192-7B44-45D3-A1BC-CD20A66879BE}" dt="2020-06-28T05:18:14.143" v="10974" actId="478"/>
          <ac:grpSpMkLst>
            <pc:docMk/>
            <pc:sldMk cId="3710291126" sldId="3022"/>
            <ac:grpSpMk id="6" creationId="{7481B522-334F-453F-92AB-55DC585E314D}"/>
          </ac:grpSpMkLst>
        </pc:grpChg>
        <pc:grpChg chg="add del">
          <ac:chgData name="Hur Jung" userId="763133add284fb2e" providerId="LiveId" clId="{63265192-7B44-45D3-A1BC-CD20A66879BE}" dt="2020-06-28T05:19:00.628" v="10977" actId="478"/>
          <ac:grpSpMkLst>
            <pc:docMk/>
            <pc:sldMk cId="3710291126" sldId="3022"/>
            <ac:grpSpMk id="70" creationId="{C94EDDBD-0851-4679-BA43-7042D3DAFFDA}"/>
          </ac:grpSpMkLst>
        </pc:grpChg>
        <pc:grpChg chg="add del">
          <ac:chgData name="Hur Jung" userId="763133add284fb2e" providerId="LiveId" clId="{63265192-7B44-45D3-A1BC-CD20A66879BE}" dt="2020-06-28T05:18:14.143" v="10974" actId="478"/>
          <ac:grpSpMkLst>
            <pc:docMk/>
            <pc:sldMk cId="3710291126" sldId="3022"/>
            <ac:grpSpMk id="76" creationId="{4D8F6C27-FDF0-46C5-AD14-064E4B1B87E1}"/>
          </ac:grpSpMkLst>
        </pc:grpChg>
        <pc:grpChg chg="add del mod">
          <ac:chgData name="Hur Jung" userId="763133add284fb2e" providerId="LiveId" clId="{63265192-7B44-45D3-A1BC-CD20A66879BE}" dt="2020-06-28T05:21:36.557" v="11230" actId="478"/>
          <ac:grpSpMkLst>
            <pc:docMk/>
            <pc:sldMk cId="3710291126" sldId="3022"/>
            <ac:grpSpMk id="92" creationId="{99F920E1-B8F4-4309-85D5-6FAB4A71A46F}"/>
          </ac:grpSpMkLst>
        </pc:grpChg>
        <pc:grpChg chg="add del">
          <ac:chgData name="Hur Jung" userId="763133add284fb2e" providerId="LiveId" clId="{63265192-7B44-45D3-A1BC-CD20A66879BE}" dt="2020-06-28T05:18:14.143" v="10974" actId="478"/>
          <ac:grpSpMkLst>
            <pc:docMk/>
            <pc:sldMk cId="3710291126" sldId="3022"/>
            <ac:grpSpMk id="109" creationId="{2796438E-9F55-4F3D-97AB-FAD1E138111D}"/>
          </ac:grpSpMkLst>
        </pc:grpChg>
        <pc:grpChg chg="add del mod">
          <ac:chgData name="Hur Jung" userId="763133add284fb2e" providerId="LiveId" clId="{63265192-7B44-45D3-A1BC-CD20A66879BE}" dt="2020-06-28T05:23:33.469" v="11307" actId="1036"/>
          <ac:grpSpMkLst>
            <pc:docMk/>
            <pc:sldMk cId="3710291126" sldId="3022"/>
            <ac:grpSpMk id="116" creationId="{9B7D7A55-5AB3-4D20-9ECC-75360600A203}"/>
          </ac:grpSpMkLst>
        </pc:grpChg>
        <pc:grpChg chg="add del mod">
          <ac:chgData name="Hur Jung" userId="763133add284fb2e" providerId="LiveId" clId="{63265192-7B44-45D3-A1BC-CD20A66879BE}" dt="2020-06-28T05:21:36.557" v="11230" actId="478"/>
          <ac:grpSpMkLst>
            <pc:docMk/>
            <pc:sldMk cId="3710291126" sldId="3022"/>
            <ac:grpSpMk id="125" creationId="{83D14266-A625-4E41-97D2-DAC98B1DEDC5}"/>
          </ac:grpSpMkLst>
        </pc:grpChg>
        <pc:grpChg chg="add del">
          <ac:chgData name="Hur Jung" userId="763133add284fb2e" providerId="LiveId" clId="{63265192-7B44-45D3-A1BC-CD20A66879BE}" dt="2020-06-28T05:18:14.143" v="10974" actId="478"/>
          <ac:grpSpMkLst>
            <pc:docMk/>
            <pc:sldMk cId="3710291126" sldId="3022"/>
            <ac:grpSpMk id="132" creationId="{9C867197-FBFA-4C90-A6F8-2F749EADBB08}"/>
          </ac:grpSpMkLst>
        </pc:grpChg>
        <pc:grpChg chg="add del mod">
          <ac:chgData name="Hur Jung" userId="763133add284fb2e" providerId="LiveId" clId="{63265192-7B44-45D3-A1BC-CD20A66879BE}" dt="2020-06-28T05:23:33.469" v="11307" actId="1036"/>
          <ac:grpSpMkLst>
            <pc:docMk/>
            <pc:sldMk cId="3710291126" sldId="3022"/>
            <ac:grpSpMk id="146" creationId="{02FDD218-DCA4-48D4-B991-D58018AA5454}"/>
          </ac:grpSpMkLst>
        </pc:grpChg>
        <pc:grpChg chg="add del mod">
          <ac:chgData name="Hur Jung" userId="763133add284fb2e" providerId="LiveId" clId="{63265192-7B44-45D3-A1BC-CD20A66879BE}" dt="2020-06-28T05:21:36.557" v="11230" actId="478"/>
          <ac:grpSpMkLst>
            <pc:docMk/>
            <pc:sldMk cId="3710291126" sldId="3022"/>
            <ac:grpSpMk id="154" creationId="{00A6E5F9-8EDB-4B81-9B90-AD51428F786A}"/>
          </ac:grpSpMkLst>
        </pc:grpChg>
        <pc:grpChg chg="add del mod">
          <ac:chgData name="Hur Jung" userId="763133add284fb2e" providerId="LiveId" clId="{63265192-7B44-45D3-A1BC-CD20A66879BE}" dt="2020-06-28T05:21:36.557" v="11230" actId="478"/>
          <ac:grpSpMkLst>
            <pc:docMk/>
            <pc:sldMk cId="3710291126" sldId="3022"/>
            <ac:grpSpMk id="157" creationId="{70CED842-23B6-4E2E-AB0F-DF9DEDC551CD}"/>
          </ac:grpSpMkLst>
        </pc:grpChg>
        <pc:grpChg chg="add del mod">
          <ac:chgData name="Hur Jung" userId="763133add284fb2e" providerId="LiveId" clId="{63265192-7B44-45D3-A1BC-CD20A66879BE}" dt="2020-06-28T05:21:36.557" v="11230" actId="478"/>
          <ac:grpSpMkLst>
            <pc:docMk/>
            <pc:sldMk cId="3710291126" sldId="3022"/>
            <ac:grpSpMk id="162" creationId="{50E10DD3-11BD-408B-8DBD-4B2FF102B606}"/>
          </ac:grpSpMkLst>
        </pc:grpChg>
        <pc:grpChg chg="add del">
          <ac:chgData name="Hur Jung" userId="763133add284fb2e" providerId="LiveId" clId="{63265192-7B44-45D3-A1BC-CD20A66879BE}" dt="2020-06-28T05:19:00.628" v="10977" actId="478"/>
          <ac:grpSpMkLst>
            <pc:docMk/>
            <pc:sldMk cId="3710291126" sldId="3022"/>
            <ac:grpSpMk id="192" creationId="{956FF71A-91DD-4EE7-8593-9FAB3DE298B9}"/>
          </ac:grpSpMkLst>
        </pc:grpChg>
        <pc:graphicFrameChg chg="add del">
          <ac:chgData name="Hur Jung" userId="763133add284fb2e" providerId="LiveId" clId="{63265192-7B44-45D3-A1BC-CD20A66879BE}" dt="2020-06-28T05:18:14.143" v="10974" actId="478"/>
          <ac:graphicFrameMkLst>
            <pc:docMk/>
            <pc:sldMk cId="3710291126" sldId="3022"/>
            <ac:graphicFrameMk id="86" creationId="{317F784E-A246-4DCE-B5BA-F3907C09FA37}"/>
          </ac:graphicFrameMkLst>
        </pc:graphicFrameChg>
        <pc:graphicFrameChg chg="add del">
          <ac:chgData name="Hur Jung" userId="763133add284fb2e" providerId="LiveId" clId="{63265192-7B44-45D3-A1BC-CD20A66879BE}" dt="2020-06-28T05:18:14.143" v="10974" actId="478"/>
          <ac:graphicFrameMkLst>
            <pc:docMk/>
            <pc:sldMk cId="3710291126" sldId="3022"/>
            <ac:graphicFrameMk id="106" creationId="{4D5D5640-C672-4D30-B429-D4D8514A2157}"/>
          </ac:graphicFrameMkLst>
        </pc:graphicFrameChg>
        <pc:graphicFrameChg chg="add del mod">
          <ac:chgData name="Hur Jung" userId="763133add284fb2e" providerId="LiveId" clId="{63265192-7B44-45D3-A1BC-CD20A66879BE}" dt="2020-06-28T05:21:42.054" v="11232" actId="478"/>
          <ac:graphicFrameMkLst>
            <pc:docMk/>
            <pc:sldMk cId="3710291126" sldId="3022"/>
            <ac:graphicFrameMk id="141" creationId="{C64370BB-8C1E-4006-8263-DFD60094FFCA}"/>
          </ac:graphicFrameMkLst>
        </pc:graphicFrameChg>
        <pc:graphicFrameChg chg="add del mod">
          <ac:chgData name="Hur Jung" userId="763133add284fb2e" providerId="LiveId" clId="{63265192-7B44-45D3-A1BC-CD20A66879BE}" dt="2020-06-28T05:21:42.054" v="11232" actId="478"/>
          <ac:graphicFrameMkLst>
            <pc:docMk/>
            <pc:sldMk cId="3710291126" sldId="3022"/>
            <ac:graphicFrameMk id="174" creationId="{D61D503B-EB2C-4561-AA51-47E5E829AF87}"/>
          </ac:graphicFrameMkLst>
        </pc:graphicFrameChg>
        <pc:picChg chg="add del mod ord">
          <ac:chgData name="Hur Jung" userId="763133add284fb2e" providerId="LiveId" clId="{63265192-7B44-45D3-A1BC-CD20A66879BE}" dt="2020-06-28T05:18:09.548" v="10973" actId="478"/>
          <ac:picMkLst>
            <pc:docMk/>
            <pc:sldMk cId="3710291126" sldId="3022"/>
            <ac:picMk id="5" creationId="{267F50A8-F3A6-429C-A879-4BE112B6E59A}"/>
          </ac:picMkLst>
        </pc:picChg>
        <pc:picChg chg="add del">
          <ac:chgData name="Hur Jung" userId="763133add284fb2e" providerId="LiveId" clId="{63265192-7B44-45D3-A1BC-CD20A66879BE}" dt="2020-06-28T05:18:14.143" v="10974" actId="478"/>
          <ac:picMkLst>
            <pc:docMk/>
            <pc:sldMk cId="3710291126" sldId="3022"/>
            <ac:picMk id="67" creationId="{B8179BE2-F251-49E7-AB49-C5DD8638BFC3}"/>
          </ac:picMkLst>
        </pc:picChg>
        <pc:picChg chg="add del">
          <ac:chgData name="Hur Jung" userId="763133add284fb2e" providerId="LiveId" clId="{63265192-7B44-45D3-A1BC-CD20A66879BE}" dt="2020-06-28T05:19:00.628" v="10977" actId="478"/>
          <ac:picMkLst>
            <pc:docMk/>
            <pc:sldMk cId="3710291126" sldId="3022"/>
            <ac:picMk id="95" creationId="{81BE0E56-81CB-4FBD-A532-553656F78677}"/>
          </ac:picMkLst>
        </pc:picChg>
        <pc:picChg chg="add del">
          <ac:chgData name="Hur Jung" userId="763133add284fb2e" providerId="LiveId" clId="{63265192-7B44-45D3-A1BC-CD20A66879BE}" dt="2020-06-28T05:19:00.628" v="10977" actId="478"/>
          <ac:picMkLst>
            <pc:docMk/>
            <pc:sldMk cId="3710291126" sldId="3022"/>
            <ac:picMk id="96" creationId="{DECA7A5D-AE02-4A81-862D-F37347B7809B}"/>
          </ac:picMkLst>
        </pc:picChg>
        <pc:picChg chg="add del">
          <ac:chgData name="Hur Jung" userId="763133add284fb2e" providerId="LiveId" clId="{63265192-7B44-45D3-A1BC-CD20A66879BE}" dt="2020-06-28T05:19:00.628" v="10977" actId="478"/>
          <ac:picMkLst>
            <pc:docMk/>
            <pc:sldMk cId="3710291126" sldId="3022"/>
            <ac:picMk id="97" creationId="{E6115756-45AB-4222-B140-379FA7B2841C}"/>
          </ac:picMkLst>
        </pc:picChg>
        <pc:picChg chg="mod">
          <ac:chgData name="Hur Jung" userId="763133add284fb2e" providerId="LiveId" clId="{63265192-7B44-45D3-A1BC-CD20A66879BE}" dt="2020-06-28T05:19:02.044" v="10978"/>
          <ac:picMkLst>
            <pc:docMk/>
            <pc:sldMk cId="3710291126" sldId="3022"/>
            <ac:picMk id="102" creationId="{4CB2A0EC-8C15-445A-A4BE-B64CC687B204}"/>
          </ac:picMkLst>
        </pc:picChg>
        <pc:picChg chg="add del">
          <ac:chgData name="Hur Jung" userId="763133add284fb2e" providerId="LiveId" clId="{63265192-7B44-45D3-A1BC-CD20A66879BE}" dt="2020-06-28T05:18:14.143" v="10974" actId="478"/>
          <ac:picMkLst>
            <pc:docMk/>
            <pc:sldMk cId="3710291126" sldId="3022"/>
            <ac:picMk id="108" creationId="{91DBF98E-6141-47C6-9A06-0DC8B88CC4F5}"/>
          </ac:picMkLst>
        </pc:picChg>
        <pc:picChg chg="mod">
          <ac:chgData name="Hur Jung" userId="763133add284fb2e" providerId="LiveId" clId="{63265192-7B44-45D3-A1BC-CD20A66879BE}" dt="2020-06-28T05:19:02.044" v="10978"/>
          <ac:picMkLst>
            <pc:docMk/>
            <pc:sldMk cId="3710291126" sldId="3022"/>
            <ac:picMk id="117" creationId="{4A6A9B04-C325-490D-8FDE-3D0E120E747B}"/>
          </ac:picMkLst>
        </pc:picChg>
        <pc:picChg chg="mod">
          <ac:chgData name="Hur Jung" userId="763133add284fb2e" providerId="LiveId" clId="{63265192-7B44-45D3-A1BC-CD20A66879BE}" dt="2020-06-28T05:19:02.044" v="10978"/>
          <ac:picMkLst>
            <pc:docMk/>
            <pc:sldMk cId="3710291126" sldId="3022"/>
            <ac:picMk id="129" creationId="{05E37364-D0D7-4AB3-B792-5C3E6EFCFD00}"/>
          </ac:picMkLst>
        </pc:picChg>
        <pc:picChg chg="add del">
          <ac:chgData name="Hur Jung" userId="763133add284fb2e" providerId="LiveId" clId="{63265192-7B44-45D3-A1BC-CD20A66879BE}" dt="2020-06-28T05:18:14.143" v="10974" actId="478"/>
          <ac:picMkLst>
            <pc:docMk/>
            <pc:sldMk cId="3710291126" sldId="3022"/>
            <ac:picMk id="136" creationId="{503C5706-D3A9-4638-A65E-CE876B440CA0}"/>
          </ac:picMkLst>
        </pc:picChg>
        <pc:picChg chg="add del mod">
          <ac:chgData name="Hur Jung" userId="763133add284fb2e" providerId="LiveId" clId="{63265192-7B44-45D3-A1BC-CD20A66879BE}" dt="2020-06-28T05:21:42.054" v="11232" actId="478"/>
          <ac:picMkLst>
            <pc:docMk/>
            <pc:sldMk cId="3710291126" sldId="3022"/>
            <ac:picMk id="144" creationId="{587DF867-9E28-4957-9A85-3EB0F3B51886}"/>
          </ac:picMkLst>
        </pc:picChg>
        <pc:picChg chg="mod">
          <ac:chgData name="Hur Jung" userId="763133add284fb2e" providerId="LiveId" clId="{63265192-7B44-45D3-A1BC-CD20A66879BE}" dt="2020-06-28T05:19:02.044" v="10978"/>
          <ac:picMkLst>
            <pc:docMk/>
            <pc:sldMk cId="3710291126" sldId="3022"/>
            <ac:picMk id="147" creationId="{B19222DE-3312-410D-A95E-1459FB2363F2}"/>
          </ac:picMkLst>
        </pc:picChg>
        <pc:picChg chg="mod">
          <ac:chgData name="Hur Jung" userId="763133add284fb2e" providerId="LiveId" clId="{63265192-7B44-45D3-A1BC-CD20A66879BE}" dt="2020-06-28T05:19:02.044" v="10978"/>
          <ac:picMkLst>
            <pc:docMk/>
            <pc:sldMk cId="3710291126" sldId="3022"/>
            <ac:picMk id="156" creationId="{63133D56-D10A-4E51-9A06-99FBA231EFC0}"/>
          </ac:picMkLst>
        </pc:picChg>
        <pc:picChg chg="mod">
          <ac:chgData name="Hur Jung" userId="763133add284fb2e" providerId="LiveId" clId="{63265192-7B44-45D3-A1BC-CD20A66879BE}" dt="2020-06-28T05:19:02.044" v="10978"/>
          <ac:picMkLst>
            <pc:docMk/>
            <pc:sldMk cId="3710291126" sldId="3022"/>
            <ac:picMk id="159" creationId="{22E8B285-2E77-407D-A455-1DDFBD6EF3C9}"/>
          </ac:picMkLst>
        </pc:picChg>
        <pc:picChg chg="mod">
          <ac:chgData name="Hur Jung" userId="763133add284fb2e" providerId="LiveId" clId="{63265192-7B44-45D3-A1BC-CD20A66879BE}" dt="2020-06-28T05:19:02.044" v="10978"/>
          <ac:picMkLst>
            <pc:docMk/>
            <pc:sldMk cId="3710291126" sldId="3022"/>
            <ac:picMk id="164" creationId="{F379E981-7F20-4AC7-B036-162E14FCCB69}"/>
          </ac:picMkLst>
        </pc:picChg>
        <pc:picChg chg="add del mod">
          <ac:chgData name="Hur Jung" userId="763133add284fb2e" providerId="LiveId" clId="{63265192-7B44-45D3-A1BC-CD20A66879BE}" dt="2020-06-28T05:21:42.054" v="11232" actId="478"/>
          <ac:picMkLst>
            <pc:docMk/>
            <pc:sldMk cId="3710291126" sldId="3022"/>
            <ac:picMk id="173" creationId="{D5C33D3C-74E6-4307-B249-F497B91040D9}"/>
          </ac:picMkLst>
        </pc:picChg>
      </pc:sldChg>
      <pc:sldChg chg="addSp delSp modSp add mod">
        <pc:chgData name="Hur Jung" userId="763133add284fb2e" providerId="LiveId" clId="{63265192-7B44-45D3-A1BC-CD20A66879BE}" dt="2020-06-28T05:59:52.071" v="12287" actId="20577"/>
        <pc:sldMkLst>
          <pc:docMk/>
          <pc:sldMk cId="1726206467" sldId="3023"/>
        </pc:sldMkLst>
        <pc:spChg chg="mod">
          <ac:chgData name="Hur Jung" userId="763133add284fb2e" providerId="LiveId" clId="{63265192-7B44-45D3-A1BC-CD20A66879BE}" dt="2020-06-28T05:57:48.317" v="12230" actId="6549"/>
          <ac:spMkLst>
            <pc:docMk/>
            <pc:sldMk cId="1726206467" sldId="3023"/>
            <ac:spMk id="2" creationId="{7BD81DA4-00B3-4972-8588-E928EC125314}"/>
          </ac:spMkLst>
        </pc:spChg>
        <pc:spChg chg="mod">
          <ac:chgData name="Hur Jung" userId="763133add284fb2e" providerId="LiveId" clId="{63265192-7B44-45D3-A1BC-CD20A66879BE}" dt="2020-06-28T05:59:30.982" v="12251"/>
          <ac:spMkLst>
            <pc:docMk/>
            <pc:sldMk cId="1726206467" sldId="3023"/>
            <ac:spMk id="3" creationId="{33EDFEF5-07B2-41DA-9044-87FC0D4242CE}"/>
          </ac:spMkLst>
        </pc:spChg>
        <pc:spChg chg="mod">
          <ac:chgData name="Hur Jung" userId="763133add284fb2e" providerId="LiveId" clId="{63265192-7B44-45D3-A1BC-CD20A66879BE}" dt="2020-06-28T05:58:05.236" v="12246"/>
          <ac:spMkLst>
            <pc:docMk/>
            <pc:sldMk cId="1726206467" sldId="3023"/>
            <ac:spMk id="8" creationId="{6E82CFB3-5E2C-42A1-8F0B-AEA19D88CF3B}"/>
          </ac:spMkLst>
        </pc:spChg>
        <pc:spChg chg="mod">
          <ac:chgData name="Hur Jung" userId="763133add284fb2e" providerId="LiveId" clId="{63265192-7B44-45D3-A1BC-CD20A66879BE}" dt="2020-06-28T05:59:43.251" v="12272"/>
          <ac:spMkLst>
            <pc:docMk/>
            <pc:sldMk cId="1726206467" sldId="3023"/>
            <ac:spMk id="12" creationId="{950B8EEF-4E62-415A-A1B1-92330E3EBCEB}"/>
          </ac:spMkLst>
        </pc:spChg>
        <pc:spChg chg="mod">
          <ac:chgData name="Hur Jung" userId="763133add284fb2e" providerId="LiveId" clId="{63265192-7B44-45D3-A1BC-CD20A66879BE}" dt="2020-06-28T05:59:52.071" v="12287" actId="20577"/>
          <ac:spMkLst>
            <pc:docMk/>
            <pc:sldMk cId="1726206467" sldId="3023"/>
            <ac:spMk id="16" creationId="{8DCFBAE8-DC8F-4F6C-AD59-DF070DC5982E}"/>
          </ac:spMkLst>
        </pc:spChg>
        <pc:spChg chg="del">
          <ac:chgData name="Hur Jung" userId="763133add284fb2e" providerId="LiveId" clId="{63265192-7B44-45D3-A1BC-CD20A66879BE}" dt="2020-06-28T05:57:57.023" v="12231" actId="478"/>
          <ac:spMkLst>
            <pc:docMk/>
            <pc:sldMk cId="1726206467" sldId="3023"/>
            <ac:spMk id="65" creationId="{36824668-6262-44B8-AD98-9CB65A5E3005}"/>
          </ac:spMkLst>
        </pc:spChg>
        <pc:spChg chg="del">
          <ac:chgData name="Hur Jung" userId="763133add284fb2e" providerId="LiveId" clId="{63265192-7B44-45D3-A1BC-CD20A66879BE}" dt="2020-06-28T05:44:02.095" v="11661" actId="478"/>
          <ac:spMkLst>
            <pc:docMk/>
            <pc:sldMk cId="1726206467" sldId="3023"/>
            <ac:spMk id="66" creationId="{80C31BB7-0C10-4A59-9B7A-537194A96A5B}"/>
          </ac:spMkLst>
        </pc:spChg>
        <pc:spChg chg="del">
          <ac:chgData name="Hur Jung" userId="763133add284fb2e" providerId="LiveId" clId="{63265192-7B44-45D3-A1BC-CD20A66879BE}" dt="2020-06-28T05:44:00.338" v="11660" actId="478"/>
          <ac:spMkLst>
            <pc:docMk/>
            <pc:sldMk cId="1726206467" sldId="3023"/>
            <ac:spMk id="67" creationId="{695A028B-41E7-4F48-9534-371A19158682}"/>
          </ac:spMkLst>
        </pc:spChg>
        <pc:spChg chg="del">
          <ac:chgData name="Hur Jung" userId="763133add284fb2e" providerId="LiveId" clId="{63265192-7B44-45D3-A1BC-CD20A66879BE}" dt="2020-06-28T05:44:02.095" v="11661" actId="478"/>
          <ac:spMkLst>
            <pc:docMk/>
            <pc:sldMk cId="1726206467" sldId="3023"/>
            <ac:spMk id="68" creationId="{29F3FB0D-780D-4E18-A2B9-41BE4BF4212A}"/>
          </ac:spMkLst>
        </pc:spChg>
        <pc:spChg chg="mod">
          <ac:chgData name="Hur Jung" userId="763133add284fb2e" providerId="LiveId" clId="{63265192-7B44-45D3-A1BC-CD20A66879BE}" dt="2020-06-28T05:27:48.941" v="11507" actId="14100"/>
          <ac:spMkLst>
            <pc:docMk/>
            <pc:sldMk cId="1726206467" sldId="3023"/>
            <ac:spMk id="69" creationId="{1B20987E-CDE0-43D4-8027-1C2373820DCD}"/>
          </ac:spMkLst>
        </pc:spChg>
        <pc:spChg chg="mod">
          <ac:chgData name="Hur Jung" userId="763133add284fb2e" providerId="LiveId" clId="{63265192-7B44-45D3-A1BC-CD20A66879BE}" dt="2020-06-28T05:51:03.924" v="11892"/>
          <ac:spMkLst>
            <pc:docMk/>
            <pc:sldMk cId="1726206467" sldId="3023"/>
            <ac:spMk id="73" creationId="{6049146F-D26A-4E9C-93CD-7F9B148F25AF}"/>
          </ac:spMkLst>
        </pc:spChg>
        <pc:spChg chg="add mod">
          <ac:chgData name="Hur Jung" userId="763133add284fb2e" providerId="LiveId" clId="{63265192-7B44-45D3-A1BC-CD20A66879BE}" dt="2020-06-28T05:31:06.258" v="11625"/>
          <ac:spMkLst>
            <pc:docMk/>
            <pc:sldMk cId="1726206467" sldId="3023"/>
            <ac:spMk id="74" creationId="{21A261EC-7E48-4EEC-AB57-21623AF7D669}"/>
          </ac:spMkLst>
        </pc:spChg>
        <pc:spChg chg="mod">
          <ac:chgData name="Hur Jung" userId="763133add284fb2e" providerId="LiveId" clId="{63265192-7B44-45D3-A1BC-CD20A66879BE}" dt="2020-06-28T05:28:19.641" v="11538"/>
          <ac:spMkLst>
            <pc:docMk/>
            <pc:sldMk cId="1726206467" sldId="3023"/>
            <ac:spMk id="76" creationId="{D1EE0849-BF30-4E74-9B3D-29B22CC0E5C8}"/>
          </ac:spMkLst>
        </pc:spChg>
        <pc:spChg chg="mod">
          <ac:chgData name="Hur Jung" userId="763133add284fb2e" providerId="LiveId" clId="{63265192-7B44-45D3-A1BC-CD20A66879BE}" dt="2020-06-28T05:51:27.801" v="11914" actId="1036"/>
          <ac:spMkLst>
            <pc:docMk/>
            <pc:sldMk cId="1726206467" sldId="3023"/>
            <ac:spMk id="78" creationId="{52EF7EFC-45AB-46AF-9FA8-71BCC5C8E80F}"/>
          </ac:spMkLst>
        </pc:spChg>
        <pc:spChg chg="del">
          <ac:chgData name="Hur Jung" userId="763133add284fb2e" providerId="LiveId" clId="{63265192-7B44-45D3-A1BC-CD20A66879BE}" dt="2020-06-28T05:26:45.311" v="11476" actId="478"/>
          <ac:spMkLst>
            <pc:docMk/>
            <pc:sldMk cId="1726206467" sldId="3023"/>
            <ac:spMk id="80" creationId="{78BFC06E-BAAE-426D-9816-9A95593D7D8D}"/>
          </ac:spMkLst>
        </pc:spChg>
        <pc:spChg chg="del">
          <ac:chgData name="Hur Jung" userId="763133add284fb2e" providerId="LiveId" clId="{63265192-7B44-45D3-A1BC-CD20A66879BE}" dt="2020-06-28T05:26:39.438" v="11474" actId="478"/>
          <ac:spMkLst>
            <pc:docMk/>
            <pc:sldMk cId="1726206467" sldId="3023"/>
            <ac:spMk id="81" creationId="{AC44867E-FB41-49A5-A810-CE46E2452675}"/>
          </ac:spMkLst>
        </pc:spChg>
        <pc:spChg chg="del">
          <ac:chgData name="Hur Jung" userId="763133add284fb2e" providerId="LiveId" clId="{63265192-7B44-45D3-A1BC-CD20A66879BE}" dt="2020-06-28T05:26:39.438" v="11474" actId="478"/>
          <ac:spMkLst>
            <pc:docMk/>
            <pc:sldMk cId="1726206467" sldId="3023"/>
            <ac:spMk id="82" creationId="{072ECFB6-5C5D-45AE-B285-21A050359852}"/>
          </ac:spMkLst>
        </pc:spChg>
        <pc:spChg chg="mod">
          <ac:chgData name="Hur Jung" userId="763133add284fb2e" providerId="LiveId" clId="{63265192-7B44-45D3-A1BC-CD20A66879BE}" dt="2020-06-28T05:52:01.298" v="11930" actId="14100"/>
          <ac:spMkLst>
            <pc:docMk/>
            <pc:sldMk cId="1726206467" sldId="3023"/>
            <ac:spMk id="85" creationId="{60B64B52-6E0F-4DCA-9D92-41B7FA6AAD92}"/>
          </ac:spMkLst>
        </pc:spChg>
        <pc:spChg chg="mod">
          <ac:chgData name="Hur Jung" userId="763133add284fb2e" providerId="LiveId" clId="{63265192-7B44-45D3-A1BC-CD20A66879BE}" dt="2020-06-28T05:31:06.258" v="11625"/>
          <ac:spMkLst>
            <pc:docMk/>
            <pc:sldMk cId="1726206467" sldId="3023"/>
            <ac:spMk id="86" creationId="{CA039A00-C4F8-4294-8DAE-0517A2A5F762}"/>
          </ac:spMkLst>
        </pc:spChg>
        <pc:spChg chg="del">
          <ac:chgData name="Hur Jung" userId="763133add284fb2e" providerId="LiveId" clId="{63265192-7B44-45D3-A1BC-CD20A66879BE}" dt="2020-06-28T05:27:12.880" v="11492" actId="478"/>
          <ac:spMkLst>
            <pc:docMk/>
            <pc:sldMk cId="1726206467" sldId="3023"/>
            <ac:spMk id="87" creationId="{DBC08A59-E785-47A8-B33D-69A4E7A52F6E}"/>
          </ac:spMkLst>
        </pc:spChg>
        <pc:spChg chg="mod">
          <ac:chgData name="Hur Jung" userId="763133add284fb2e" providerId="LiveId" clId="{63265192-7B44-45D3-A1BC-CD20A66879BE}" dt="2020-06-28T05:52:07.727" v="11934" actId="1038"/>
          <ac:spMkLst>
            <pc:docMk/>
            <pc:sldMk cId="1726206467" sldId="3023"/>
            <ac:spMk id="88" creationId="{751E5B99-A8FC-4AD4-B313-9D95C088CD41}"/>
          </ac:spMkLst>
        </pc:spChg>
        <pc:spChg chg="del">
          <ac:chgData name="Hur Jung" userId="763133add284fb2e" providerId="LiveId" clId="{63265192-7B44-45D3-A1BC-CD20A66879BE}" dt="2020-06-28T05:29:55.012" v="11589" actId="478"/>
          <ac:spMkLst>
            <pc:docMk/>
            <pc:sldMk cId="1726206467" sldId="3023"/>
            <ac:spMk id="89" creationId="{F08B7DA5-5F8A-4866-86A3-1DAA22C774FD}"/>
          </ac:spMkLst>
        </pc:spChg>
        <pc:spChg chg="del">
          <ac:chgData name="Hur Jung" userId="763133add284fb2e" providerId="LiveId" clId="{63265192-7B44-45D3-A1BC-CD20A66879BE}" dt="2020-06-28T05:26:45.311" v="11476" actId="478"/>
          <ac:spMkLst>
            <pc:docMk/>
            <pc:sldMk cId="1726206467" sldId="3023"/>
            <ac:spMk id="90" creationId="{86C7EB59-EC6D-4F37-B2B5-AF61FF5C1E82}"/>
          </ac:spMkLst>
        </pc:spChg>
        <pc:spChg chg="del">
          <ac:chgData name="Hur Jung" userId="763133add284fb2e" providerId="LiveId" clId="{63265192-7B44-45D3-A1BC-CD20A66879BE}" dt="2020-06-28T05:26:45.311" v="11476" actId="478"/>
          <ac:spMkLst>
            <pc:docMk/>
            <pc:sldMk cId="1726206467" sldId="3023"/>
            <ac:spMk id="91" creationId="{83093587-6A0D-4EEB-834F-7585CAAEC800}"/>
          </ac:spMkLst>
        </pc:spChg>
        <pc:spChg chg="del">
          <ac:chgData name="Hur Jung" userId="763133add284fb2e" providerId="LiveId" clId="{63265192-7B44-45D3-A1BC-CD20A66879BE}" dt="2020-06-28T05:26:45.311" v="11476" actId="478"/>
          <ac:spMkLst>
            <pc:docMk/>
            <pc:sldMk cId="1726206467" sldId="3023"/>
            <ac:spMk id="92" creationId="{6DA9F1AD-2DB5-459F-A90D-2E4632185A76}"/>
          </ac:spMkLst>
        </pc:spChg>
        <pc:spChg chg="del mod">
          <ac:chgData name="Hur Jung" userId="763133add284fb2e" providerId="LiveId" clId="{63265192-7B44-45D3-A1BC-CD20A66879BE}" dt="2020-06-28T05:29:51.075" v="11588" actId="478"/>
          <ac:spMkLst>
            <pc:docMk/>
            <pc:sldMk cId="1726206467" sldId="3023"/>
            <ac:spMk id="93" creationId="{E460F249-B062-4397-A412-523A3D4B3E38}"/>
          </ac:spMkLst>
        </pc:spChg>
        <pc:spChg chg="del">
          <ac:chgData name="Hur Jung" userId="763133add284fb2e" providerId="LiveId" clId="{63265192-7B44-45D3-A1BC-CD20A66879BE}" dt="2020-06-28T05:26:45.311" v="11476" actId="478"/>
          <ac:spMkLst>
            <pc:docMk/>
            <pc:sldMk cId="1726206467" sldId="3023"/>
            <ac:spMk id="94" creationId="{7340ACCA-8679-4F9B-870B-57454C3C5A70}"/>
          </ac:spMkLst>
        </pc:spChg>
        <pc:spChg chg="mod">
          <ac:chgData name="Hur Jung" userId="763133add284fb2e" providerId="LiveId" clId="{63265192-7B44-45D3-A1BC-CD20A66879BE}" dt="2020-06-28T05:49:56.127" v="11868" actId="14100"/>
          <ac:spMkLst>
            <pc:docMk/>
            <pc:sldMk cId="1726206467" sldId="3023"/>
            <ac:spMk id="96" creationId="{120391EC-5AD0-4E88-9F66-DB3707AFBF3F}"/>
          </ac:spMkLst>
        </pc:spChg>
        <pc:spChg chg="mod ord">
          <ac:chgData name="Hur Jung" userId="763133add284fb2e" providerId="LiveId" clId="{63265192-7B44-45D3-A1BC-CD20A66879BE}" dt="2020-06-28T05:58:26.439" v="12250" actId="166"/>
          <ac:spMkLst>
            <pc:docMk/>
            <pc:sldMk cId="1726206467" sldId="3023"/>
            <ac:spMk id="99" creationId="{8A585D58-FE39-4012-9543-2AD54D010DA9}"/>
          </ac:spMkLst>
        </pc:spChg>
        <pc:spChg chg="del">
          <ac:chgData name="Hur Jung" userId="763133add284fb2e" providerId="LiveId" clId="{63265192-7B44-45D3-A1BC-CD20A66879BE}" dt="2020-06-28T05:26:39.438" v="11474" actId="478"/>
          <ac:spMkLst>
            <pc:docMk/>
            <pc:sldMk cId="1726206467" sldId="3023"/>
            <ac:spMk id="100" creationId="{D5033013-527A-41A9-BA6B-9C97840BA2C3}"/>
          </ac:spMkLst>
        </pc:spChg>
        <pc:spChg chg="mod">
          <ac:chgData name="Hur Jung" userId="763133add284fb2e" providerId="LiveId" clId="{63265192-7B44-45D3-A1BC-CD20A66879BE}" dt="2020-06-28T05:55:27.641" v="12065"/>
          <ac:spMkLst>
            <pc:docMk/>
            <pc:sldMk cId="1726206467" sldId="3023"/>
            <ac:spMk id="101" creationId="{85E499D0-DEB3-4B28-B817-0378D51BF597}"/>
          </ac:spMkLst>
        </pc:spChg>
        <pc:spChg chg="del">
          <ac:chgData name="Hur Jung" userId="763133add284fb2e" providerId="LiveId" clId="{63265192-7B44-45D3-A1BC-CD20A66879BE}" dt="2020-06-28T05:26:40.743" v="11475" actId="478"/>
          <ac:spMkLst>
            <pc:docMk/>
            <pc:sldMk cId="1726206467" sldId="3023"/>
            <ac:spMk id="102" creationId="{0765F464-8CDD-43FB-94B5-A500D9536D5A}"/>
          </ac:spMkLst>
        </pc:spChg>
        <pc:spChg chg="del">
          <ac:chgData name="Hur Jung" userId="763133add284fb2e" providerId="LiveId" clId="{63265192-7B44-45D3-A1BC-CD20A66879BE}" dt="2020-06-28T05:26:45.311" v="11476" actId="478"/>
          <ac:spMkLst>
            <pc:docMk/>
            <pc:sldMk cId="1726206467" sldId="3023"/>
            <ac:spMk id="103" creationId="{90703A13-A15A-4553-888D-FE7ACF679ECD}"/>
          </ac:spMkLst>
        </pc:spChg>
        <pc:spChg chg="del">
          <ac:chgData name="Hur Jung" userId="763133add284fb2e" providerId="LiveId" clId="{63265192-7B44-45D3-A1BC-CD20A66879BE}" dt="2020-06-28T05:26:45.311" v="11476" actId="478"/>
          <ac:spMkLst>
            <pc:docMk/>
            <pc:sldMk cId="1726206467" sldId="3023"/>
            <ac:spMk id="104" creationId="{3A5D0140-B364-4E8F-A039-831111F3A843}"/>
          </ac:spMkLst>
        </pc:spChg>
        <pc:spChg chg="mod">
          <ac:chgData name="Hur Jung" userId="763133add284fb2e" providerId="LiveId" clId="{63265192-7B44-45D3-A1BC-CD20A66879BE}" dt="2020-06-28T05:29:03.493" v="11553"/>
          <ac:spMkLst>
            <pc:docMk/>
            <pc:sldMk cId="1726206467" sldId="3023"/>
            <ac:spMk id="105" creationId="{C6125769-8975-407C-89CD-61EF42B4016A}"/>
          </ac:spMkLst>
        </pc:spChg>
        <pc:spChg chg="mod">
          <ac:chgData name="Hur Jung" userId="763133add284fb2e" providerId="LiveId" clId="{63265192-7B44-45D3-A1BC-CD20A66879BE}" dt="2020-06-28T05:43:36.426" v="11649" actId="1035"/>
          <ac:spMkLst>
            <pc:docMk/>
            <pc:sldMk cId="1726206467" sldId="3023"/>
            <ac:spMk id="107" creationId="{988C58CA-C32F-4E0C-9203-5BB9EF87F1FE}"/>
          </ac:spMkLst>
        </pc:spChg>
        <pc:spChg chg="mod">
          <ac:chgData name="Hur Jung" userId="763133add284fb2e" providerId="LiveId" clId="{63265192-7B44-45D3-A1BC-CD20A66879BE}" dt="2020-06-28T05:29:21.203" v="11556"/>
          <ac:spMkLst>
            <pc:docMk/>
            <pc:sldMk cId="1726206467" sldId="3023"/>
            <ac:spMk id="111" creationId="{E0394284-FC50-40DE-8A20-5208B4459134}"/>
          </ac:spMkLst>
        </pc:spChg>
        <pc:spChg chg="del mod">
          <ac:chgData name="Hur Jung" userId="763133add284fb2e" providerId="LiveId" clId="{63265192-7B44-45D3-A1BC-CD20A66879BE}" dt="2020-06-28T05:58:22.677" v="12248" actId="21"/>
          <ac:spMkLst>
            <pc:docMk/>
            <pc:sldMk cId="1726206467" sldId="3023"/>
            <ac:spMk id="113" creationId="{AD5468A4-3283-444F-B213-42C03136D480}"/>
          </ac:spMkLst>
        </pc:spChg>
        <pc:spChg chg="del mod">
          <ac:chgData name="Hur Jung" userId="763133add284fb2e" providerId="LiveId" clId="{63265192-7B44-45D3-A1BC-CD20A66879BE}" dt="2020-06-28T05:55:43.594" v="12066" actId="478"/>
          <ac:spMkLst>
            <pc:docMk/>
            <pc:sldMk cId="1726206467" sldId="3023"/>
            <ac:spMk id="119" creationId="{0AD1072F-50E1-46B3-A199-6962B241C275}"/>
          </ac:spMkLst>
        </pc:spChg>
        <pc:spChg chg="mod">
          <ac:chgData name="Hur Jung" userId="763133add284fb2e" providerId="LiveId" clId="{63265192-7B44-45D3-A1BC-CD20A66879BE}" dt="2020-06-28T05:29:21.203" v="11556"/>
          <ac:spMkLst>
            <pc:docMk/>
            <pc:sldMk cId="1726206467" sldId="3023"/>
            <ac:spMk id="121" creationId="{BB274104-2D0B-4652-8EE5-BCB6A3E49AE0}"/>
          </ac:spMkLst>
        </pc:spChg>
        <pc:spChg chg="mod">
          <ac:chgData name="Hur Jung" userId="763133add284fb2e" providerId="LiveId" clId="{63265192-7B44-45D3-A1BC-CD20A66879BE}" dt="2020-06-28T05:49:05.928" v="11832" actId="12788"/>
          <ac:spMkLst>
            <pc:docMk/>
            <pc:sldMk cId="1726206467" sldId="3023"/>
            <ac:spMk id="122" creationId="{ABC28626-3987-4A1D-AE53-837A640B3880}"/>
          </ac:spMkLst>
        </pc:spChg>
        <pc:spChg chg="mod">
          <ac:chgData name="Hur Jung" userId="763133add284fb2e" providerId="LiveId" clId="{63265192-7B44-45D3-A1BC-CD20A66879BE}" dt="2020-06-28T05:49:05.928" v="11832" actId="12788"/>
          <ac:spMkLst>
            <pc:docMk/>
            <pc:sldMk cId="1726206467" sldId="3023"/>
            <ac:spMk id="123" creationId="{49CA5441-EBBB-4D8E-8289-0219569033AE}"/>
          </ac:spMkLst>
        </pc:spChg>
        <pc:spChg chg="add mod">
          <ac:chgData name="Hur Jung" userId="763133add284fb2e" providerId="LiveId" clId="{63265192-7B44-45D3-A1BC-CD20A66879BE}" dt="2020-06-28T05:53:12.192" v="11972" actId="1038"/>
          <ac:spMkLst>
            <pc:docMk/>
            <pc:sldMk cId="1726206467" sldId="3023"/>
            <ac:spMk id="125" creationId="{1E8476D8-E881-4F9B-9B1F-C9D447443B39}"/>
          </ac:spMkLst>
        </pc:spChg>
        <pc:spChg chg="add del mod">
          <ac:chgData name="Hur Jung" userId="763133add284fb2e" providerId="LiveId" clId="{63265192-7B44-45D3-A1BC-CD20A66879BE}" dt="2020-06-28T05:51:57.732" v="11929" actId="478"/>
          <ac:spMkLst>
            <pc:docMk/>
            <pc:sldMk cId="1726206467" sldId="3023"/>
            <ac:spMk id="126" creationId="{B96A75AB-6E93-41CA-9216-CD937AE93167}"/>
          </ac:spMkLst>
        </pc:spChg>
        <pc:spChg chg="mod">
          <ac:chgData name="Hur Jung" userId="763133add284fb2e" providerId="LiveId" clId="{63265192-7B44-45D3-A1BC-CD20A66879BE}" dt="2020-06-28T05:30:12.282" v="11601"/>
          <ac:spMkLst>
            <pc:docMk/>
            <pc:sldMk cId="1726206467" sldId="3023"/>
            <ac:spMk id="128" creationId="{93EB614A-BD13-4798-90B1-EF75CE90AE38}"/>
          </ac:spMkLst>
        </pc:spChg>
        <pc:spChg chg="mod">
          <ac:chgData name="Hur Jung" userId="763133add284fb2e" providerId="LiveId" clId="{63265192-7B44-45D3-A1BC-CD20A66879BE}" dt="2020-06-28T05:50:49.628" v="11871" actId="1038"/>
          <ac:spMkLst>
            <pc:docMk/>
            <pc:sldMk cId="1726206467" sldId="3023"/>
            <ac:spMk id="130" creationId="{BC586C2E-4AA5-4C73-BBAF-FDAF4868D35B}"/>
          </ac:spMkLst>
        </pc:spChg>
        <pc:spChg chg="mod">
          <ac:chgData name="Hur Jung" userId="763133add284fb2e" providerId="LiveId" clId="{63265192-7B44-45D3-A1BC-CD20A66879BE}" dt="2020-06-28T05:50:49.628" v="11871" actId="1038"/>
          <ac:spMkLst>
            <pc:docMk/>
            <pc:sldMk cId="1726206467" sldId="3023"/>
            <ac:spMk id="131" creationId="{3CA94C71-004E-4FB9-94E7-BBFCBAE7C279}"/>
          </ac:spMkLst>
        </pc:spChg>
        <pc:spChg chg="add mod">
          <ac:chgData name="Hur Jung" userId="763133add284fb2e" providerId="LiveId" clId="{63265192-7B44-45D3-A1BC-CD20A66879BE}" dt="2020-06-28T05:53:12.192" v="11972" actId="1038"/>
          <ac:spMkLst>
            <pc:docMk/>
            <pc:sldMk cId="1726206467" sldId="3023"/>
            <ac:spMk id="132" creationId="{27A19258-CC85-4E68-9F18-566AA2A571F0}"/>
          </ac:spMkLst>
        </pc:spChg>
        <pc:spChg chg="mod">
          <ac:chgData name="Hur Jung" userId="763133add284fb2e" providerId="LiveId" clId="{63265192-7B44-45D3-A1BC-CD20A66879BE}" dt="2020-06-28T05:30:12.282" v="11601"/>
          <ac:spMkLst>
            <pc:docMk/>
            <pc:sldMk cId="1726206467" sldId="3023"/>
            <ac:spMk id="134" creationId="{BC6A544E-73BE-4279-9591-964FAB75A52C}"/>
          </ac:spMkLst>
        </pc:spChg>
        <pc:spChg chg="add mod">
          <ac:chgData name="Hur Jung" userId="763133add284fb2e" providerId="LiveId" clId="{63265192-7B44-45D3-A1BC-CD20A66879BE}" dt="2020-06-28T05:58:22.976" v="12249"/>
          <ac:spMkLst>
            <pc:docMk/>
            <pc:sldMk cId="1726206467" sldId="3023"/>
            <ac:spMk id="140" creationId="{2E59051E-D106-47D6-99F4-9BE314172088}"/>
          </ac:spMkLst>
        </pc:spChg>
        <pc:spChg chg="mod">
          <ac:chgData name="Hur Jung" userId="763133add284fb2e" providerId="LiveId" clId="{63265192-7B44-45D3-A1BC-CD20A66879BE}" dt="2020-06-28T05:30:23.149" v="11603" actId="1076"/>
          <ac:spMkLst>
            <pc:docMk/>
            <pc:sldMk cId="1726206467" sldId="3023"/>
            <ac:spMk id="191" creationId="{6546F285-04E9-4EE5-99C5-9722FF824CAE}"/>
          </ac:spMkLst>
        </pc:spChg>
        <pc:spChg chg="mod">
          <ac:chgData name="Hur Jung" userId="763133add284fb2e" providerId="LiveId" clId="{63265192-7B44-45D3-A1BC-CD20A66879BE}" dt="2020-06-28T05:56:00.697" v="12076"/>
          <ac:spMkLst>
            <pc:docMk/>
            <pc:sldMk cId="1726206467" sldId="3023"/>
            <ac:spMk id="194" creationId="{6936DE11-40B6-40AD-8A01-323749E81C1B}"/>
          </ac:spMkLst>
        </pc:spChg>
        <pc:grpChg chg="mod">
          <ac:chgData name="Hur Jung" userId="763133add284fb2e" providerId="LiveId" clId="{63265192-7B44-45D3-A1BC-CD20A66879BE}" dt="2020-06-28T05:49:05.928" v="11832" actId="12788"/>
          <ac:grpSpMkLst>
            <pc:docMk/>
            <pc:sldMk cId="1726206467" sldId="3023"/>
            <ac:grpSpMk id="6" creationId="{7481B522-334F-453F-92AB-55DC585E314D}"/>
          </ac:grpSpMkLst>
        </pc:grpChg>
        <pc:grpChg chg="del">
          <ac:chgData name="Hur Jung" userId="763133add284fb2e" providerId="LiveId" clId="{63265192-7B44-45D3-A1BC-CD20A66879BE}" dt="2020-06-28T05:29:17.818" v="11555" actId="478"/>
          <ac:grpSpMkLst>
            <pc:docMk/>
            <pc:sldMk cId="1726206467" sldId="3023"/>
            <ac:grpSpMk id="60" creationId="{128AA805-C66F-499B-8FF1-0759598A256F}"/>
          </ac:grpSpMkLst>
        </pc:grpChg>
        <pc:grpChg chg="add mod">
          <ac:chgData name="Hur Jung" userId="763133add284fb2e" providerId="LiveId" clId="{63265192-7B44-45D3-A1BC-CD20A66879BE}" dt="2020-06-28T05:30:11.171" v="11600" actId="1038"/>
          <ac:grpSpMkLst>
            <pc:docMk/>
            <pc:sldMk cId="1726206467" sldId="3023"/>
            <ac:grpSpMk id="64" creationId="{69552D19-8B60-494B-9FE0-EC11C95317F1}"/>
          </ac:grpSpMkLst>
        </pc:grpChg>
        <pc:grpChg chg="mod">
          <ac:chgData name="Hur Jung" userId="763133add284fb2e" providerId="LiveId" clId="{63265192-7B44-45D3-A1BC-CD20A66879BE}" dt="2020-06-28T05:51:17.414" v="11898" actId="14100"/>
          <ac:grpSpMkLst>
            <pc:docMk/>
            <pc:sldMk cId="1726206467" sldId="3023"/>
            <ac:grpSpMk id="70" creationId="{C94EDDBD-0851-4679-BA43-7042D3DAFFDA}"/>
          </ac:grpSpMkLst>
        </pc:grpChg>
        <pc:grpChg chg="add del mod">
          <ac:chgData name="Hur Jung" userId="763133add284fb2e" providerId="LiveId" clId="{63265192-7B44-45D3-A1BC-CD20A66879BE}" dt="2020-06-28T05:29:01.707" v="11552" actId="478"/>
          <ac:grpSpMkLst>
            <pc:docMk/>
            <pc:sldMk cId="1726206467" sldId="3023"/>
            <ac:grpSpMk id="75" creationId="{79C67C47-EDFA-4BC2-BF63-3CDFA04CEF2E}"/>
          </ac:grpSpMkLst>
        </pc:grpChg>
        <pc:grpChg chg="add mod">
          <ac:chgData name="Hur Jung" userId="763133add284fb2e" providerId="LiveId" clId="{63265192-7B44-45D3-A1BC-CD20A66879BE}" dt="2020-06-28T05:30:11.171" v="11600" actId="1038"/>
          <ac:grpSpMkLst>
            <pc:docMk/>
            <pc:sldMk cId="1726206467" sldId="3023"/>
            <ac:grpSpMk id="83" creationId="{6A620CE1-D5D0-48C9-B6B3-561ABAB1BF0D}"/>
          </ac:grpSpMkLst>
        </pc:grpChg>
        <pc:grpChg chg="mod ord">
          <ac:chgData name="Hur Jung" userId="763133add284fb2e" providerId="LiveId" clId="{63265192-7B44-45D3-A1BC-CD20A66879BE}" dt="2020-06-28T05:49:40.168" v="11837" actId="166"/>
          <ac:grpSpMkLst>
            <pc:docMk/>
            <pc:sldMk cId="1726206467" sldId="3023"/>
            <ac:grpSpMk id="95" creationId="{18B3723F-917B-4CFC-8FC0-3C64A374D79A}"/>
          </ac:grpSpMkLst>
        </pc:grpChg>
        <pc:grpChg chg="add del mod">
          <ac:chgData name="Hur Jung" userId="763133add284fb2e" providerId="LiveId" clId="{63265192-7B44-45D3-A1BC-CD20A66879BE}" dt="2020-06-28T05:29:55.012" v="11589" actId="478"/>
          <ac:grpSpMkLst>
            <pc:docMk/>
            <pc:sldMk cId="1726206467" sldId="3023"/>
            <ac:grpSpMk id="110" creationId="{B7F2E0A8-EDA1-4324-B773-6C701055E90B}"/>
          </ac:grpSpMkLst>
        </pc:grpChg>
        <pc:grpChg chg="add del mod">
          <ac:chgData name="Hur Jung" userId="763133add284fb2e" providerId="LiveId" clId="{63265192-7B44-45D3-A1BC-CD20A66879BE}" dt="2020-06-28T05:29:55.012" v="11589" actId="478"/>
          <ac:grpSpMkLst>
            <pc:docMk/>
            <pc:sldMk cId="1726206467" sldId="3023"/>
            <ac:grpSpMk id="114" creationId="{B89795B9-0968-4232-A924-F780D96971E3}"/>
          </ac:grpSpMkLst>
        </pc:grpChg>
        <pc:grpChg chg="del mod">
          <ac:chgData name="Hur Jung" userId="763133add284fb2e" providerId="LiveId" clId="{63265192-7B44-45D3-A1BC-CD20A66879BE}" dt="2020-06-28T05:55:43.594" v="12066" actId="478"/>
          <ac:grpSpMkLst>
            <pc:docMk/>
            <pc:sldMk cId="1726206467" sldId="3023"/>
            <ac:grpSpMk id="116" creationId="{E64A8580-C06D-4DAB-B1E4-9A30897D24F3}"/>
          </ac:grpSpMkLst>
        </pc:grpChg>
        <pc:grpChg chg="add mod">
          <ac:chgData name="Hur Jung" userId="763133add284fb2e" providerId="LiveId" clId="{63265192-7B44-45D3-A1BC-CD20A66879BE}" dt="2020-06-28T05:30:16.649" v="11602" actId="1076"/>
          <ac:grpSpMkLst>
            <pc:docMk/>
            <pc:sldMk cId="1726206467" sldId="3023"/>
            <ac:grpSpMk id="127" creationId="{FB6C525E-D5C0-4210-8140-41A89F0327E3}"/>
          </ac:grpSpMkLst>
        </pc:grpChg>
        <pc:grpChg chg="add mod">
          <ac:chgData name="Hur Jung" userId="763133add284fb2e" providerId="LiveId" clId="{63265192-7B44-45D3-A1BC-CD20A66879BE}" dt="2020-06-28T05:30:16.649" v="11602" actId="1076"/>
          <ac:grpSpMkLst>
            <pc:docMk/>
            <pc:sldMk cId="1726206467" sldId="3023"/>
            <ac:grpSpMk id="133" creationId="{96E32CCF-204B-4F96-811C-C03509409619}"/>
          </ac:grpSpMkLst>
        </pc:grpChg>
        <pc:grpChg chg="add del mod">
          <ac:chgData name="Hur Jung" userId="763133add284fb2e" providerId="LiveId" clId="{63265192-7B44-45D3-A1BC-CD20A66879BE}" dt="2020-06-28T05:48:21.569" v="11796" actId="478"/>
          <ac:grpSpMkLst>
            <pc:docMk/>
            <pc:sldMk cId="1726206467" sldId="3023"/>
            <ac:grpSpMk id="136" creationId="{956B147A-3230-46AA-87C0-E98629F8A674}"/>
          </ac:grpSpMkLst>
        </pc:grpChg>
        <pc:grpChg chg="mod">
          <ac:chgData name="Hur Jung" userId="763133add284fb2e" providerId="LiveId" clId="{63265192-7B44-45D3-A1BC-CD20A66879BE}" dt="2020-06-28T05:30:23.149" v="11603" actId="1076"/>
          <ac:grpSpMkLst>
            <pc:docMk/>
            <pc:sldMk cId="1726206467" sldId="3023"/>
            <ac:grpSpMk id="192" creationId="{956FF71A-91DD-4EE7-8593-9FAB3DE298B9}"/>
          </ac:grpSpMkLst>
        </pc:grpChg>
        <pc:graphicFrameChg chg="del">
          <ac:chgData name="Hur Jung" userId="763133add284fb2e" providerId="LiveId" clId="{63265192-7B44-45D3-A1BC-CD20A66879BE}" dt="2020-06-28T05:26:39.438" v="11474" actId="478"/>
          <ac:graphicFrameMkLst>
            <pc:docMk/>
            <pc:sldMk cId="1726206467" sldId="3023"/>
            <ac:graphicFrameMk id="77" creationId="{F5DEBF78-F2CC-4F85-8770-820933CE59A3}"/>
          </ac:graphicFrameMkLst>
        </pc:graphicFrameChg>
        <pc:graphicFrameChg chg="mod ord modGraphic">
          <ac:chgData name="Hur Jung" userId="763133add284fb2e" providerId="LiveId" clId="{63265192-7B44-45D3-A1BC-CD20A66879BE}" dt="2020-06-28T05:48:11.484" v="11793" actId="2161"/>
          <ac:graphicFrameMkLst>
            <pc:docMk/>
            <pc:sldMk cId="1726206467" sldId="3023"/>
            <ac:graphicFrameMk id="106" creationId="{4D5D5640-C672-4D30-B429-D4D8514A2157}"/>
          </ac:graphicFrameMkLst>
        </pc:graphicFrameChg>
        <pc:picChg chg="mod">
          <ac:chgData name="Hur Jung" userId="763133add284fb2e" providerId="LiveId" clId="{63265192-7B44-45D3-A1BC-CD20A66879BE}" dt="2020-06-28T05:27:08.335" v="11490"/>
          <ac:picMkLst>
            <pc:docMk/>
            <pc:sldMk cId="1726206467" sldId="3023"/>
            <ac:picMk id="71" creationId="{F4923FEE-F403-46A5-A24F-ABB6D4362157}"/>
          </ac:picMkLst>
        </pc:picChg>
        <pc:picChg chg="mod">
          <ac:chgData name="Hur Jung" userId="763133add284fb2e" providerId="LiveId" clId="{63265192-7B44-45D3-A1BC-CD20A66879BE}" dt="2020-06-28T05:28:19.641" v="11538"/>
          <ac:picMkLst>
            <pc:docMk/>
            <pc:sldMk cId="1726206467" sldId="3023"/>
            <ac:picMk id="79" creationId="{A4357C6A-6834-400F-BF4A-545B2341071B}"/>
          </ac:picMkLst>
        </pc:picChg>
        <pc:picChg chg="del">
          <ac:chgData name="Hur Jung" userId="763133add284fb2e" providerId="LiveId" clId="{63265192-7B44-45D3-A1BC-CD20A66879BE}" dt="2020-06-28T05:26:45.311" v="11476" actId="478"/>
          <ac:picMkLst>
            <pc:docMk/>
            <pc:sldMk cId="1726206467" sldId="3023"/>
            <ac:picMk id="84" creationId="{612513A2-FC45-4C9C-8653-0D1F25FE7081}"/>
          </ac:picMkLst>
        </pc:picChg>
        <pc:picChg chg="mod">
          <ac:chgData name="Hur Jung" userId="763133add284fb2e" providerId="LiveId" clId="{63265192-7B44-45D3-A1BC-CD20A66879BE}" dt="2020-06-28T05:49:50.721" v="11867" actId="1036"/>
          <ac:picMkLst>
            <pc:docMk/>
            <pc:sldMk cId="1726206467" sldId="3023"/>
            <ac:picMk id="97" creationId="{C1A1D6B5-48D0-4560-80A9-CF4B8B40D4F3}"/>
          </ac:picMkLst>
        </pc:picChg>
        <pc:picChg chg="mod ord">
          <ac:chgData name="Hur Jung" userId="763133add284fb2e" providerId="LiveId" clId="{63265192-7B44-45D3-A1BC-CD20A66879BE}" dt="2020-06-28T05:49:27.614" v="11836" actId="1038"/>
          <ac:picMkLst>
            <pc:docMk/>
            <pc:sldMk cId="1726206467" sldId="3023"/>
            <ac:picMk id="108" creationId="{91DBF98E-6141-47C6-9A06-0DC8B88CC4F5}"/>
          </ac:picMkLst>
        </pc:picChg>
        <pc:picChg chg="mod">
          <ac:chgData name="Hur Jung" userId="763133add284fb2e" providerId="LiveId" clId="{63265192-7B44-45D3-A1BC-CD20A66879BE}" dt="2020-06-28T05:29:03.493" v="11553"/>
          <ac:picMkLst>
            <pc:docMk/>
            <pc:sldMk cId="1726206467" sldId="3023"/>
            <ac:picMk id="109" creationId="{1C54FDE1-9235-413F-BB65-93AE2DFC8401}"/>
          </ac:picMkLst>
        </pc:picChg>
        <pc:picChg chg="mod">
          <ac:chgData name="Hur Jung" userId="763133add284fb2e" providerId="LiveId" clId="{63265192-7B44-45D3-A1BC-CD20A66879BE}" dt="2020-06-28T05:29:21.203" v="11556"/>
          <ac:picMkLst>
            <pc:docMk/>
            <pc:sldMk cId="1726206467" sldId="3023"/>
            <ac:picMk id="112" creationId="{7FEBAAAC-7E91-43A2-AC57-11A0ED97AE58}"/>
          </ac:picMkLst>
        </pc:picChg>
        <pc:picChg chg="mod">
          <ac:chgData name="Hur Jung" userId="763133add284fb2e" providerId="LiveId" clId="{63265192-7B44-45D3-A1BC-CD20A66879BE}" dt="2020-06-28T05:29:21.203" v="11556"/>
          <ac:picMkLst>
            <pc:docMk/>
            <pc:sldMk cId="1726206467" sldId="3023"/>
            <ac:picMk id="124" creationId="{D1BEED2E-CDD3-4652-AA97-2F009601008F}"/>
          </ac:picMkLst>
        </pc:picChg>
        <pc:picChg chg="mod">
          <ac:chgData name="Hur Jung" userId="763133add284fb2e" providerId="LiveId" clId="{63265192-7B44-45D3-A1BC-CD20A66879BE}" dt="2020-06-28T05:30:12.282" v="11601"/>
          <ac:picMkLst>
            <pc:docMk/>
            <pc:sldMk cId="1726206467" sldId="3023"/>
            <ac:picMk id="129" creationId="{D875CF1E-3F52-4696-863B-694F1DA6F628}"/>
          </ac:picMkLst>
        </pc:picChg>
        <pc:picChg chg="mod">
          <ac:chgData name="Hur Jung" userId="763133add284fb2e" providerId="LiveId" clId="{63265192-7B44-45D3-A1BC-CD20A66879BE}" dt="2020-06-28T05:30:12.282" v="11601"/>
          <ac:picMkLst>
            <pc:docMk/>
            <pc:sldMk cId="1726206467" sldId="3023"/>
            <ac:picMk id="135" creationId="{7331E849-02A4-4433-A5BC-3A48BFE4D742}"/>
          </ac:picMkLst>
        </pc:picChg>
        <pc:picChg chg="del mod topLvl">
          <ac:chgData name="Hur Jung" userId="763133add284fb2e" providerId="LiveId" clId="{63265192-7B44-45D3-A1BC-CD20A66879BE}" dt="2020-06-28T05:48:21.569" v="11796" actId="478"/>
          <ac:picMkLst>
            <pc:docMk/>
            <pc:sldMk cId="1726206467" sldId="3023"/>
            <ac:picMk id="137" creationId="{D0D3766F-B8D8-4728-A95E-CBE4931951B0}"/>
          </ac:picMkLst>
        </pc:picChg>
        <pc:picChg chg="mod topLvl">
          <ac:chgData name="Hur Jung" userId="763133add284fb2e" providerId="LiveId" clId="{63265192-7B44-45D3-A1BC-CD20A66879BE}" dt="2020-06-28T05:49:05.928" v="11832" actId="12788"/>
          <ac:picMkLst>
            <pc:docMk/>
            <pc:sldMk cId="1726206467" sldId="3023"/>
            <ac:picMk id="138" creationId="{44D381C4-61E8-45E8-957D-8480D7C5C1E1}"/>
          </ac:picMkLst>
        </pc:picChg>
        <pc:picChg chg="add mod">
          <ac:chgData name="Hur Jung" userId="763133add284fb2e" providerId="LiveId" clId="{63265192-7B44-45D3-A1BC-CD20A66879BE}" dt="2020-06-28T05:49:05.928" v="11832" actId="12788"/>
          <ac:picMkLst>
            <pc:docMk/>
            <pc:sldMk cId="1726206467" sldId="3023"/>
            <ac:picMk id="139" creationId="{2C259C01-698D-4B37-8621-70A7F7157054}"/>
          </ac:picMkLst>
        </pc:picChg>
      </pc:sldChg>
      <pc:sldChg chg="modSp add del mod">
        <pc:chgData name="Hur Jung" userId="763133add284fb2e" providerId="LiveId" clId="{63265192-7B44-45D3-A1BC-CD20A66879BE}" dt="2020-06-28T05:26:10.069" v="11461" actId="47"/>
        <pc:sldMkLst>
          <pc:docMk/>
          <pc:sldMk cId="4089518427" sldId="3023"/>
        </pc:sldMkLst>
        <pc:spChg chg="mod">
          <ac:chgData name="Hur Jung" userId="763133add284fb2e" providerId="LiveId" clId="{63265192-7B44-45D3-A1BC-CD20A66879BE}" dt="2020-06-28T05:25:32.671" v="11460"/>
          <ac:spMkLst>
            <pc:docMk/>
            <pc:sldMk cId="4089518427" sldId="3023"/>
            <ac:spMk id="8" creationId="{6E82CFB3-5E2C-42A1-8F0B-AEA19D88CF3B}"/>
          </ac:spMkLst>
        </pc:spChg>
      </pc:sldChg>
      <pc:sldMasterChg chg="delSldLayout">
        <pc:chgData name="Hur Jung" userId="763133add284fb2e" providerId="LiveId" clId="{63265192-7B44-45D3-A1BC-CD20A66879BE}" dt="2020-06-14T01:17:11.792" v="1687" actId="2696"/>
        <pc:sldMasterMkLst>
          <pc:docMk/>
          <pc:sldMasterMk cId="3126578052" sldId="2147483708"/>
        </pc:sldMasterMkLst>
        <pc:sldLayoutChg chg="del">
          <pc:chgData name="Hur Jung" userId="763133add284fb2e" providerId="LiveId" clId="{63265192-7B44-45D3-A1BC-CD20A66879BE}" dt="2020-06-14T01:12:17.718" v="1668" actId="2696"/>
          <pc:sldLayoutMkLst>
            <pc:docMk/>
            <pc:sldMasterMk cId="3126578052" sldId="2147483708"/>
            <pc:sldLayoutMk cId="2121240366" sldId="2147483742"/>
          </pc:sldLayoutMkLst>
        </pc:sldLayoutChg>
        <pc:sldLayoutChg chg="del">
          <pc:chgData name="Hur Jung" userId="763133add284fb2e" providerId="LiveId" clId="{63265192-7B44-45D3-A1BC-CD20A66879BE}" dt="2020-06-14T01:12:13.730" v="1667" actId="2696"/>
          <pc:sldLayoutMkLst>
            <pc:docMk/>
            <pc:sldMasterMk cId="3126578052" sldId="2147483708"/>
            <pc:sldLayoutMk cId="3475020631" sldId="2147483746"/>
          </pc:sldLayoutMkLst>
        </pc:sldLayoutChg>
        <pc:sldLayoutChg chg="del">
          <pc:chgData name="Hur Jung" userId="763133add284fb2e" providerId="LiveId" clId="{63265192-7B44-45D3-A1BC-CD20A66879BE}" dt="2020-06-14T01:17:11.792" v="1687" actId="2696"/>
          <pc:sldLayoutMkLst>
            <pc:docMk/>
            <pc:sldMasterMk cId="3126578052" sldId="2147483708"/>
            <pc:sldLayoutMk cId="3246984300" sldId="2147483747"/>
          </pc:sldLayoutMkLst>
        </pc:sldLayoutChg>
        <pc:sldLayoutChg chg="del">
          <pc:chgData name="Hur Jung" userId="763133add284fb2e" providerId="LiveId" clId="{63265192-7B44-45D3-A1BC-CD20A66879BE}" dt="2020-06-14T01:12:10.507" v="1666" actId="2696"/>
          <pc:sldLayoutMkLst>
            <pc:docMk/>
            <pc:sldMasterMk cId="3126578052" sldId="2147483708"/>
            <pc:sldLayoutMk cId="2475247846" sldId="2147483748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29EB71-A8CC-4CAD-A17E-35132DC369D0}" type="datetimeFigureOut">
              <a:rPr lang="ko-KR" altLang="en-US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2025-12-19</a:t>
            </a:fld>
            <a:endParaRPr lang="ko-KR" altLang="en-US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23EB95-B03A-46EE-890F-081DFE61C113}" type="slidenum">
              <a:rPr lang="ko-KR" altLang="en-US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‹#›</a:t>
            </a:fld>
            <a:endParaRPr lang="ko-KR" altLang="en-US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84310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</a:lstStyle>
          <a:p>
            <a:fld id="{6C0E67DC-0FE2-43B9-AB81-D2BDF7E63176}" type="datetimeFigureOut">
              <a:rPr lang="ko-KR" altLang="en-US" smtClean="0"/>
              <a:pPr/>
              <a:t>2025-12-18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31900" y="1143000"/>
            <a:ext cx="4394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</a:lstStyle>
          <a:p>
            <a:fld id="{710FE0BF-41A0-4552-84FA-4B709D1156C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0968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Noto Sans CJK KR Regular" panose="020B0500000000000000" pitchFamily="34" charset="-127"/>
        <a:ea typeface="Noto Sans CJK KR Regular" panose="020B0500000000000000" pitchFamily="34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Noto Sans CJK KR Regular" panose="020B0500000000000000" pitchFamily="34" charset="-127"/>
        <a:ea typeface="Noto Sans CJK KR Regular" panose="020B0500000000000000" pitchFamily="34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Noto Sans CJK KR Regular" panose="020B0500000000000000" pitchFamily="34" charset="-127"/>
        <a:ea typeface="Noto Sans CJK KR Regular" panose="020B0500000000000000" pitchFamily="34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Noto Sans CJK KR Regular" panose="020B0500000000000000" pitchFamily="34" charset="-127"/>
        <a:ea typeface="Noto Sans CJK KR Regular" panose="020B0500000000000000" pitchFamily="34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Noto Sans CJK KR Regular" panose="020B0500000000000000" pitchFamily="34" charset="-127"/>
        <a:ea typeface="Noto Sans CJK KR Regular" panose="020B0500000000000000" pitchFamily="34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/>
          <p:cNvSpPr/>
          <p:nvPr userDrawn="1"/>
        </p:nvSpPr>
        <p:spPr>
          <a:xfrm>
            <a:off x="0" y="0"/>
            <a:ext cx="10329863" cy="7254875"/>
          </a:xfrm>
          <a:prstGeom prst="rect">
            <a:avLst/>
          </a:prstGeom>
          <a:solidFill>
            <a:srgbClr val="257C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 userDrawn="1"/>
        </p:nvSpPr>
        <p:spPr>
          <a:xfrm>
            <a:off x="-1" y="3631224"/>
            <a:ext cx="10329864" cy="3623652"/>
          </a:xfrm>
          <a:prstGeom prst="rect">
            <a:avLst/>
          </a:prstGeom>
          <a:solidFill>
            <a:srgbClr val="EBF4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2149547" y="6623452"/>
            <a:ext cx="2151792" cy="3414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rgbClr val="057CB8"/>
                </a:solidFill>
                <a:latin typeface="+mj-ea"/>
                <a:ea typeface="+mj-ea"/>
              </a:defRPr>
            </a:lvl1pPr>
            <a:lvl2pPr marL="483672" indent="0">
              <a:buNone/>
              <a:defRPr sz="2116">
                <a:solidFill>
                  <a:schemeClr val="tx1">
                    <a:tint val="75000"/>
                  </a:schemeClr>
                </a:solidFill>
              </a:defRPr>
            </a:lvl2pPr>
            <a:lvl3pPr marL="967344" indent="0">
              <a:buNone/>
              <a:defRPr sz="1904">
                <a:solidFill>
                  <a:schemeClr val="tx1">
                    <a:tint val="75000"/>
                  </a:schemeClr>
                </a:solidFill>
              </a:defRPr>
            </a:lvl3pPr>
            <a:lvl4pPr marL="1451016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4pPr>
            <a:lvl5pPr marL="1934688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5pPr>
            <a:lvl6pPr marL="2418359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6pPr>
            <a:lvl7pPr marL="2902031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7pPr>
            <a:lvl8pPr marL="3385703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8pPr>
            <a:lvl9pPr marL="3869375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z="1600" dirty="0">
                <a:solidFill>
                  <a:srgbClr val="257CC0"/>
                </a:solidFill>
                <a:latin typeface="+mj-ea"/>
                <a:ea typeface="+mj-ea"/>
              </a:rPr>
              <a:t>작성자 </a:t>
            </a:r>
            <a:r>
              <a:rPr lang="en-US" altLang="ko-KR" sz="1600" dirty="0">
                <a:solidFill>
                  <a:srgbClr val="257CC0"/>
                </a:solidFill>
                <a:latin typeface="+mj-ea"/>
                <a:ea typeface="+mj-ea"/>
              </a:rPr>
              <a:t>: </a:t>
            </a:r>
            <a:r>
              <a:rPr lang="ko-KR" altLang="en-US" sz="1600" dirty="0">
                <a:solidFill>
                  <a:srgbClr val="257CC0"/>
                </a:solidFill>
                <a:latin typeface="+mj-ea"/>
                <a:ea typeface="+mj-ea"/>
              </a:rPr>
              <a:t>홍길동</a:t>
            </a:r>
          </a:p>
        </p:txBody>
      </p:sp>
      <p:sp>
        <p:nvSpPr>
          <p:cNvPr id="34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311694" y="3879850"/>
            <a:ext cx="5750701" cy="25423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0">
                <a:solidFill>
                  <a:srgbClr val="52B9E9"/>
                </a:solidFill>
                <a:latin typeface="+mj-ea"/>
                <a:ea typeface="+mj-ea"/>
              </a:defRPr>
            </a:lvl1pPr>
            <a:lvl2pPr marL="483672" indent="0">
              <a:buNone/>
              <a:defRPr sz="2116">
                <a:solidFill>
                  <a:schemeClr val="tx1">
                    <a:tint val="75000"/>
                  </a:schemeClr>
                </a:solidFill>
              </a:defRPr>
            </a:lvl2pPr>
            <a:lvl3pPr marL="967344" indent="0">
              <a:buNone/>
              <a:defRPr sz="1904">
                <a:solidFill>
                  <a:schemeClr val="tx1">
                    <a:tint val="75000"/>
                  </a:schemeClr>
                </a:solidFill>
              </a:defRPr>
            </a:lvl3pPr>
            <a:lvl4pPr marL="1451016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4pPr>
            <a:lvl5pPr marL="1934688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5pPr>
            <a:lvl6pPr marL="2418359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6pPr>
            <a:lvl7pPr marL="2902031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7pPr>
            <a:lvl8pPr marL="3385703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8pPr>
            <a:lvl9pPr marL="3869375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부 제목</a:t>
            </a:r>
          </a:p>
        </p:txBody>
      </p:sp>
      <p:sp>
        <p:nvSpPr>
          <p:cNvPr id="36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11694" y="6623452"/>
            <a:ext cx="1604766" cy="3414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 b="1">
                <a:solidFill>
                  <a:srgbClr val="057CB8"/>
                </a:solidFill>
                <a:latin typeface="+mj-ea"/>
                <a:ea typeface="+mj-ea"/>
              </a:defRPr>
            </a:lvl1pPr>
            <a:lvl2pPr marL="483672" indent="0">
              <a:buNone/>
              <a:defRPr sz="2116">
                <a:solidFill>
                  <a:schemeClr val="tx1">
                    <a:tint val="75000"/>
                  </a:schemeClr>
                </a:solidFill>
              </a:defRPr>
            </a:lvl2pPr>
            <a:lvl3pPr marL="967344" indent="0">
              <a:buNone/>
              <a:defRPr sz="1904">
                <a:solidFill>
                  <a:schemeClr val="tx1">
                    <a:tint val="75000"/>
                  </a:schemeClr>
                </a:solidFill>
              </a:defRPr>
            </a:lvl3pPr>
            <a:lvl4pPr marL="1451016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4pPr>
            <a:lvl5pPr marL="1934688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5pPr>
            <a:lvl6pPr marL="2418359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6pPr>
            <a:lvl7pPr marL="2902031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7pPr>
            <a:lvl8pPr marL="3385703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8pPr>
            <a:lvl9pPr marL="3869375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sz="1600" dirty="0">
                <a:solidFill>
                  <a:srgbClr val="257CC0"/>
                </a:solidFill>
                <a:latin typeface="+mj-ea"/>
                <a:ea typeface="+mj-ea"/>
              </a:rPr>
              <a:t>2020. 01. 01</a:t>
            </a:r>
            <a:endParaRPr lang="ko-KR" altLang="en-US" sz="1600" dirty="0">
              <a:solidFill>
                <a:srgbClr val="257CC0"/>
              </a:solidFill>
              <a:latin typeface="+mj-ea"/>
              <a:ea typeface="+mj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D29FC45-88B9-4EFD-98A8-F6ECC8A7CF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695" y="2582863"/>
            <a:ext cx="6101806" cy="828675"/>
          </a:xfrm>
          <a:prstGeom prst="rect">
            <a:avLst/>
          </a:prstGeom>
        </p:spPr>
        <p:txBody>
          <a:bodyPr anchor="b" anchorCtr="0"/>
          <a:lstStyle>
            <a:lvl1pPr>
              <a:defRPr lang="ko-KR" altLang="en-US"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cs typeface="+mn-cs"/>
              </a:defRPr>
            </a:lvl1pPr>
          </a:lstStyle>
          <a:p>
            <a:pPr marL="0" lvl="0" indent="0">
              <a:spcBef>
                <a:spcPts val="1058"/>
              </a:spcBef>
              <a:buFont typeface="Arial" panose="020B0604020202020204" pitchFamily="34" charset="0"/>
            </a:pPr>
            <a:r>
              <a:rPr lang="ko-KR" altLang="en-US" dirty="0"/>
              <a:t>대 제목</a:t>
            </a:r>
          </a:p>
        </p:txBody>
      </p:sp>
    </p:spTree>
    <p:extLst>
      <p:ext uri="{BB962C8B-B14F-4D97-AF65-F5344CB8AC3E}">
        <p14:creationId xmlns:p14="http://schemas.microsoft.com/office/powerpoint/2010/main" val="422694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4" userDrawn="1">
          <p15:clr>
            <a:srgbClr val="FBAE40"/>
          </p15:clr>
        </p15:guide>
        <p15:guide id="4" pos="192" userDrawn="1">
          <p15:clr>
            <a:srgbClr val="FBAE40"/>
          </p15:clr>
        </p15:guide>
        <p15:guide id="9" orient="horz" pos="2444" userDrawn="1">
          <p15:clr>
            <a:srgbClr val="FBAE40"/>
          </p15:clr>
        </p15:guide>
        <p15:guide id="10" orient="horz" pos="2149" userDrawn="1">
          <p15:clr>
            <a:srgbClr val="FBAE40"/>
          </p15:clr>
        </p15:guide>
        <p15:guide id="11" orient="horz" pos="4570" userDrawn="1">
          <p15:clr>
            <a:srgbClr val="FBAE40"/>
          </p15:clr>
        </p15:guide>
        <p15:guide id="12" pos="3253" userDrawn="1">
          <p15:clr>
            <a:srgbClr val="FBAE40"/>
          </p15:clr>
        </p15:guide>
        <p15:guide id="13" orient="horz" pos="4167" userDrawn="1">
          <p15:clr>
            <a:srgbClr val="FBAE40"/>
          </p15:clr>
        </p15:guide>
        <p15:guide id="14" pos="381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202769" y="819150"/>
            <a:ext cx="9923894" cy="6084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83672" indent="0">
              <a:buNone/>
              <a:defRPr sz="2116">
                <a:solidFill>
                  <a:schemeClr val="tx1">
                    <a:tint val="75000"/>
                  </a:schemeClr>
                </a:solidFill>
              </a:defRPr>
            </a:lvl2pPr>
            <a:lvl3pPr marL="967344" indent="0">
              <a:buNone/>
              <a:defRPr sz="1904">
                <a:solidFill>
                  <a:schemeClr val="tx1">
                    <a:tint val="75000"/>
                  </a:schemeClr>
                </a:solidFill>
              </a:defRPr>
            </a:lvl3pPr>
            <a:lvl4pPr marL="1451016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4pPr>
            <a:lvl5pPr marL="1934688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5pPr>
            <a:lvl6pPr marL="2418359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6pPr>
            <a:lvl7pPr marL="2902031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7pPr>
            <a:lvl8pPr marL="3385703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8pPr>
            <a:lvl9pPr marL="3869375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A0F3BA7-BF64-458F-81FC-8AFD95827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" y="206376"/>
            <a:ext cx="8910637" cy="395287"/>
          </a:xfrm>
          <a:prstGeom prst="rect">
            <a:avLst/>
          </a:prstGeom>
        </p:spPr>
        <p:txBody>
          <a:bodyPr bIns="0" anchor="b" anchorCtr="0"/>
          <a:lstStyle>
            <a:lvl1pPr>
              <a:defRPr lang="ko-KR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cs typeface="+mn-cs"/>
              </a:defRPr>
            </a:lvl1pPr>
          </a:lstStyle>
          <a:p>
            <a:pPr marL="0" lvl="0" indent="0">
              <a:spcBef>
                <a:spcPts val="1058"/>
              </a:spcBef>
              <a:buFont typeface="Arial" panose="020B0604020202020204" pitchFamily="34" charset="0"/>
            </a:pPr>
            <a:r>
              <a:rPr lang="ko-KR" altLang="en-US" dirty="0"/>
              <a:t>마스터 제목 스타일 편집</a:t>
            </a:r>
          </a:p>
        </p:txBody>
      </p:sp>
      <p:graphicFrame>
        <p:nvGraphicFramePr>
          <p:cNvPr id="5" name="Group 1502">
            <a:extLst>
              <a:ext uri="{FF2B5EF4-FFF2-40B4-BE49-F238E27FC236}">
                <a16:creationId xmlns:a16="http://schemas.microsoft.com/office/drawing/2014/main" id="{1BECE295-471B-4C8A-9E18-D96CD098CD8C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881370890"/>
              </p:ext>
            </p:extLst>
          </p:nvPr>
        </p:nvGraphicFramePr>
        <p:xfrm>
          <a:off x="205515" y="830760"/>
          <a:ext cx="9921149" cy="6073278"/>
        </p:xfrm>
        <a:graphic>
          <a:graphicData uri="http://schemas.openxmlformats.org/drawingml/2006/table">
            <a:tbl>
              <a:tblPr/>
              <a:tblGrid>
                <a:gridCol w="1252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6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49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25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764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rgbClr val="333333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  <a:ea typeface="Noto Sans CJK KR Regular" panose="020B0500000000000000" pitchFamily="34" charset="-127"/>
                          <a:cs typeface="Times New Roman" pitchFamily="18" charset="0"/>
                        </a:rPr>
                        <a:t>문서 개정 </a:t>
                      </a:r>
                      <a:r>
                        <a:rPr kumimoji="1" lang="ko-KR" alt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  <a:ea typeface="Noto Sans CJK KR Regular" panose="020B0500000000000000" pitchFamily="34" charset="-127"/>
                          <a:cs typeface="Times New Roman" pitchFamily="18" charset="0"/>
                        </a:rPr>
                        <a:t>이력표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  <a:ea typeface="Noto Sans CJK KR Regular" panose="020B0500000000000000" pitchFamily="34" charset="-127"/>
                        <a:cs typeface="Times New Roman" pitchFamily="18" charset="0"/>
                      </a:endParaRPr>
                    </a:p>
                  </a:txBody>
                  <a:tcPr marL="72000" marR="72000" marT="72000" marB="72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60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rgbClr val="333333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  <a:ea typeface="Noto Sans CJK KR Regular" panose="020B0500000000000000" pitchFamily="34" charset="-127"/>
                          <a:cs typeface="Times New Roman" pitchFamily="18" charset="0"/>
                        </a:rPr>
                        <a:t>문서명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  <a:ea typeface="Noto Sans CJK KR Regular" panose="020B0500000000000000" pitchFamily="34" charset="-127"/>
                        <a:cs typeface="Times New Roman" pitchFamily="18" charset="0"/>
                      </a:endParaRPr>
                    </a:p>
                  </a:txBody>
                  <a:tcPr marL="72000" marR="72000" marT="72000" marB="72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rgbClr val="333333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  <a:ea typeface="Noto Sans CJK KR Regular" panose="020B0500000000000000" pitchFamily="34" charset="-127"/>
                        <a:cs typeface="Times New Roman" pitchFamily="18" charset="0"/>
                      </a:endParaRPr>
                    </a:p>
                  </a:txBody>
                  <a:tcPr marL="72000" marR="72000" marT="72000" marB="72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8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rgbClr val="333333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  <a:ea typeface="Noto Sans CJK KR Regular" panose="020B0500000000000000" pitchFamily="34" charset="-127"/>
                          <a:cs typeface="Times New Roman" pitchFamily="18" charset="0"/>
                        </a:rPr>
                        <a:t>버전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  <a:ea typeface="Noto Sans CJK KR Regular" panose="020B0500000000000000" pitchFamily="34" charset="-127"/>
                        <a:cs typeface="Times New Roman" pitchFamily="18" charset="0"/>
                      </a:endParaRPr>
                    </a:p>
                  </a:txBody>
                  <a:tcPr marL="72000" marR="72000" marT="72000" marB="72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rgbClr val="333333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  <a:ea typeface="Noto Sans CJK KR Regular" panose="020B0500000000000000" pitchFamily="34" charset="-127"/>
                          <a:cs typeface="Times New Roman" pitchFamily="18" charset="0"/>
                        </a:rPr>
                        <a:t>날짜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  <a:ea typeface="Noto Sans CJK KR Regular" panose="020B0500000000000000" pitchFamily="34" charset="-127"/>
                        <a:cs typeface="Times New Roman" pitchFamily="18" charset="0"/>
                      </a:endParaRPr>
                    </a:p>
                  </a:txBody>
                  <a:tcPr marL="72000" marR="72000" marT="72000" marB="72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rgbClr val="333333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  <a:ea typeface="Noto Sans CJK KR Regular" panose="020B0500000000000000" pitchFamily="34" charset="-127"/>
                          <a:cs typeface="Times New Roman" pitchFamily="18" charset="0"/>
                        </a:rPr>
                        <a:t>내용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  <a:ea typeface="Noto Sans CJK KR Regular" panose="020B0500000000000000" pitchFamily="34" charset="-127"/>
                        <a:cs typeface="Times New Roman" pitchFamily="18" charset="0"/>
                      </a:endParaRPr>
                    </a:p>
                  </a:txBody>
                  <a:tcPr marL="72000" marR="72000" marT="72000" marB="72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rgbClr val="333333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  <a:ea typeface="Noto Sans CJK KR Regular" panose="020B0500000000000000" pitchFamily="34" charset="-127"/>
                          <a:cs typeface="Times New Roman" pitchFamily="18" charset="0"/>
                        </a:rPr>
                        <a:t>작성자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  <a:ea typeface="Noto Sans CJK KR Regular" panose="020B0500000000000000" pitchFamily="34" charset="-127"/>
                        <a:cs typeface="Times New Roman" pitchFamily="18" charset="0"/>
                      </a:endParaRPr>
                    </a:p>
                  </a:txBody>
                  <a:tcPr marL="72000" marR="72000" marT="72000" marB="72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141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rgbClr val="333333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  <a:ea typeface="Noto Sans CJK KR Regular" panose="020B0500000000000000" pitchFamily="34" charset="-127"/>
                        <a:cs typeface="Times New Roman" pitchFamily="18" charset="0"/>
                      </a:endParaRPr>
                    </a:p>
                  </a:txBody>
                  <a:tcPr marL="72000" marR="72000" marT="72000" marB="72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rgbClr val="333333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  <a:ea typeface="Noto Sans CJK KR Regular" panose="020B0500000000000000" pitchFamily="34" charset="-127"/>
                        <a:cs typeface="Times New Roman" pitchFamily="18" charset="0"/>
                      </a:endParaRPr>
                    </a:p>
                  </a:txBody>
                  <a:tcPr marL="72000" marR="72000" marT="72000" marB="72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rgbClr val="333333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  <a:ea typeface="Noto Sans CJK KR Regular" panose="020B0500000000000000" pitchFamily="34" charset="-127"/>
                        <a:cs typeface="Times New Roman" pitchFamily="18" charset="0"/>
                      </a:endParaRPr>
                    </a:p>
                  </a:txBody>
                  <a:tcPr marL="72000" marR="72000" marT="72000" marB="72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rgbClr val="333333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  <a:ea typeface="Noto Sans CJK KR Regular" panose="020B0500000000000000" pitchFamily="34" charset="-127"/>
                        <a:cs typeface="Times New Roman" pitchFamily="18" charset="0"/>
                      </a:endParaRPr>
                    </a:p>
                  </a:txBody>
                  <a:tcPr marL="72000" marR="72000" marT="72000" marB="72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DD41672A-A59E-4D23-9214-C9A80D64C3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52663" y="1221059"/>
            <a:ext cx="7380350" cy="318145"/>
          </a:xfrm>
          <a:prstGeom prst="rect">
            <a:avLst/>
          </a:prstGeom>
        </p:spPr>
        <p:txBody>
          <a:bodyPr lIns="72000" tIns="36000" rIns="36000" bIns="36000" anchor="ctr" anchorCtr="0">
            <a:noAutofit/>
          </a:bodyPr>
          <a:lstStyle>
            <a:lvl1pPr marL="0" indent="0">
              <a:buFontTx/>
              <a:buNone/>
              <a:defRPr sz="1000">
                <a:latin typeface="+mn-ea"/>
                <a:ea typeface="+mn-ea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 err="1"/>
              <a:t>문서명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83049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4">
          <p15:clr>
            <a:srgbClr val="FBAE40"/>
          </p15:clr>
        </p15:guide>
        <p15:guide id="2" orient="horz" pos="2444">
          <p15:clr>
            <a:srgbClr val="FBAE40"/>
          </p15:clr>
        </p15:guide>
        <p15:guide id="3" orient="horz" pos="380">
          <p15:clr>
            <a:srgbClr val="FBAE40"/>
          </p15:clr>
        </p15:guide>
        <p15:guide id="4" pos="124">
          <p15:clr>
            <a:srgbClr val="FBAE40"/>
          </p15:clr>
        </p15:guide>
        <p15:guide id="5" pos="6383">
          <p15:clr>
            <a:srgbClr val="FBAE40"/>
          </p15:clr>
        </p15:guide>
        <p15:guide id="6" orient="horz" pos="4349">
          <p15:clr>
            <a:srgbClr val="FBAE40"/>
          </p15:clr>
        </p15:guide>
        <p15:guide id="7" pos="56">
          <p15:clr>
            <a:srgbClr val="FBAE40"/>
          </p15:clr>
        </p15:guide>
        <p15:guide id="8" orient="horz" pos="51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482240" y="2267422"/>
            <a:ext cx="3394810" cy="4078003"/>
          </a:xfrm>
          <a:prstGeom prst="rect">
            <a:avLst/>
          </a:prstGeom>
        </p:spPr>
        <p:txBody>
          <a:bodyPr/>
          <a:lstStyle>
            <a:lvl1pPr marL="180975" indent="-180975">
              <a:buAutoNum type="arabicPeriod"/>
              <a:defRPr sz="2400" b="1">
                <a:solidFill>
                  <a:srgbClr val="0D3B7B"/>
                </a:solidFill>
                <a:latin typeface="+mj-ea"/>
                <a:ea typeface="+mj-ea"/>
              </a:defRPr>
            </a:lvl1pPr>
            <a:lvl2pPr marL="483672" indent="0">
              <a:buNone/>
              <a:defRPr sz="2116">
                <a:solidFill>
                  <a:schemeClr val="tx1">
                    <a:tint val="75000"/>
                  </a:schemeClr>
                </a:solidFill>
              </a:defRPr>
            </a:lvl2pPr>
            <a:lvl3pPr marL="967344" indent="0">
              <a:buNone/>
              <a:defRPr sz="1904">
                <a:solidFill>
                  <a:schemeClr val="tx1">
                    <a:tint val="75000"/>
                  </a:schemeClr>
                </a:solidFill>
              </a:defRPr>
            </a:lvl3pPr>
            <a:lvl4pPr marL="1451016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4pPr>
            <a:lvl5pPr marL="1934688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5pPr>
            <a:lvl6pPr marL="2418359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6pPr>
            <a:lvl7pPr marL="2902031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7pPr>
            <a:lvl8pPr marL="3385703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8pPr>
            <a:lvl9pPr marL="3869375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 제목 입력 요망</a:t>
            </a:r>
            <a:endParaRPr lang="en-US" altLang="ko-KR" dirty="0"/>
          </a:p>
          <a:p>
            <a:pPr lvl="0"/>
            <a:r>
              <a:rPr lang="ko-KR" altLang="en-US" dirty="0"/>
              <a:t>소 제목 입력 요망</a:t>
            </a:r>
            <a:endParaRPr lang="en-US" altLang="ko-KR" dirty="0"/>
          </a:p>
          <a:p>
            <a:pPr lvl="0"/>
            <a:r>
              <a:rPr lang="ko-KR" altLang="en-US" dirty="0"/>
              <a:t>소 제목 입력 요망</a:t>
            </a:r>
            <a:endParaRPr lang="en-US" altLang="ko-KR" dirty="0"/>
          </a:p>
          <a:p>
            <a:pPr lvl="0"/>
            <a:r>
              <a:rPr lang="ko-KR" altLang="en-US" dirty="0"/>
              <a:t>소 제목 입력 요망</a:t>
            </a:r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E09D907-D90E-4570-A40B-E03694120A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900" y="269051"/>
            <a:ext cx="9855200" cy="332416"/>
          </a:xfrm>
          <a:prstGeom prst="rect">
            <a:avLst/>
          </a:prstGeom>
        </p:spPr>
        <p:txBody>
          <a:bodyPr tIns="0" bIns="0" anchor="b" anchorCtr="0"/>
          <a:lstStyle>
            <a:lvl1pPr>
              <a:defRPr lang="ko-KR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cs typeface="+mn-cs"/>
              </a:defRPr>
            </a:lvl1pPr>
          </a:lstStyle>
          <a:p>
            <a:pPr marL="0" lvl="0" indent="0">
              <a:spcBef>
                <a:spcPts val="1058"/>
              </a:spcBef>
              <a:buFont typeface="Arial" panose="020B0604020202020204" pitchFamily="34" charset="0"/>
            </a:pPr>
            <a:r>
              <a:rPr lang="ko-KR" altLang="en-US" dirty="0"/>
              <a:t>소 제목</a:t>
            </a:r>
          </a:p>
        </p:txBody>
      </p:sp>
    </p:spTree>
    <p:extLst>
      <p:ext uri="{BB962C8B-B14F-4D97-AF65-F5344CB8AC3E}">
        <p14:creationId xmlns:p14="http://schemas.microsoft.com/office/powerpoint/2010/main" val="11340350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" userDrawn="1">
          <p15:clr>
            <a:srgbClr val="FBAE40"/>
          </p15:clr>
        </p15:guide>
        <p15:guide id="2" orient="horz" pos="1423" userDrawn="1">
          <p15:clr>
            <a:srgbClr val="FBAE40"/>
          </p15:clr>
        </p15:guide>
        <p15:guide id="4" pos="3254" userDrawn="1">
          <p15:clr>
            <a:srgbClr val="FBAE40"/>
          </p15:clr>
        </p15:guide>
        <p15:guide id="7" orient="horz" pos="380" userDrawn="1">
          <p15:clr>
            <a:srgbClr val="FBAE40"/>
          </p15:clr>
        </p15:guide>
        <p15:guide id="8" pos="218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45217E1-C287-494D-85FD-21CF24E66DF0}"/>
              </a:ext>
            </a:extLst>
          </p:cNvPr>
          <p:cNvSpPr/>
          <p:nvPr userDrawn="1"/>
        </p:nvSpPr>
        <p:spPr>
          <a:xfrm>
            <a:off x="-180975" y="-152400"/>
            <a:ext cx="10691814" cy="7559676"/>
          </a:xfrm>
          <a:prstGeom prst="rect">
            <a:avLst/>
          </a:prstGeom>
          <a:gradFill flip="none" rotWithShape="1">
            <a:gsLst>
              <a:gs pos="0">
                <a:srgbClr val="F4FBFE"/>
              </a:gs>
              <a:gs pos="100000">
                <a:srgbClr val="52B9E9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67159"/>
            <a:endParaRPr lang="ko-KR" altLang="en-US" sz="275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A6BC"/>
              </a:solidFill>
              <a:latin typeface="KoPub돋움체 Light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029BFB55-A802-447E-A910-BBD71F405882}"/>
              </a:ext>
            </a:extLst>
          </p:cNvPr>
          <p:cNvSpPr/>
          <p:nvPr userDrawn="1"/>
        </p:nvSpPr>
        <p:spPr>
          <a:xfrm rot="5400000">
            <a:off x="6564673" y="3461110"/>
            <a:ext cx="7559676" cy="332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BE7EA51-8E06-4A8E-8A4B-05652A9A5CEC}"/>
              </a:ext>
            </a:extLst>
          </p:cNvPr>
          <p:cNvCxnSpPr>
            <a:cxnSpLocks/>
          </p:cNvCxnSpPr>
          <p:nvPr userDrawn="1"/>
        </p:nvCxnSpPr>
        <p:spPr>
          <a:xfrm>
            <a:off x="3851171" y="2190750"/>
            <a:ext cx="2291024" cy="0"/>
          </a:xfrm>
          <a:prstGeom prst="line">
            <a:avLst/>
          </a:prstGeom>
          <a:ln>
            <a:solidFill>
              <a:srgbClr val="58BC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/>
          <p:cNvSpPr>
            <a:spLocks noGrp="1"/>
          </p:cNvSpPr>
          <p:nvPr>
            <p:ph type="body" idx="12" hasCustomPrompt="1"/>
          </p:nvPr>
        </p:nvSpPr>
        <p:spPr>
          <a:xfrm>
            <a:off x="6148544" y="1974454"/>
            <a:ext cx="3336769" cy="4078003"/>
          </a:xfrm>
          <a:prstGeom prst="rect">
            <a:avLst/>
          </a:prstGeom>
        </p:spPr>
        <p:txBody>
          <a:bodyPr/>
          <a:lstStyle>
            <a:lvl1pPr marL="180975" indent="-180975">
              <a:buAutoNum type="arabicPeriod"/>
              <a:defRPr sz="2000" b="1">
                <a:solidFill>
                  <a:srgbClr val="0D3B7B"/>
                </a:solidFill>
                <a:latin typeface="+mj-ea"/>
                <a:ea typeface="+mj-ea"/>
              </a:defRPr>
            </a:lvl1pPr>
            <a:lvl2pPr marL="483672" indent="0">
              <a:buNone/>
              <a:defRPr sz="2116">
                <a:solidFill>
                  <a:schemeClr val="tx1">
                    <a:tint val="75000"/>
                  </a:schemeClr>
                </a:solidFill>
              </a:defRPr>
            </a:lvl2pPr>
            <a:lvl3pPr marL="967344" indent="0">
              <a:buNone/>
              <a:defRPr sz="1904">
                <a:solidFill>
                  <a:schemeClr val="tx1">
                    <a:tint val="75000"/>
                  </a:schemeClr>
                </a:solidFill>
              </a:defRPr>
            </a:lvl3pPr>
            <a:lvl4pPr marL="1451016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4pPr>
            <a:lvl5pPr marL="1934688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5pPr>
            <a:lvl6pPr marL="2418359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6pPr>
            <a:lvl7pPr marL="2902031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7pPr>
            <a:lvl8pPr marL="3385703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8pPr>
            <a:lvl9pPr marL="3869375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 제목</a:t>
            </a:r>
            <a:endParaRPr lang="en-US" altLang="ko-KR" dirty="0"/>
          </a:p>
          <a:p>
            <a:pPr lvl="0"/>
            <a:r>
              <a:rPr lang="ko-KR" altLang="en-US" dirty="0"/>
              <a:t>소 제목</a:t>
            </a:r>
            <a:endParaRPr lang="en-US" altLang="ko-KR" dirty="0"/>
          </a:p>
          <a:p>
            <a:pPr lvl="0"/>
            <a:r>
              <a:rPr lang="ko-KR" altLang="en-US" dirty="0"/>
              <a:t>소 제목</a:t>
            </a:r>
            <a:endParaRPr lang="en-US" altLang="ko-KR" dirty="0"/>
          </a:p>
          <a:p>
            <a:pPr lvl="0"/>
            <a:r>
              <a:rPr lang="ko-KR" altLang="en-US" dirty="0"/>
              <a:t>소 제목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C3E958B-B6FD-4B66-8D68-6C086D5530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9612" y="1982472"/>
            <a:ext cx="3141559" cy="345495"/>
          </a:xfrm>
          <a:prstGeom prst="rect">
            <a:avLst/>
          </a:prstGeom>
        </p:spPr>
        <p:txBody>
          <a:bodyPr lIns="0" tIns="0" rIns="0" bIns="0"/>
          <a:lstStyle>
            <a:lvl1pPr>
              <a:defRPr lang="ko-KR" altLang="en-US" sz="2800" b="1">
                <a:solidFill>
                  <a:srgbClr val="0D3B7B"/>
                </a:solidFill>
                <a:latin typeface="+mj-ea"/>
                <a:cs typeface="+mn-cs"/>
              </a:defRPr>
            </a:lvl1pPr>
          </a:lstStyle>
          <a:p>
            <a:pPr lvl="0"/>
            <a:r>
              <a:rPr lang="ko-KR" altLang="en-US" dirty="0"/>
              <a:t>대 제목 입력 요망</a:t>
            </a:r>
          </a:p>
        </p:txBody>
      </p:sp>
    </p:spTree>
    <p:extLst>
      <p:ext uri="{BB962C8B-B14F-4D97-AF65-F5344CB8AC3E}">
        <p14:creationId xmlns:p14="http://schemas.microsoft.com/office/powerpoint/2010/main" val="1517858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41" userDrawn="1">
          <p15:clr>
            <a:srgbClr val="FBAE40"/>
          </p15:clr>
        </p15:guide>
        <p15:guide id="3" orient="horz" pos="1242" userDrawn="1">
          <p15:clr>
            <a:srgbClr val="FBAE40"/>
          </p15:clr>
        </p15:guide>
        <p15:guide id="4" orient="horz" pos="4462" userDrawn="1">
          <p15:clr>
            <a:srgbClr val="FBAE40"/>
          </p15:clr>
        </p15:guide>
        <p15:guide id="5" pos="3866" userDrawn="1">
          <p15:clr>
            <a:srgbClr val="FBAE40"/>
          </p15:clr>
        </p15:guide>
        <p15:guide id="6" pos="597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45217E1-C287-494D-85FD-21CF24E66DF0}"/>
              </a:ext>
            </a:extLst>
          </p:cNvPr>
          <p:cNvSpPr/>
          <p:nvPr userDrawn="1"/>
        </p:nvSpPr>
        <p:spPr>
          <a:xfrm>
            <a:off x="-180975" y="-152400"/>
            <a:ext cx="10691814" cy="7559676"/>
          </a:xfrm>
          <a:prstGeom prst="rect">
            <a:avLst/>
          </a:prstGeom>
          <a:gradFill flip="none" rotWithShape="1">
            <a:gsLst>
              <a:gs pos="0">
                <a:srgbClr val="F4FBFE"/>
              </a:gs>
              <a:gs pos="100000">
                <a:srgbClr val="52B9E9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67159"/>
            <a:endParaRPr lang="ko-KR" altLang="en-US" sz="275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A6BC"/>
              </a:solidFill>
              <a:latin typeface="KoPub돋움체 Light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029BFB55-A802-447E-A910-BBD71F405882}"/>
              </a:ext>
            </a:extLst>
          </p:cNvPr>
          <p:cNvSpPr/>
          <p:nvPr userDrawn="1"/>
        </p:nvSpPr>
        <p:spPr>
          <a:xfrm rot="5400000">
            <a:off x="6564673" y="3461110"/>
            <a:ext cx="7559676" cy="332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2" hasCustomPrompt="1"/>
          </p:nvPr>
        </p:nvSpPr>
        <p:spPr>
          <a:xfrm>
            <a:off x="5524973" y="1974454"/>
            <a:ext cx="3552791" cy="4533301"/>
          </a:xfrm>
          <a:prstGeom prst="rect">
            <a:avLst/>
          </a:prstGeom>
        </p:spPr>
        <p:txBody>
          <a:bodyPr/>
          <a:lstStyle>
            <a:lvl1pPr marL="180975" indent="-180975">
              <a:buAutoNum type="arabicPeriod"/>
              <a:defRPr sz="2000" b="1">
                <a:solidFill>
                  <a:srgbClr val="0D3B7B"/>
                </a:solidFill>
                <a:latin typeface="+mj-ea"/>
                <a:ea typeface="+mj-ea"/>
              </a:defRPr>
            </a:lvl1pPr>
            <a:lvl2pPr marL="483672" indent="0">
              <a:buNone/>
              <a:defRPr sz="2116">
                <a:solidFill>
                  <a:schemeClr val="tx1">
                    <a:tint val="75000"/>
                  </a:schemeClr>
                </a:solidFill>
              </a:defRPr>
            </a:lvl2pPr>
            <a:lvl3pPr marL="967344" indent="0">
              <a:buNone/>
              <a:defRPr sz="1904">
                <a:solidFill>
                  <a:schemeClr val="tx1">
                    <a:tint val="75000"/>
                  </a:schemeClr>
                </a:solidFill>
              </a:defRPr>
            </a:lvl3pPr>
            <a:lvl4pPr marL="1451016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4pPr>
            <a:lvl5pPr marL="1934688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5pPr>
            <a:lvl6pPr marL="2418359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6pPr>
            <a:lvl7pPr marL="2902031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7pPr>
            <a:lvl8pPr marL="3385703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8pPr>
            <a:lvl9pPr marL="3869375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 제목</a:t>
            </a:r>
            <a:endParaRPr lang="en-US" altLang="ko-KR" dirty="0"/>
          </a:p>
          <a:p>
            <a:pPr lvl="0"/>
            <a:r>
              <a:rPr lang="ko-KR" altLang="en-US" dirty="0"/>
              <a:t>소 제목</a:t>
            </a:r>
            <a:endParaRPr lang="en-US" altLang="ko-KR" dirty="0"/>
          </a:p>
          <a:p>
            <a:pPr lvl="0"/>
            <a:r>
              <a:rPr lang="ko-KR" altLang="en-US" dirty="0"/>
              <a:t>소 제목</a:t>
            </a:r>
            <a:endParaRPr lang="en-US" altLang="ko-KR" dirty="0"/>
          </a:p>
          <a:p>
            <a:pPr lvl="0"/>
            <a:r>
              <a:rPr lang="ko-KR" altLang="en-US" dirty="0"/>
              <a:t>소 제목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C3E958B-B6FD-4B66-8D68-6C086D5530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348" y="1208522"/>
            <a:ext cx="3141559" cy="345495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lang="ko-KR" altLang="en-US" sz="2800" b="1">
                <a:solidFill>
                  <a:srgbClr val="0D3B7B"/>
                </a:solidFill>
                <a:latin typeface="+mj-ea"/>
                <a:cs typeface="+mn-cs"/>
              </a:defRPr>
            </a:lvl1pPr>
          </a:lstStyle>
          <a:p>
            <a:pPr lvl="0"/>
            <a:r>
              <a:rPr lang="ko-KR" altLang="en-US" dirty="0"/>
              <a:t>대 제목 입력 요망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0607FB1-BF27-4778-9ED2-C9034D594FF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468122" y="1974454"/>
            <a:ext cx="3336769" cy="4533301"/>
          </a:xfrm>
          <a:prstGeom prst="rect">
            <a:avLst/>
          </a:prstGeom>
        </p:spPr>
        <p:txBody>
          <a:bodyPr/>
          <a:lstStyle>
            <a:lvl1pPr marL="180975" indent="-180975">
              <a:buAutoNum type="arabicPeriod"/>
              <a:defRPr sz="2000" b="1">
                <a:solidFill>
                  <a:srgbClr val="0D3B7B"/>
                </a:solidFill>
                <a:latin typeface="+mj-ea"/>
                <a:ea typeface="+mj-ea"/>
              </a:defRPr>
            </a:lvl1pPr>
            <a:lvl2pPr marL="483672" indent="0">
              <a:buNone/>
              <a:defRPr sz="2116">
                <a:solidFill>
                  <a:schemeClr val="tx1">
                    <a:tint val="75000"/>
                  </a:schemeClr>
                </a:solidFill>
              </a:defRPr>
            </a:lvl2pPr>
            <a:lvl3pPr marL="967344" indent="0">
              <a:buNone/>
              <a:defRPr sz="1904">
                <a:solidFill>
                  <a:schemeClr val="tx1">
                    <a:tint val="75000"/>
                  </a:schemeClr>
                </a:solidFill>
              </a:defRPr>
            </a:lvl3pPr>
            <a:lvl4pPr marL="1451016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4pPr>
            <a:lvl5pPr marL="1934688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5pPr>
            <a:lvl6pPr marL="2418359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6pPr>
            <a:lvl7pPr marL="2902031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7pPr>
            <a:lvl8pPr marL="3385703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8pPr>
            <a:lvl9pPr marL="3869375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 제목</a:t>
            </a:r>
            <a:endParaRPr lang="en-US" altLang="ko-KR" dirty="0"/>
          </a:p>
          <a:p>
            <a:pPr lvl="0"/>
            <a:r>
              <a:rPr lang="ko-KR" altLang="en-US" dirty="0"/>
              <a:t>소 제목</a:t>
            </a:r>
            <a:endParaRPr lang="en-US" altLang="ko-KR" dirty="0"/>
          </a:p>
          <a:p>
            <a:pPr lvl="0"/>
            <a:r>
              <a:rPr lang="ko-KR" altLang="en-US" dirty="0"/>
              <a:t>소 제목</a:t>
            </a:r>
            <a:endParaRPr lang="en-US" altLang="ko-KR" dirty="0"/>
          </a:p>
          <a:p>
            <a:pPr lvl="0"/>
            <a:r>
              <a:rPr lang="ko-KR" altLang="en-US" dirty="0"/>
              <a:t>소 제목</a:t>
            </a:r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705126D0-239E-478A-8704-47FEEC0C1E07}"/>
              </a:ext>
            </a:extLst>
          </p:cNvPr>
          <p:cNvCxnSpPr>
            <a:cxnSpLocks/>
            <a:stCxn id="3" idx="2"/>
            <a:endCxn id="10" idx="0"/>
          </p:cNvCxnSpPr>
          <p:nvPr userDrawn="1"/>
        </p:nvCxnSpPr>
        <p:spPr>
          <a:xfrm rot="5400000">
            <a:off x="4076204" y="882859"/>
            <a:ext cx="423767" cy="176608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타원 9">
            <a:extLst>
              <a:ext uri="{FF2B5EF4-FFF2-40B4-BE49-F238E27FC236}">
                <a16:creationId xmlns:a16="http://schemas.microsoft.com/office/drawing/2014/main" id="{41E7B5A0-ECC9-4654-842C-A9EE4BAF2B35}"/>
              </a:ext>
            </a:extLst>
          </p:cNvPr>
          <p:cNvSpPr/>
          <p:nvPr userDrawn="1"/>
        </p:nvSpPr>
        <p:spPr>
          <a:xfrm>
            <a:off x="3265339" y="1977784"/>
            <a:ext cx="279412" cy="36351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B1877C2-F2AC-4460-B607-1C21491D6C77}"/>
              </a:ext>
            </a:extLst>
          </p:cNvPr>
          <p:cNvSpPr/>
          <p:nvPr userDrawn="1"/>
        </p:nvSpPr>
        <p:spPr>
          <a:xfrm>
            <a:off x="6602108" y="1977784"/>
            <a:ext cx="279412" cy="36351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81E36328-E844-4912-AAF2-CB919916BB73}"/>
              </a:ext>
            </a:extLst>
          </p:cNvPr>
          <p:cNvCxnSpPr>
            <a:cxnSpLocks/>
            <a:stCxn id="3" idx="2"/>
            <a:endCxn id="16" idx="0"/>
          </p:cNvCxnSpPr>
          <p:nvPr userDrawn="1"/>
        </p:nvCxnSpPr>
        <p:spPr>
          <a:xfrm rot="16200000" flipH="1">
            <a:off x="5744588" y="980557"/>
            <a:ext cx="423767" cy="157068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58906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41">
          <p15:clr>
            <a:srgbClr val="FBAE40"/>
          </p15:clr>
        </p15:guide>
        <p15:guide id="3" orient="horz" pos="1242">
          <p15:clr>
            <a:srgbClr val="FBAE40"/>
          </p15:clr>
        </p15:guide>
        <p15:guide id="4" orient="horz" pos="4462">
          <p15:clr>
            <a:srgbClr val="FBAE40"/>
          </p15:clr>
        </p15:guide>
        <p15:guide id="5" pos="3254" userDrawn="1">
          <p15:clr>
            <a:srgbClr val="FBAE40"/>
          </p15:clr>
        </p15:guide>
        <p15:guide id="6" pos="5975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202769" y="1574800"/>
            <a:ext cx="9923894" cy="5329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83672" indent="0">
              <a:buNone/>
              <a:defRPr sz="2116">
                <a:solidFill>
                  <a:schemeClr val="tx1">
                    <a:tint val="75000"/>
                  </a:schemeClr>
                </a:solidFill>
              </a:defRPr>
            </a:lvl2pPr>
            <a:lvl3pPr marL="967344" indent="0">
              <a:buNone/>
              <a:defRPr sz="1904">
                <a:solidFill>
                  <a:schemeClr val="tx1">
                    <a:tint val="75000"/>
                  </a:schemeClr>
                </a:solidFill>
              </a:defRPr>
            </a:lvl3pPr>
            <a:lvl4pPr marL="1451016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4pPr>
            <a:lvl5pPr marL="1934688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5pPr>
            <a:lvl6pPr marL="2418359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6pPr>
            <a:lvl7pPr marL="2902031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7pPr>
            <a:lvl8pPr marL="3385703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8pPr>
            <a:lvl9pPr marL="3869375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95794" y="1206500"/>
            <a:ext cx="10037219" cy="3414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57CB8"/>
                </a:solidFill>
                <a:latin typeface="+mj-ea"/>
                <a:ea typeface="+mj-ea"/>
              </a:defRPr>
            </a:lvl1pPr>
            <a:lvl2pPr marL="483672" indent="0">
              <a:buNone/>
              <a:defRPr sz="2116">
                <a:solidFill>
                  <a:schemeClr val="tx1">
                    <a:tint val="75000"/>
                  </a:schemeClr>
                </a:solidFill>
              </a:defRPr>
            </a:lvl2pPr>
            <a:lvl3pPr marL="967344" indent="0">
              <a:buNone/>
              <a:defRPr sz="1904">
                <a:solidFill>
                  <a:schemeClr val="tx1">
                    <a:tint val="75000"/>
                  </a:schemeClr>
                </a:solidFill>
              </a:defRPr>
            </a:lvl3pPr>
            <a:lvl4pPr marL="1451016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4pPr>
            <a:lvl5pPr marL="1934688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5pPr>
            <a:lvl6pPr marL="2418359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6pPr>
            <a:lvl7pPr marL="2902031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7pPr>
            <a:lvl8pPr marL="3385703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8pPr>
            <a:lvl9pPr marL="3869375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z="1600" dirty="0">
                <a:solidFill>
                  <a:srgbClr val="057C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</a:t>
            </a:r>
            <a:r>
              <a:rPr lang="ko-KR" altLang="en-US" dirty="0"/>
              <a:t>마스터 제목 스타일 편집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95794" y="823323"/>
            <a:ext cx="10037219" cy="3454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rgbClr val="0D3B7B"/>
                </a:solidFill>
                <a:latin typeface="+mj-ea"/>
                <a:ea typeface="+mj-ea"/>
              </a:defRPr>
            </a:lvl1pPr>
            <a:lvl2pPr marL="483672" indent="0">
              <a:buNone/>
              <a:defRPr sz="2116">
                <a:solidFill>
                  <a:schemeClr val="tx1">
                    <a:tint val="75000"/>
                  </a:schemeClr>
                </a:solidFill>
              </a:defRPr>
            </a:lvl2pPr>
            <a:lvl3pPr marL="967344" indent="0">
              <a:buNone/>
              <a:defRPr sz="1904">
                <a:solidFill>
                  <a:schemeClr val="tx1">
                    <a:tint val="75000"/>
                  </a:schemeClr>
                </a:solidFill>
              </a:defRPr>
            </a:lvl3pPr>
            <a:lvl4pPr marL="1451016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4pPr>
            <a:lvl5pPr marL="1934688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5pPr>
            <a:lvl6pPr marL="2418359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6pPr>
            <a:lvl7pPr marL="2902031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7pPr>
            <a:lvl8pPr marL="3385703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8pPr>
            <a:lvl9pPr marL="3869375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1.</a:t>
            </a:r>
            <a:r>
              <a:rPr lang="ko-KR" altLang="en-US" dirty="0"/>
              <a:t>마스터 제목 스타일 편집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A0F3BA7-BF64-458F-81FC-8AFD95827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" y="206376"/>
            <a:ext cx="8910637" cy="395287"/>
          </a:xfrm>
          <a:prstGeom prst="rect">
            <a:avLst/>
          </a:prstGeom>
        </p:spPr>
        <p:txBody>
          <a:bodyPr bIns="0" anchor="b" anchorCtr="0"/>
          <a:lstStyle>
            <a:lvl1pPr>
              <a:defRPr lang="ko-KR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cs typeface="+mn-cs"/>
              </a:defRPr>
            </a:lvl1pPr>
          </a:lstStyle>
          <a:p>
            <a:pPr marL="0" lvl="0" indent="0">
              <a:spcBef>
                <a:spcPts val="1058"/>
              </a:spcBef>
              <a:buFont typeface="Arial" panose="020B0604020202020204" pitchFamily="34" charset="0"/>
            </a:pPr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025668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4">
          <p15:clr>
            <a:srgbClr val="FBAE40"/>
          </p15:clr>
        </p15:guide>
        <p15:guide id="2" orient="horz" pos="2671" userDrawn="1">
          <p15:clr>
            <a:srgbClr val="FBAE40"/>
          </p15:clr>
        </p15:guide>
        <p15:guide id="3" orient="horz" pos="380" userDrawn="1">
          <p15:clr>
            <a:srgbClr val="FBAE40"/>
          </p15:clr>
        </p15:guide>
        <p15:guide id="4" pos="124">
          <p15:clr>
            <a:srgbClr val="FBAE40"/>
          </p15:clr>
        </p15:guide>
        <p15:guide id="5" pos="6383">
          <p15:clr>
            <a:srgbClr val="FBAE40"/>
          </p15:clr>
        </p15:guide>
        <p15:guide id="6" orient="horz" pos="4349" userDrawn="1">
          <p15:clr>
            <a:srgbClr val="FBAE40"/>
          </p15:clr>
        </p15:guide>
        <p15:guide id="7" pos="56" userDrawn="1">
          <p15:clr>
            <a:srgbClr val="FBAE40"/>
          </p15:clr>
        </p15:guide>
        <p15:guide id="8" orient="horz" pos="516" userDrawn="1">
          <p15:clr>
            <a:srgbClr val="FBAE40"/>
          </p15:clr>
        </p15:guide>
        <p15:guide id="9" orient="horz" pos="765" userDrawn="1">
          <p15:clr>
            <a:srgbClr val="FBAE40"/>
          </p15:clr>
        </p15:guide>
        <p15:guide id="10" orient="horz" pos="99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202769" y="1214438"/>
            <a:ext cx="9923894" cy="568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83672" indent="0">
              <a:buNone/>
              <a:defRPr sz="2116">
                <a:solidFill>
                  <a:schemeClr val="tx1">
                    <a:tint val="75000"/>
                  </a:schemeClr>
                </a:solidFill>
              </a:defRPr>
            </a:lvl2pPr>
            <a:lvl3pPr marL="967344" indent="0">
              <a:buNone/>
              <a:defRPr sz="1904">
                <a:solidFill>
                  <a:schemeClr val="tx1">
                    <a:tint val="75000"/>
                  </a:schemeClr>
                </a:solidFill>
              </a:defRPr>
            </a:lvl3pPr>
            <a:lvl4pPr marL="1451016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4pPr>
            <a:lvl5pPr marL="1934688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5pPr>
            <a:lvl6pPr marL="2418359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6pPr>
            <a:lvl7pPr marL="2902031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7pPr>
            <a:lvl8pPr marL="3385703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8pPr>
            <a:lvl9pPr marL="3869375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95794" y="823323"/>
            <a:ext cx="10037219" cy="3454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rgbClr val="0D3B7B"/>
                </a:solidFill>
                <a:latin typeface="+mj-ea"/>
                <a:ea typeface="+mj-ea"/>
              </a:defRPr>
            </a:lvl1pPr>
            <a:lvl2pPr marL="483672" indent="0">
              <a:buNone/>
              <a:defRPr sz="2116">
                <a:solidFill>
                  <a:schemeClr val="tx1">
                    <a:tint val="75000"/>
                  </a:schemeClr>
                </a:solidFill>
              </a:defRPr>
            </a:lvl2pPr>
            <a:lvl3pPr marL="967344" indent="0">
              <a:buNone/>
              <a:defRPr sz="1904">
                <a:solidFill>
                  <a:schemeClr val="tx1">
                    <a:tint val="75000"/>
                  </a:schemeClr>
                </a:solidFill>
              </a:defRPr>
            </a:lvl3pPr>
            <a:lvl4pPr marL="1451016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4pPr>
            <a:lvl5pPr marL="1934688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5pPr>
            <a:lvl6pPr marL="2418359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6pPr>
            <a:lvl7pPr marL="2902031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7pPr>
            <a:lvl8pPr marL="3385703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8pPr>
            <a:lvl9pPr marL="3869375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1.</a:t>
            </a:r>
            <a:r>
              <a:rPr lang="ko-KR" altLang="en-US" dirty="0"/>
              <a:t>마스터 제목 스타일 편집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A0F3BA7-BF64-458F-81FC-8AFD95827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" y="206376"/>
            <a:ext cx="8910637" cy="395287"/>
          </a:xfrm>
          <a:prstGeom prst="rect">
            <a:avLst/>
          </a:prstGeom>
        </p:spPr>
        <p:txBody>
          <a:bodyPr bIns="0" anchor="b" anchorCtr="0"/>
          <a:lstStyle>
            <a:lvl1pPr>
              <a:defRPr lang="ko-KR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cs typeface="+mn-cs"/>
              </a:defRPr>
            </a:lvl1pPr>
          </a:lstStyle>
          <a:p>
            <a:pPr marL="0" lvl="0" indent="0">
              <a:spcBef>
                <a:spcPts val="1058"/>
              </a:spcBef>
              <a:buFont typeface="Arial" panose="020B0604020202020204" pitchFamily="34" charset="0"/>
            </a:pPr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42500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4">
          <p15:clr>
            <a:srgbClr val="FBAE40"/>
          </p15:clr>
        </p15:guide>
        <p15:guide id="2" orient="horz" pos="2671">
          <p15:clr>
            <a:srgbClr val="FBAE40"/>
          </p15:clr>
        </p15:guide>
        <p15:guide id="3" orient="horz" pos="380">
          <p15:clr>
            <a:srgbClr val="FBAE40"/>
          </p15:clr>
        </p15:guide>
        <p15:guide id="4" pos="124">
          <p15:clr>
            <a:srgbClr val="FBAE40"/>
          </p15:clr>
        </p15:guide>
        <p15:guide id="5" pos="6383">
          <p15:clr>
            <a:srgbClr val="FBAE40"/>
          </p15:clr>
        </p15:guide>
        <p15:guide id="6" orient="horz" pos="4349">
          <p15:clr>
            <a:srgbClr val="FBAE40"/>
          </p15:clr>
        </p15:guide>
        <p15:guide id="7" pos="56">
          <p15:clr>
            <a:srgbClr val="FBAE40"/>
          </p15:clr>
        </p15:guide>
        <p15:guide id="8" orient="horz" pos="516">
          <p15:clr>
            <a:srgbClr val="FBAE40"/>
          </p15:clr>
        </p15:guide>
        <p15:guide id="9" orient="horz" pos="765">
          <p15:clr>
            <a:srgbClr val="FBAE40"/>
          </p15:clr>
        </p15:guide>
        <p15:guide id="10" orient="horz" pos="99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202769" y="819150"/>
            <a:ext cx="9923894" cy="6084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83672" indent="0">
              <a:buNone/>
              <a:defRPr sz="2116">
                <a:solidFill>
                  <a:schemeClr val="tx1">
                    <a:tint val="75000"/>
                  </a:schemeClr>
                </a:solidFill>
              </a:defRPr>
            </a:lvl2pPr>
            <a:lvl3pPr marL="967344" indent="0">
              <a:buNone/>
              <a:defRPr sz="1904">
                <a:solidFill>
                  <a:schemeClr val="tx1">
                    <a:tint val="75000"/>
                  </a:schemeClr>
                </a:solidFill>
              </a:defRPr>
            </a:lvl3pPr>
            <a:lvl4pPr marL="1451016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4pPr>
            <a:lvl5pPr marL="1934688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5pPr>
            <a:lvl6pPr marL="2418359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6pPr>
            <a:lvl7pPr marL="2902031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7pPr>
            <a:lvl8pPr marL="3385703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8pPr>
            <a:lvl9pPr marL="3869375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A0F3BA7-BF64-458F-81FC-8AFD95827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" y="206376"/>
            <a:ext cx="8910637" cy="395287"/>
          </a:xfrm>
          <a:prstGeom prst="rect">
            <a:avLst/>
          </a:prstGeom>
        </p:spPr>
        <p:txBody>
          <a:bodyPr bIns="0" anchor="b" anchorCtr="0"/>
          <a:lstStyle>
            <a:lvl1pPr>
              <a:defRPr lang="ko-KR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cs typeface="+mn-cs"/>
              </a:defRPr>
            </a:lvl1pPr>
          </a:lstStyle>
          <a:p>
            <a:pPr marL="0" lvl="0" indent="0">
              <a:spcBef>
                <a:spcPts val="1058"/>
              </a:spcBef>
              <a:buFont typeface="Arial" panose="020B0604020202020204" pitchFamily="34" charset="0"/>
            </a:pPr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3264673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4">
          <p15:clr>
            <a:srgbClr val="FBAE40"/>
          </p15:clr>
        </p15:guide>
        <p15:guide id="2" orient="horz" pos="2444" userDrawn="1">
          <p15:clr>
            <a:srgbClr val="FBAE40"/>
          </p15:clr>
        </p15:guide>
        <p15:guide id="3" orient="horz" pos="380">
          <p15:clr>
            <a:srgbClr val="FBAE40"/>
          </p15:clr>
        </p15:guide>
        <p15:guide id="4" pos="124">
          <p15:clr>
            <a:srgbClr val="FBAE40"/>
          </p15:clr>
        </p15:guide>
        <p15:guide id="5" pos="6383">
          <p15:clr>
            <a:srgbClr val="FBAE40"/>
          </p15:clr>
        </p15:guide>
        <p15:guide id="6" orient="horz" pos="4349">
          <p15:clr>
            <a:srgbClr val="FBAE40"/>
          </p15:clr>
        </p15:guide>
        <p15:guide id="7" pos="56">
          <p15:clr>
            <a:srgbClr val="FBAE40"/>
          </p15:clr>
        </p15:guide>
        <p15:guide id="8" orient="horz" pos="51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95794" y="823323"/>
            <a:ext cx="10037219" cy="3454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rgbClr val="0D3B7B"/>
                </a:solidFill>
                <a:latin typeface="+mj-ea"/>
                <a:ea typeface="+mj-ea"/>
              </a:defRPr>
            </a:lvl1pPr>
            <a:lvl2pPr marL="483672" indent="0">
              <a:buNone/>
              <a:defRPr sz="2116">
                <a:solidFill>
                  <a:schemeClr val="tx1">
                    <a:tint val="75000"/>
                  </a:schemeClr>
                </a:solidFill>
              </a:defRPr>
            </a:lvl2pPr>
            <a:lvl3pPr marL="967344" indent="0">
              <a:buNone/>
              <a:defRPr sz="1904">
                <a:solidFill>
                  <a:schemeClr val="tx1">
                    <a:tint val="75000"/>
                  </a:schemeClr>
                </a:solidFill>
              </a:defRPr>
            </a:lvl3pPr>
            <a:lvl4pPr marL="1451016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4pPr>
            <a:lvl5pPr marL="1934688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5pPr>
            <a:lvl6pPr marL="2418359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6pPr>
            <a:lvl7pPr marL="2902031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7pPr>
            <a:lvl8pPr marL="3385703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8pPr>
            <a:lvl9pPr marL="3869375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1.</a:t>
            </a:r>
            <a:r>
              <a:rPr lang="ko-KR" altLang="en-US" dirty="0"/>
              <a:t>마스터 제목 스타일 편집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A0F3BA7-BF64-458F-81FC-8AFD95827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" y="206376"/>
            <a:ext cx="8910637" cy="395287"/>
          </a:xfrm>
          <a:prstGeom prst="rect">
            <a:avLst/>
          </a:prstGeom>
        </p:spPr>
        <p:txBody>
          <a:bodyPr bIns="0" anchor="b" anchorCtr="0"/>
          <a:lstStyle>
            <a:lvl1pPr>
              <a:defRPr lang="ko-KR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cs typeface="+mn-cs"/>
              </a:defRPr>
            </a:lvl1pPr>
          </a:lstStyle>
          <a:p>
            <a:pPr marL="0" lvl="0" indent="0">
              <a:spcBef>
                <a:spcPts val="1058"/>
              </a:spcBef>
              <a:buFont typeface="Arial" panose="020B0604020202020204" pitchFamily="34" charset="0"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0AF351B-A97B-49C4-8105-FCD9191D4469}"/>
              </a:ext>
            </a:extLst>
          </p:cNvPr>
          <p:cNvSpPr/>
          <p:nvPr userDrawn="1"/>
        </p:nvSpPr>
        <p:spPr>
          <a:xfrm flipH="1">
            <a:off x="5263945" y="1466850"/>
            <a:ext cx="4869068" cy="5437188"/>
          </a:xfrm>
          <a:prstGeom prst="rect">
            <a:avLst/>
          </a:prstGeom>
          <a:solidFill>
            <a:schemeClr val="bg1"/>
          </a:solidFill>
          <a:ln w="3175">
            <a:solidFill>
              <a:srgbClr val="00295B">
                <a:alpha val="54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BFA7D24-0D08-4578-AB4B-21F7EB898A4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263944" y="1827214"/>
            <a:ext cx="4869069" cy="5076824"/>
          </a:xfrm>
          <a:prstGeom prst="rect">
            <a:avLst/>
          </a:prstGeom>
        </p:spPr>
        <p:txBody>
          <a:bodyPr lIns="108000" tIns="72000" rIns="72000" bIns="36000"/>
          <a:lstStyle>
            <a:lvl1pPr>
              <a:defRPr lang="ko-KR" altLang="en-US" sz="1400" dirty="0"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ko-KR" altLang="en-US" dirty="0"/>
              <a:t>마스터 텍스트 스타일 편집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4BBE89C-8873-490C-AC93-0E7D7A98506E}"/>
              </a:ext>
            </a:extLst>
          </p:cNvPr>
          <p:cNvSpPr/>
          <p:nvPr userDrawn="1"/>
        </p:nvSpPr>
        <p:spPr>
          <a:xfrm flipH="1">
            <a:off x="196850" y="1467650"/>
            <a:ext cx="4869068" cy="5437188"/>
          </a:xfrm>
          <a:prstGeom prst="rect">
            <a:avLst/>
          </a:prstGeom>
          <a:solidFill>
            <a:schemeClr val="bg1"/>
          </a:solidFill>
          <a:ln w="3175">
            <a:solidFill>
              <a:srgbClr val="00295B">
                <a:alpha val="54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CC86208-9786-4D57-8521-37A2F3C45C62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96849" y="1828016"/>
            <a:ext cx="4869069" cy="5076007"/>
          </a:xfrm>
          <a:prstGeom prst="rect">
            <a:avLst/>
          </a:prstGeom>
        </p:spPr>
        <p:txBody>
          <a:bodyPr lIns="108000" tIns="72000" rIns="72000" bIns="36000"/>
          <a:lstStyle>
            <a:lvl1pPr marL="0" indent="0">
              <a:buNone/>
              <a:defRPr sz="1400">
                <a:solidFill>
                  <a:schemeClr val="tx1"/>
                </a:solidFill>
                <a:latin typeface="+mn-ea"/>
                <a:ea typeface="+mn-ea"/>
              </a:defRPr>
            </a:lvl1pPr>
            <a:lvl2pPr marL="483672" indent="0">
              <a:buNone/>
              <a:defRPr sz="2116">
                <a:solidFill>
                  <a:schemeClr val="tx1">
                    <a:tint val="75000"/>
                  </a:schemeClr>
                </a:solidFill>
              </a:defRPr>
            </a:lvl2pPr>
            <a:lvl3pPr marL="967344" indent="0">
              <a:buNone/>
              <a:defRPr sz="1904">
                <a:solidFill>
                  <a:schemeClr val="tx1">
                    <a:tint val="75000"/>
                  </a:schemeClr>
                </a:solidFill>
              </a:defRPr>
            </a:lvl3pPr>
            <a:lvl4pPr marL="1451016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4pPr>
            <a:lvl5pPr marL="1934688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5pPr>
            <a:lvl6pPr marL="2418359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6pPr>
            <a:lvl7pPr marL="2902031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7pPr>
            <a:lvl8pPr marL="3385703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8pPr>
            <a:lvl9pPr marL="3869375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2404E03-67F5-4FA8-9965-B1203160BBA3}"/>
              </a:ext>
            </a:extLst>
          </p:cNvPr>
          <p:cNvSpPr/>
          <p:nvPr userDrawn="1"/>
        </p:nvSpPr>
        <p:spPr>
          <a:xfrm>
            <a:off x="6489305" y="1287177"/>
            <a:ext cx="2394284" cy="452700"/>
          </a:xfrm>
          <a:prstGeom prst="roundRect">
            <a:avLst/>
          </a:prstGeom>
          <a:gradFill flip="none" rotWithShape="1">
            <a:gsLst>
              <a:gs pos="50000">
                <a:srgbClr val="002553"/>
              </a:gs>
              <a:gs pos="0">
                <a:srgbClr val="00357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201" tIns="41601" rIns="83201" bIns="416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600" b="1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A6A75F1-5CF9-425D-A222-77BD3AC76AD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536491" y="1352971"/>
            <a:ext cx="2299912" cy="3211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83672" indent="0">
              <a:buNone/>
              <a:defRPr sz="2116">
                <a:solidFill>
                  <a:schemeClr val="tx1">
                    <a:tint val="75000"/>
                  </a:schemeClr>
                </a:solidFill>
              </a:defRPr>
            </a:lvl2pPr>
            <a:lvl3pPr marL="967344" indent="0">
              <a:buNone/>
              <a:defRPr sz="1904">
                <a:solidFill>
                  <a:schemeClr val="tx1">
                    <a:tint val="75000"/>
                  </a:schemeClr>
                </a:solidFill>
              </a:defRPr>
            </a:lvl3pPr>
            <a:lvl4pPr marL="1451016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4pPr>
            <a:lvl5pPr marL="1934688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5pPr>
            <a:lvl6pPr marL="2418359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6pPr>
            <a:lvl7pPr marL="2902031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7pPr>
            <a:lvl8pPr marL="3385703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8pPr>
            <a:lvl9pPr marL="3869375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68D296F-88B0-444C-A66C-65A79630740E}"/>
              </a:ext>
            </a:extLst>
          </p:cNvPr>
          <p:cNvSpPr/>
          <p:nvPr userDrawn="1"/>
        </p:nvSpPr>
        <p:spPr>
          <a:xfrm>
            <a:off x="1446274" y="1287977"/>
            <a:ext cx="2394284" cy="452700"/>
          </a:xfrm>
          <a:prstGeom prst="roundRect">
            <a:avLst/>
          </a:prstGeom>
          <a:gradFill flip="none" rotWithShape="1">
            <a:gsLst>
              <a:gs pos="50000">
                <a:srgbClr val="002553"/>
              </a:gs>
              <a:gs pos="0">
                <a:srgbClr val="00357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201" tIns="41601" rIns="83201" bIns="416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600" b="1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89A1823-6B1A-4997-82CE-58275F5A988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493460" y="1353771"/>
            <a:ext cx="2299912" cy="3211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83672" indent="0">
              <a:buNone/>
              <a:defRPr sz="2116">
                <a:solidFill>
                  <a:schemeClr val="tx1">
                    <a:tint val="75000"/>
                  </a:schemeClr>
                </a:solidFill>
              </a:defRPr>
            </a:lvl2pPr>
            <a:lvl3pPr marL="967344" indent="0">
              <a:buNone/>
              <a:defRPr sz="1904">
                <a:solidFill>
                  <a:schemeClr val="tx1">
                    <a:tint val="75000"/>
                  </a:schemeClr>
                </a:solidFill>
              </a:defRPr>
            </a:lvl3pPr>
            <a:lvl4pPr marL="1451016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4pPr>
            <a:lvl5pPr marL="1934688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5pPr>
            <a:lvl6pPr marL="2418359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6pPr>
            <a:lvl7pPr marL="2902031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7pPr>
            <a:lvl8pPr marL="3385703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8pPr>
            <a:lvl9pPr marL="3869375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5595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4">
          <p15:clr>
            <a:srgbClr val="FBAE40"/>
          </p15:clr>
        </p15:guide>
        <p15:guide id="2" orient="horz" pos="2761" userDrawn="1">
          <p15:clr>
            <a:srgbClr val="FBAE40"/>
          </p15:clr>
        </p15:guide>
        <p15:guide id="3" orient="horz" pos="380">
          <p15:clr>
            <a:srgbClr val="FBAE40"/>
          </p15:clr>
        </p15:guide>
        <p15:guide id="4" pos="124">
          <p15:clr>
            <a:srgbClr val="FBAE40"/>
          </p15:clr>
        </p15:guide>
        <p15:guide id="5" pos="6383">
          <p15:clr>
            <a:srgbClr val="FBAE40"/>
          </p15:clr>
        </p15:guide>
        <p15:guide id="6" orient="horz" pos="4349">
          <p15:clr>
            <a:srgbClr val="FBAE40"/>
          </p15:clr>
        </p15:guide>
        <p15:guide id="7" pos="56">
          <p15:clr>
            <a:srgbClr val="FBAE40"/>
          </p15:clr>
        </p15:guide>
        <p15:guide id="8" orient="horz" pos="516">
          <p15:clr>
            <a:srgbClr val="FBAE40"/>
          </p15:clr>
        </p15:guide>
        <p15:guide id="9" orient="horz" pos="924" userDrawn="1">
          <p15:clr>
            <a:srgbClr val="FBAE40"/>
          </p15:clr>
        </p15:guide>
        <p15:guide id="10" orient="horz" pos="1151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roup 363">
            <a:extLst>
              <a:ext uri="{FF2B5EF4-FFF2-40B4-BE49-F238E27FC236}">
                <a16:creationId xmlns:a16="http://schemas.microsoft.com/office/drawing/2014/main" id="{86B40D0E-0B39-4A6E-9523-53829143DC8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34039327"/>
              </p:ext>
            </p:extLst>
          </p:nvPr>
        </p:nvGraphicFramePr>
        <p:xfrm>
          <a:off x="196851" y="819149"/>
          <a:ext cx="9936163" cy="6084652"/>
        </p:xfrm>
        <a:graphic>
          <a:graphicData uri="http://schemas.openxmlformats.org/drawingml/2006/table">
            <a:tbl>
              <a:tblPr/>
              <a:tblGrid>
                <a:gridCol w="1242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57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17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0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9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8322">
                  <a:extLst>
                    <a:ext uri="{9D8B030D-6E8A-4147-A177-3AD203B41FA5}">
                      <a16:colId xmlns:a16="http://schemas.microsoft.com/office/drawing/2014/main" val="2605616862"/>
                    </a:ext>
                  </a:extLst>
                </a:gridCol>
                <a:gridCol w="5357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0772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5276"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기능설명서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화면명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시스템명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작성일자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작성자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화면설명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326">
                <a:tc rowSpan="2"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주요항목 및 기능</a:t>
                      </a:r>
                      <a:endParaRPr lang="ko-KR" altLang="en-US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9204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108000" marR="180000" marT="180000" marB="180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3A0F3BA7-BF64-458F-81FC-8AFD95827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" y="206376"/>
            <a:ext cx="8910637" cy="395287"/>
          </a:xfrm>
          <a:prstGeom prst="rect">
            <a:avLst/>
          </a:prstGeom>
        </p:spPr>
        <p:txBody>
          <a:bodyPr bIns="0" anchor="b" anchorCtr="0"/>
          <a:lstStyle>
            <a:lvl1pPr>
              <a:defRPr lang="ko-KR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cs typeface="+mn-cs"/>
              </a:defRPr>
            </a:lvl1pPr>
          </a:lstStyle>
          <a:p>
            <a:pPr marL="0" lvl="0" indent="0">
              <a:spcBef>
                <a:spcPts val="1058"/>
              </a:spcBef>
              <a:buFont typeface="Arial" panose="020B0604020202020204" pitchFamily="34" charset="0"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9" name="텍스트 개체 틀 3">
            <a:extLst>
              <a:ext uri="{FF2B5EF4-FFF2-40B4-BE49-F238E27FC236}">
                <a16:creationId xmlns:a16="http://schemas.microsoft.com/office/drawing/2014/main" id="{ABCA4513-8395-4C57-9806-7030E05382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22401" y="1102584"/>
            <a:ext cx="1010611" cy="259342"/>
          </a:xfrm>
          <a:prstGeom prst="rect">
            <a:avLst/>
          </a:prstGeom>
        </p:spPr>
        <p:txBody>
          <a:bodyPr lIns="72000" tIns="0" rIns="72000" bIns="0" anchor="ctr" anchorCtr="0">
            <a:noAutofit/>
          </a:bodyPr>
          <a:lstStyle>
            <a:lvl1pPr marL="0" indent="0">
              <a:buFontTx/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/>
              <a:t>작성자</a:t>
            </a:r>
          </a:p>
        </p:txBody>
      </p:sp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8DEBB29F-FA6F-4B68-8EF9-9FF9446118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50435" y="1373546"/>
            <a:ext cx="8642549" cy="239656"/>
          </a:xfrm>
          <a:prstGeom prst="rect">
            <a:avLst/>
          </a:prstGeom>
        </p:spPr>
        <p:txBody>
          <a:bodyPr lIns="72000" tIns="0" rIns="72000" bIns="0" anchor="ctr" anchorCtr="0">
            <a:noAutofit/>
          </a:bodyPr>
          <a:lstStyle>
            <a:lvl1pPr marL="0" indent="0">
              <a:buFontTx/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/>
              <a:t>화면설명</a:t>
            </a:r>
          </a:p>
        </p:txBody>
      </p:sp>
      <p:sp>
        <p:nvSpPr>
          <p:cNvPr id="12" name="텍스트 개체 틀 5">
            <a:extLst>
              <a:ext uri="{FF2B5EF4-FFF2-40B4-BE49-F238E27FC236}">
                <a16:creationId xmlns:a16="http://schemas.microsoft.com/office/drawing/2014/main" id="{6E8B2868-EF5F-474D-B21C-118297D2B8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554351" y="1963543"/>
            <a:ext cx="2572768" cy="4622800"/>
          </a:xfrm>
          <a:prstGeom prst="rect">
            <a:avLst/>
          </a:prstGeom>
        </p:spPr>
        <p:txBody>
          <a:bodyPr lIns="72000" tIns="36000" rIns="36000" bIns="36000">
            <a:normAutofit/>
          </a:bodyPr>
          <a:lstStyle>
            <a:lvl1pPr marL="176213" indent="-176213">
              <a:lnSpc>
                <a:spcPct val="120000"/>
              </a:lnSpc>
              <a:spcBef>
                <a:spcPts val="200"/>
              </a:spcBef>
              <a:defRPr sz="1000">
                <a:latin typeface="+mn-ea"/>
                <a:ea typeface="+mn-ea"/>
              </a:defRPr>
            </a:lvl1pPr>
            <a:lvl2pPr marL="358775" indent="-182563">
              <a:lnSpc>
                <a:spcPct val="120000"/>
              </a:lnSpc>
              <a:spcBef>
                <a:spcPts val="200"/>
              </a:spcBef>
              <a:buFont typeface="맑은 고딕" panose="020B0503020000020004" pitchFamily="50" charset="-127"/>
              <a:buChar char="–"/>
              <a:defRPr sz="1000">
                <a:latin typeface="+mn-ea"/>
                <a:ea typeface="+mn-ea"/>
              </a:defRPr>
            </a:lvl2pPr>
            <a:lvl3pPr marL="534988" indent="-176213">
              <a:lnSpc>
                <a:spcPct val="110000"/>
              </a:lnSpc>
              <a:spcBef>
                <a:spcPts val="200"/>
              </a:spcBef>
              <a:buFont typeface="맑은 고딕" panose="020B0503020000020004" pitchFamily="50" charset="-127"/>
              <a:buChar char="–"/>
              <a:defRPr sz="1000">
                <a:latin typeface="+mn-ea"/>
                <a:ea typeface="+mn-ea"/>
              </a:defRPr>
            </a:lvl3pPr>
            <a:lvl4pPr>
              <a:defRPr sz="1000">
                <a:latin typeface="+mn-ea"/>
                <a:ea typeface="+mn-ea"/>
              </a:defRPr>
            </a:lvl4pPr>
            <a:lvl5pPr>
              <a:defRPr sz="1000">
                <a:latin typeface="+mn-ea"/>
                <a:ea typeface="+mn-ea"/>
              </a:defRPr>
            </a:lvl5pPr>
          </a:lstStyle>
          <a:p>
            <a:pPr lvl="0"/>
            <a:r>
              <a:rPr lang="ko-KR" altLang="en-US" dirty="0"/>
              <a:t>마스터 텍스트 스타일을 편집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sp>
        <p:nvSpPr>
          <p:cNvPr id="7" name="텍스트 개체 틀 3">
            <a:extLst>
              <a:ext uri="{FF2B5EF4-FFF2-40B4-BE49-F238E27FC236}">
                <a16:creationId xmlns:a16="http://schemas.microsoft.com/office/drawing/2014/main" id="{3B442029-9370-4C6E-81DF-9F31FC2D05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50436" y="1102584"/>
            <a:ext cx="2250830" cy="259342"/>
          </a:xfrm>
          <a:prstGeom prst="rect">
            <a:avLst/>
          </a:prstGeom>
        </p:spPr>
        <p:txBody>
          <a:bodyPr lIns="72000" tIns="0" rIns="72000" bIns="0" anchor="ctr" anchorCtr="0">
            <a:noAutofit/>
          </a:bodyPr>
          <a:lstStyle>
            <a:lvl1pPr marL="0" indent="0">
              <a:buFontTx/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 err="1"/>
              <a:t>화면명</a:t>
            </a:r>
            <a:endParaRPr lang="ko-KR" altLang="en-US" dirty="0"/>
          </a:p>
        </p:txBody>
      </p:sp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54EAC08B-DF48-4ED6-ADAA-A8FA7FEA10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2975" y="1102584"/>
            <a:ext cx="1280657" cy="259342"/>
          </a:xfrm>
          <a:prstGeom prst="rect">
            <a:avLst/>
          </a:prstGeom>
        </p:spPr>
        <p:txBody>
          <a:bodyPr lIns="72000" tIns="0" rIns="72000" bIns="0" anchor="ctr" anchorCtr="0">
            <a:noAutofit/>
          </a:bodyPr>
          <a:lstStyle>
            <a:lvl1pPr marL="0" indent="0">
              <a:buFontTx/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/>
              <a:t>작성일자</a:t>
            </a:r>
          </a:p>
        </p:txBody>
      </p:sp>
      <p:sp>
        <p:nvSpPr>
          <p:cNvPr id="13" name="텍스트 개체 틀 3">
            <a:extLst>
              <a:ext uri="{FF2B5EF4-FFF2-40B4-BE49-F238E27FC236}">
                <a16:creationId xmlns:a16="http://schemas.microsoft.com/office/drawing/2014/main" id="{5DBC7538-31AD-40A6-B559-3EF5A9CDBD4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25441" y="1102584"/>
            <a:ext cx="1726159" cy="259342"/>
          </a:xfrm>
          <a:prstGeom prst="rect">
            <a:avLst/>
          </a:prstGeom>
        </p:spPr>
        <p:txBody>
          <a:bodyPr lIns="72000" tIns="0" rIns="72000" bIns="0" anchor="ctr" anchorCtr="0">
            <a:noAutofit/>
          </a:bodyPr>
          <a:lstStyle>
            <a:lvl1pPr marL="0" indent="0">
              <a:buFontTx/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/>
              <a:t>시스템명</a:t>
            </a:r>
          </a:p>
        </p:txBody>
      </p:sp>
    </p:spTree>
    <p:extLst>
      <p:ext uri="{BB962C8B-B14F-4D97-AF65-F5344CB8AC3E}">
        <p14:creationId xmlns:p14="http://schemas.microsoft.com/office/powerpoint/2010/main" val="2351206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37" userDrawn="1">
          <p15:clr>
            <a:srgbClr val="FBAE40"/>
          </p15:clr>
        </p15:guide>
        <p15:guide id="2" orient="horz" pos="2625" userDrawn="1">
          <p15:clr>
            <a:srgbClr val="FBAE40"/>
          </p15:clr>
        </p15:guide>
        <p15:guide id="3" orient="horz" pos="380">
          <p15:clr>
            <a:srgbClr val="FBAE40"/>
          </p15:clr>
        </p15:guide>
        <p15:guide id="4" pos="124">
          <p15:clr>
            <a:srgbClr val="FBAE40"/>
          </p15:clr>
        </p15:guide>
        <p15:guide id="5" pos="6383">
          <p15:clr>
            <a:srgbClr val="FBAE40"/>
          </p15:clr>
        </p15:guide>
        <p15:guide id="6" orient="horz" pos="4349">
          <p15:clr>
            <a:srgbClr val="FBAE40"/>
          </p15:clr>
        </p15:guide>
        <p15:guide id="7" pos="56">
          <p15:clr>
            <a:srgbClr val="FBAE40"/>
          </p15:clr>
        </p15:guide>
        <p15:guide id="8" orient="horz" pos="51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roup 363">
            <a:extLst>
              <a:ext uri="{FF2B5EF4-FFF2-40B4-BE49-F238E27FC236}">
                <a16:creationId xmlns:a16="http://schemas.microsoft.com/office/drawing/2014/main" id="{86B40D0E-0B39-4A6E-9523-53829143DC8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17169825"/>
              </p:ext>
            </p:extLst>
          </p:nvPr>
        </p:nvGraphicFramePr>
        <p:xfrm>
          <a:off x="196851" y="819149"/>
          <a:ext cx="9936163" cy="6084652"/>
        </p:xfrm>
        <a:graphic>
          <a:graphicData uri="http://schemas.openxmlformats.org/drawingml/2006/table">
            <a:tbl>
              <a:tblPr/>
              <a:tblGrid>
                <a:gridCol w="1242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57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17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0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9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8322">
                  <a:extLst>
                    <a:ext uri="{9D8B030D-6E8A-4147-A177-3AD203B41FA5}">
                      <a16:colId xmlns:a16="http://schemas.microsoft.com/office/drawing/2014/main" val="2605616862"/>
                    </a:ext>
                  </a:extLst>
                </a:gridCol>
                <a:gridCol w="5357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0772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5276"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기능설명서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화면명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시스템명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작성일자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작성자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화면설명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326">
                <a:tc rowSpan="2"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주요항목 및 기능</a:t>
                      </a:r>
                      <a:endParaRPr lang="ko-KR" altLang="en-US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9204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108000" marR="180000" marT="180000" marB="180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3A0F3BA7-BF64-458F-81FC-8AFD95827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" y="206376"/>
            <a:ext cx="8910637" cy="395287"/>
          </a:xfrm>
          <a:prstGeom prst="rect">
            <a:avLst/>
          </a:prstGeom>
        </p:spPr>
        <p:txBody>
          <a:bodyPr bIns="0" anchor="b" anchorCtr="0"/>
          <a:lstStyle>
            <a:lvl1pPr>
              <a:defRPr lang="ko-KR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cs typeface="+mn-cs"/>
              </a:defRPr>
            </a:lvl1pPr>
          </a:lstStyle>
          <a:p>
            <a:pPr marL="0" lvl="0" indent="0">
              <a:spcBef>
                <a:spcPts val="1058"/>
              </a:spcBef>
              <a:buFont typeface="Arial" panose="020B0604020202020204" pitchFamily="34" charset="0"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9" name="텍스트 개체 틀 3">
            <a:extLst>
              <a:ext uri="{FF2B5EF4-FFF2-40B4-BE49-F238E27FC236}">
                <a16:creationId xmlns:a16="http://schemas.microsoft.com/office/drawing/2014/main" id="{ABCA4513-8395-4C57-9806-7030E05382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22401" y="1102584"/>
            <a:ext cx="1010611" cy="259342"/>
          </a:xfrm>
          <a:prstGeom prst="rect">
            <a:avLst/>
          </a:prstGeom>
        </p:spPr>
        <p:txBody>
          <a:bodyPr lIns="72000" tIns="0" rIns="72000" bIns="0" anchor="ctr" anchorCtr="0">
            <a:noAutofit/>
          </a:bodyPr>
          <a:lstStyle>
            <a:lvl1pPr marL="0" indent="0">
              <a:buFontTx/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/>
              <a:t>작성자</a:t>
            </a:r>
          </a:p>
        </p:txBody>
      </p:sp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8DEBB29F-FA6F-4B68-8EF9-9FF9446118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50435" y="1373546"/>
            <a:ext cx="8642549" cy="239656"/>
          </a:xfrm>
          <a:prstGeom prst="rect">
            <a:avLst/>
          </a:prstGeom>
        </p:spPr>
        <p:txBody>
          <a:bodyPr lIns="72000" tIns="0" rIns="72000" bIns="0" anchor="ctr" anchorCtr="0">
            <a:noAutofit/>
          </a:bodyPr>
          <a:lstStyle>
            <a:lvl1pPr marL="0" indent="0">
              <a:buFontTx/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/>
              <a:t>화면설명</a:t>
            </a:r>
          </a:p>
        </p:txBody>
      </p:sp>
      <p:sp>
        <p:nvSpPr>
          <p:cNvPr id="12" name="텍스트 개체 틀 5">
            <a:extLst>
              <a:ext uri="{FF2B5EF4-FFF2-40B4-BE49-F238E27FC236}">
                <a16:creationId xmlns:a16="http://schemas.microsoft.com/office/drawing/2014/main" id="{6E8B2868-EF5F-474D-B21C-118297D2B8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554351" y="1963543"/>
            <a:ext cx="2572768" cy="4622800"/>
          </a:xfrm>
          <a:prstGeom prst="rect">
            <a:avLst/>
          </a:prstGeom>
        </p:spPr>
        <p:txBody>
          <a:bodyPr lIns="72000" tIns="36000" rIns="36000" bIns="36000">
            <a:normAutofit/>
          </a:bodyPr>
          <a:lstStyle>
            <a:lvl1pPr marL="176213" indent="-176213">
              <a:lnSpc>
                <a:spcPct val="120000"/>
              </a:lnSpc>
              <a:spcBef>
                <a:spcPts val="200"/>
              </a:spcBef>
              <a:defRPr sz="1000">
                <a:latin typeface="+mn-ea"/>
                <a:ea typeface="+mn-ea"/>
              </a:defRPr>
            </a:lvl1pPr>
            <a:lvl2pPr marL="358775" indent="-182563">
              <a:lnSpc>
                <a:spcPct val="120000"/>
              </a:lnSpc>
              <a:spcBef>
                <a:spcPts val="200"/>
              </a:spcBef>
              <a:buFont typeface="맑은 고딕" panose="020B0503020000020004" pitchFamily="50" charset="-127"/>
              <a:buChar char="–"/>
              <a:defRPr sz="1000">
                <a:latin typeface="+mn-ea"/>
                <a:ea typeface="+mn-ea"/>
              </a:defRPr>
            </a:lvl2pPr>
            <a:lvl3pPr marL="534988" indent="-176213">
              <a:lnSpc>
                <a:spcPct val="110000"/>
              </a:lnSpc>
              <a:spcBef>
                <a:spcPts val="200"/>
              </a:spcBef>
              <a:buFont typeface="맑은 고딕" panose="020B0503020000020004" pitchFamily="50" charset="-127"/>
              <a:buChar char="–"/>
              <a:defRPr sz="1000">
                <a:latin typeface="+mn-ea"/>
                <a:ea typeface="+mn-ea"/>
              </a:defRPr>
            </a:lvl3pPr>
            <a:lvl4pPr>
              <a:defRPr sz="1000">
                <a:latin typeface="+mn-ea"/>
                <a:ea typeface="+mn-ea"/>
              </a:defRPr>
            </a:lvl4pPr>
            <a:lvl5pPr>
              <a:defRPr sz="1000">
                <a:latin typeface="+mn-ea"/>
                <a:ea typeface="+mn-ea"/>
              </a:defRPr>
            </a:lvl5pPr>
          </a:lstStyle>
          <a:p>
            <a:pPr lvl="0"/>
            <a:r>
              <a:rPr lang="ko-KR" altLang="en-US" dirty="0"/>
              <a:t>마스터 텍스트 스타일을 편집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sp>
        <p:nvSpPr>
          <p:cNvPr id="7" name="텍스트 개체 틀 3">
            <a:extLst>
              <a:ext uri="{FF2B5EF4-FFF2-40B4-BE49-F238E27FC236}">
                <a16:creationId xmlns:a16="http://schemas.microsoft.com/office/drawing/2014/main" id="{3B442029-9370-4C6E-81DF-9F31FC2D05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50436" y="1102584"/>
            <a:ext cx="2250830" cy="259342"/>
          </a:xfrm>
          <a:prstGeom prst="rect">
            <a:avLst/>
          </a:prstGeom>
        </p:spPr>
        <p:txBody>
          <a:bodyPr lIns="72000" tIns="0" rIns="72000" bIns="0" anchor="ctr" anchorCtr="0">
            <a:noAutofit/>
          </a:bodyPr>
          <a:lstStyle>
            <a:lvl1pPr marL="0" indent="0">
              <a:buFontTx/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 err="1"/>
              <a:t>화면명</a:t>
            </a:r>
            <a:endParaRPr lang="ko-KR" altLang="en-US" dirty="0"/>
          </a:p>
        </p:txBody>
      </p:sp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54EAC08B-DF48-4ED6-ADAA-A8FA7FEA10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2975" y="1102584"/>
            <a:ext cx="1280657" cy="259342"/>
          </a:xfrm>
          <a:prstGeom prst="rect">
            <a:avLst/>
          </a:prstGeom>
        </p:spPr>
        <p:txBody>
          <a:bodyPr lIns="72000" tIns="0" rIns="72000" bIns="0" anchor="ctr" anchorCtr="0">
            <a:noAutofit/>
          </a:bodyPr>
          <a:lstStyle>
            <a:lvl1pPr marL="0" indent="0">
              <a:buFontTx/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/>
              <a:t>작성일자</a:t>
            </a:r>
          </a:p>
        </p:txBody>
      </p:sp>
      <p:sp>
        <p:nvSpPr>
          <p:cNvPr id="13" name="텍스트 개체 틀 3">
            <a:extLst>
              <a:ext uri="{FF2B5EF4-FFF2-40B4-BE49-F238E27FC236}">
                <a16:creationId xmlns:a16="http://schemas.microsoft.com/office/drawing/2014/main" id="{5DBC7538-31AD-40A6-B559-3EF5A9CDBD4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25441" y="1102584"/>
            <a:ext cx="1726159" cy="259342"/>
          </a:xfrm>
          <a:prstGeom prst="rect">
            <a:avLst/>
          </a:prstGeom>
        </p:spPr>
        <p:txBody>
          <a:bodyPr lIns="72000" tIns="0" rIns="72000" bIns="0" anchor="ctr" anchorCtr="0">
            <a:noAutofit/>
          </a:bodyPr>
          <a:lstStyle>
            <a:lvl1pPr marL="0" indent="0">
              <a:buFontTx/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/>
              <a:t>시스템명</a:t>
            </a:r>
          </a:p>
        </p:txBody>
      </p:sp>
    </p:spTree>
    <p:extLst>
      <p:ext uri="{BB962C8B-B14F-4D97-AF65-F5344CB8AC3E}">
        <p14:creationId xmlns:p14="http://schemas.microsoft.com/office/powerpoint/2010/main" val="2245862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37">
          <p15:clr>
            <a:srgbClr val="FBAE40"/>
          </p15:clr>
        </p15:guide>
        <p15:guide id="2" orient="horz" pos="2625">
          <p15:clr>
            <a:srgbClr val="FBAE40"/>
          </p15:clr>
        </p15:guide>
        <p15:guide id="3" orient="horz" pos="380">
          <p15:clr>
            <a:srgbClr val="FBAE40"/>
          </p15:clr>
        </p15:guide>
        <p15:guide id="4" pos="124">
          <p15:clr>
            <a:srgbClr val="FBAE40"/>
          </p15:clr>
        </p15:guide>
        <p15:guide id="5" pos="6383">
          <p15:clr>
            <a:srgbClr val="FBAE40"/>
          </p15:clr>
        </p15:guide>
        <p15:guide id="6" orient="horz" pos="4349">
          <p15:clr>
            <a:srgbClr val="FBAE40"/>
          </p15:clr>
        </p15:guide>
        <p15:guide id="7" pos="56">
          <p15:clr>
            <a:srgbClr val="FBAE40"/>
          </p15:clr>
        </p15:guide>
        <p15:guide id="8" orient="horz" pos="51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Group 363">
            <a:extLst>
              <a:ext uri="{FF2B5EF4-FFF2-40B4-BE49-F238E27FC236}">
                <a16:creationId xmlns:a16="http://schemas.microsoft.com/office/drawing/2014/main" id="{DC4D789E-0DD2-4026-B0A9-54DF0F1DEFF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35364540"/>
              </p:ext>
            </p:extLst>
          </p:nvPr>
        </p:nvGraphicFramePr>
        <p:xfrm>
          <a:off x="196851" y="819149"/>
          <a:ext cx="9936163" cy="6089651"/>
        </p:xfrm>
        <a:graphic>
          <a:graphicData uri="http://schemas.openxmlformats.org/drawingml/2006/table">
            <a:tbl>
              <a:tblPr/>
              <a:tblGrid>
                <a:gridCol w="1242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57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17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0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32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57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0772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5276"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기능설명서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화면명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시스템명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작성일자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작성자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화면설명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2529">
                <a:tc gridSpan="8">
                  <a:txBody>
                    <a:bodyPr/>
                    <a:lstStyle/>
                    <a:p>
                      <a:pPr marL="0" marR="0" lvl="0" indent="0" algn="l" defTabSz="35877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3A0F3BA7-BF64-458F-81FC-8AFD95827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" y="206376"/>
            <a:ext cx="8910637" cy="395287"/>
          </a:xfrm>
          <a:prstGeom prst="rect">
            <a:avLst/>
          </a:prstGeom>
        </p:spPr>
        <p:txBody>
          <a:bodyPr bIns="0" anchor="b" anchorCtr="0"/>
          <a:lstStyle>
            <a:lvl1pPr>
              <a:defRPr lang="ko-KR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cs typeface="+mn-cs"/>
              </a:defRPr>
            </a:lvl1pPr>
          </a:lstStyle>
          <a:p>
            <a:pPr marL="0" lvl="0" indent="0">
              <a:spcBef>
                <a:spcPts val="1058"/>
              </a:spcBef>
              <a:buFont typeface="Arial" panose="020B0604020202020204" pitchFamily="34" charset="0"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7" name="텍스트 개체 틀 3">
            <a:extLst>
              <a:ext uri="{FF2B5EF4-FFF2-40B4-BE49-F238E27FC236}">
                <a16:creationId xmlns:a16="http://schemas.microsoft.com/office/drawing/2014/main" id="{3B442029-9370-4C6E-81DF-9F31FC2D05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50436" y="1102584"/>
            <a:ext cx="2250830" cy="259342"/>
          </a:xfrm>
          <a:prstGeom prst="rect">
            <a:avLst/>
          </a:prstGeom>
        </p:spPr>
        <p:txBody>
          <a:bodyPr lIns="72000" tIns="0" rIns="72000" bIns="0" anchor="ctr" anchorCtr="0">
            <a:noAutofit/>
          </a:bodyPr>
          <a:lstStyle>
            <a:lvl1pPr marL="0" indent="0">
              <a:buFontTx/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 err="1"/>
              <a:t>화면명</a:t>
            </a:r>
            <a:endParaRPr lang="ko-KR" altLang="en-US" dirty="0"/>
          </a:p>
        </p:txBody>
      </p:sp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54EAC08B-DF48-4ED6-ADAA-A8FA7FEA10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2975" y="1102584"/>
            <a:ext cx="1280657" cy="259342"/>
          </a:xfrm>
          <a:prstGeom prst="rect">
            <a:avLst/>
          </a:prstGeom>
        </p:spPr>
        <p:txBody>
          <a:bodyPr lIns="72000" tIns="0" rIns="72000" bIns="0" anchor="ctr" anchorCtr="0">
            <a:noAutofit/>
          </a:bodyPr>
          <a:lstStyle>
            <a:lvl1pPr marL="0" indent="0">
              <a:buFontTx/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/>
              <a:t>작성일자</a:t>
            </a:r>
          </a:p>
        </p:txBody>
      </p:sp>
      <p:sp>
        <p:nvSpPr>
          <p:cNvPr id="9" name="텍스트 개체 틀 3">
            <a:extLst>
              <a:ext uri="{FF2B5EF4-FFF2-40B4-BE49-F238E27FC236}">
                <a16:creationId xmlns:a16="http://schemas.microsoft.com/office/drawing/2014/main" id="{ABCA4513-8395-4C57-9806-7030E05382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22401" y="1102584"/>
            <a:ext cx="1010611" cy="259342"/>
          </a:xfrm>
          <a:prstGeom prst="rect">
            <a:avLst/>
          </a:prstGeom>
        </p:spPr>
        <p:txBody>
          <a:bodyPr lIns="72000" tIns="0" rIns="72000" bIns="0" anchor="ctr" anchorCtr="0">
            <a:noAutofit/>
          </a:bodyPr>
          <a:lstStyle>
            <a:lvl1pPr marL="0" indent="0">
              <a:buFontTx/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/>
              <a:t>작성자</a:t>
            </a:r>
          </a:p>
        </p:txBody>
      </p:sp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8DEBB29F-FA6F-4B68-8EF9-9FF9446118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50435" y="1373546"/>
            <a:ext cx="8642549" cy="239656"/>
          </a:xfrm>
          <a:prstGeom prst="rect">
            <a:avLst/>
          </a:prstGeom>
        </p:spPr>
        <p:txBody>
          <a:bodyPr lIns="72000" tIns="0" rIns="72000" bIns="0" anchor="ctr" anchorCtr="0">
            <a:noAutofit/>
          </a:bodyPr>
          <a:lstStyle>
            <a:lvl1pPr marL="0" indent="0">
              <a:buFontTx/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/>
              <a:t>화면설명</a:t>
            </a:r>
          </a:p>
        </p:txBody>
      </p:sp>
      <p:sp>
        <p:nvSpPr>
          <p:cNvPr id="12" name="텍스트 개체 틀 5">
            <a:extLst>
              <a:ext uri="{FF2B5EF4-FFF2-40B4-BE49-F238E27FC236}">
                <a16:creationId xmlns:a16="http://schemas.microsoft.com/office/drawing/2014/main" id="{6E8B2868-EF5F-474D-B21C-118297D2B8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96850" y="1658061"/>
            <a:ext cx="9936162" cy="5258677"/>
          </a:xfrm>
          <a:prstGeom prst="rect">
            <a:avLst/>
          </a:prstGeom>
        </p:spPr>
        <p:txBody>
          <a:bodyPr lIns="72000" tIns="36000" rIns="36000" bIns="36000">
            <a:normAutofit/>
          </a:bodyPr>
          <a:lstStyle>
            <a:lvl1pPr marL="176213" indent="-176213">
              <a:lnSpc>
                <a:spcPct val="110000"/>
              </a:lnSpc>
              <a:spcBef>
                <a:spcPts val="200"/>
              </a:spcBef>
              <a:defRPr sz="1000">
                <a:latin typeface="+mn-ea"/>
                <a:ea typeface="+mn-ea"/>
              </a:defRPr>
            </a:lvl1pPr>
            <a:lvl2pPr marL="358775" indent="-182563">
              <a:lnSpc>
                <a:spcPct val="110000"/>
              </a:lnSpc>
              <a:spcBef>
                <a:spcPts val="200"/>
              </a:spcBef>
              <a:buFont typeface="맑은 고딕" panose="020B0503020000020004" pitchFamily="50" charset="-127"/>
              <a:buChar char="–"/>
              <a:defRPr sz="1000">
                <a:latin typeface="+mn-ea"/>
                <a:ea typeface="+mn-ea"/>
              </a:defRPr>
            </a:lvl2pPr>
            <a:lvl3pPr marL="534988" indent="-176213">
              <a:lnSpc>
                <a:spcPct val="110000"/>
              </a:lnSpc>
              <a:spcBef>
                <a:spcPts val="200"/>
              </a:spcBef>
              <a:buFont typeface="맑은 고딕" panose="020B0503020000020004" pitchFamily="50" charset="-127"/>
              <a:buChar char="–"/>
              <a:defRPr sz="1000">
                <a:latin typeface="+mn-ea"/>
                <a:ea typeface="+mn-ea"/>
              </a:defRPr>
            </a:lvl3pPr>
            <a:lvl4pPr>
              <a:defRPr sz="1000">
                <a:latin typeface="+mn-ea"/>
                <a:ea typeface="+mn-ea"/>
              </a:defRPr>
            </a:lvl4pPr>
            <a:lvl5pPr>
              <a:defRPr sz="1000">
                <a:latin typeface="+mn-ea"/>
                <a:ea typeface="+mn-ea"/>
              </a:defRPr>
            </a:lvl5pPr>
          </a:lstStyle>
          <a:p>
            <a:pPr lvl="0"/>
            <a:r>
              <a:rPr lang="ko-KR" altLang="en-US" dirty="0"/>
              <a:t>마스터 텍스트 스타일을 편집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sp>
        <p:nvSpPr>
          <p:cNvPr id="13" name="텍스트 개체 틀 3">
            <a:extLst>
              <a:ext uri="{FF2B5EF4-FFF2-40B4-BE49-F238E27FC236}">
                <a16:creationId xmlns:a16="http://schemas.microsoft.com/office/drawing/2014/main" id="{5DBC7538-31AD-40A6-B559-3EF5A9CDBD4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25441" y="1102584"/>
            <a:ext cx="1726159" cy="259342"/>
          </a:xfrm>
          <a:prstGeom prst="rect">
            <a:avLst/>
          </a:prstGeom>
        </p:spPr>
        <p:txBody>
          <a:bodyPr lIns="72000" tIns="0" rIns="72000" bIns="0" anchor="ctr" anchorCtr="0">
            <a:noAutofit/>
          </a:bodyPr>
          <a:lstStyle>
            <a:lvl1pPr marL="0" indent="0">
              <a:buFontTx/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/>
              <a:t>시스템명</a:t>
            </a:r>
          </a:p>
        </p:txBody>
      </p:sp>
    </p:spTree>
    <p:extLst>
      <p:ext uri="{BB962C8B-B14F-4D97-AF65-F5344CB8AC3E}">
        <p14:creationId xmlns:p14="http://schemas.microsoft.com/office/powerpoint/2010/main" val="1210763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4">
          <p15:clr>
            <a:srgbClr val="FBAE40"/>
          </p15:clr>
        </p15:guide>
        <p15:guide id="2" orient="horz" pos="2693" userDrawn="1">
          <p15:clr>
            <a:srgbClr val="FBAE40"/>
          </p15:clr>
        </p15:guide>
        <p15:guide id="3" orient="horz" pos="380">
          <p15:clr>
            <a:srgbClr val="FBAE40"/>
          </p15:clr>
        </p15:guide>
        <p15:guide id="4" pos="124">
          <p15:clr>
            <a:srgbClr val="FBAE40"/>
          </p15:clr>
        </p15:guide>
        <p15:guide id="5" pos="6383">
          <p15:clr>
            <a:srgbClr val="FBAE40"/>
          </p15:clr>
        </p15:guide>
        <p15:guide id="6" orient="horz" pos="4349">
          <p15:clr>
            <a:srgbClr val="FBAE40"/>
          </p15:clr>
        </p15:guide>
        <p15:guide id="7" pos="56">
          <p15:clr>
            <a:srgbClr val="FBAE40"/>
          </p15:clr>
        </p15:guide>
        <p15:guide id="8" orient="horz" pos="516">
          <p15:clr>
            <a:srgbClr val="FBAE40"/>
          </p15:clr>
        </p15:guide>
        <p15:guide id="9" orient="horz" pos="765">
          <p15:clr>
            <a:srgbClr val="FBAE40"/>
          </p15:clr>
        </p15:guide>
        <p15:guide id="10" orient="horz" pos="1038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0F3BA7-BF64-458F-81FC-8AFD95827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" y="206376"/>
            <a:ext cx="8910637" cy="395287"/>
          </a:xfrm>
          <a:prstGeom prst="rect">
            <a:avLst/>
          </a:prstGeom>
        </p:spPr>
        <p:txBody>
          <a:bodyPr bIns="0" anchor="b" anchorCtr="0"/>
          <a:lstStyle>
            <a:lvl1pPr>
              <a:defRPr lang="ko-KR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cs typeface="+mn-cs"/>
              </a:defRPr>
            </a:lvl1pPr>
          </a:lstStyle>
          <a:p>
            <a:pPr marL="0" lvl="0" indent="0">
              <a:spcBef>
                <a:spcPts val="1058"/>
              </a:spcBef>
              <a:buFont typeface="Arial" panose="020B0604020202020204" pitchFamily="34" charset="0"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12" name="텍스트 개체 틀 5">
            <a:extLst>
              <a:ext uri="{FF2B5EF4-FFF2-40B4-BE49-F238E27FC236}">
                <a16:creationId xmlns:a16="http://schemas.microsoft.com/office/drawing/2014/main" id="{6E8B2868-EF5F-474D-B21C-118297D2B8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96850" y="1287177"/>
            <a:ext cx="9936162" cy="5629561"/>
          </a:xfrm>
          <a:prstGeom prst="rect">
            <a:avLst/>
          </a:prstGeom>
        </p:spPr>
        <p:txBody>
          <a:bodyPr lIns="72000" tIns="36000" rIns="36000" bIns="36000">
            <a:normAutofit/>
          </a:bodyPr>
          <a:lstStyle>
            <a:lvl1pPr marL="176213" indent="-176213">
              <a:lnSpc>
                <a:spcPct val="110000"/>
              </a:lnSpc>
              <a:spcBef>
                <a:spcPts val="200"/>
              </a:spcBef>
              <a:defRPr sz="1000">
                <a:latin typeface="+mn-ea"/>
                <a:ea typeface="+mn-ea"/>
              </a:defRPr>
            </a:lvl1pPr>
            <a:lvl2pPr marL="358775" indent="-182563">
              <a:lnSpc>
                <a:spcPct val="110000"/>
              </a:lnSpc>
              <a:spcBef>
                <a:spcPts val="200"/>
              </a:spcBef>
              <a:buFont typeface="맑은 고딕" panose="020B0503020000020004" pitchFamily="50" charset="-127"/>
              <a:buChar char="–"/>
              <a:defRPr sz="1000">
                <a:latin typeface="+mn-ea"/>
                <a:ea typeface="+mn-ea"/>
              </a:defRPr>
            </a:lvl2pPr>
            <a:lvl3pPr marL="534988" indent="-176213">
              <a:lnSpc>
                <a:spcPct val="110000"/>
              </a:lnSpc>
              <a:spcBef>
                <a:spcPts val="200"/>
              </a:spcBef>
              <a:buFont typeface="맑은 고딕" panose="020B0503020000020004" pitchFamily="50" charset="-127"/>
              <a:buChar char="–"/>
              <a:defRPr sz="1000">
                <a:latin typeface="+mn-ea"/>
                <a:ea typeface="+mn-ea"/>
              </a:defRPr>
            </a:lvl3pPr>
            <a:lvl4pPr>
              <a:defRPr sz="1000">
                <a:latin typeface="+mn-ea"/>
                <a:ea typeface="+mn-ea"/>
              </a:defRPr>
            </a:lvl4pPr>
            <a:lvl5pPr>
              <a:defRPr sz="1000">
                <a:latin typeface="+mn-ea"/>
                <a:ea typeface="+mn-ea"/>
              </a:defRPr>
            </a:lvl5pPr>
          </a:lstStyle>
          <a:p>
            <a:pPr lvl="0"/>
            <a:r>
              <a:rPr lang="ko-KR" altLang="en-US" dirty="0"/>
              <a:t>마스터 텍스트 스타일을 편집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sp>
        <p:nvSpPr>
          <p:cNvPr id="10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196379" y="768292"/>
            <a:ext cx="9937103" cy="442842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000" b="0">
                <a:solidFill>
                  <a:srgbClr val="0070C0"/>
                </a:solidFill>
                <a:latin typeface="+mj-ea"/>
                <a:ea typeface="+mj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9199410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4">
          <p15:clr>
            <a:srgbClr val="FBAE40"/>
          </p15:clr>
        </p15:guide>
        <p15:guide id="2" orient="horz" pos="2693" userDrawn="1">
          <p15:clr>
            <a:srgbClr val="FBAE40"/>
          </p15:clr>
        </p15:guide>
        <p15:guide id="3" orient="horz" pos="380">
          <p15:clr>
            <a:srgbClr val="FBAE40"/>
          </p15:clr>
        </p15:guide>
        <p15:guide id="4" pos="124">
          <p15:clr>
            <a:srgbClr val="FBAE40"/>
          </p15:clr>
        </p15:guide>
        <p15:guide id="5" pos="6383">
          <p15:clr>
            <a:srgbClr val="FBAE40"/>
          </p15:clr>
        </p15:guide>
        <p15:guide id="6" orient="horz" pos="4349">
          <p15:clr>
            <a:srgbClr val="FBAE40"/>
          </p15:clr>
        </p15:guide>
        <p15:guide id="7" pos="56">
          <p15:clr>
            <a:srgbClr val="FBAE40"/>
          </p15:clr>
        </p15:guide>
        <p15:guide id="8" orient="horz" pos="516">
          <p15:clr>
            <a:srgbClr val="FBAE40"/>
          </p15:clr>
        </p15:guide>
        <p15:guide id="9" orient="horz" pos="765">
          <p15:clr>
            <a:srgbClr val="FBAE40"/>
          </p15:clr>
        </p15:guide>
        <p15:guide id="10" orient="horz" pos="1038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 userDrawn="1"/>
        </p:nvSpPr>
        <p:spPr>
          <a:xfrm>
            <a:off x="0" y="0"/>
            <a:ext cx="10329863" cy="7254875"/>
          </a:xfrm>
          <a:prstGeom prst="rect">
            <a:avLst/>
          </a:prstGeom>
          <a:solidFill>
            <a:srgbClr val="EEF0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-1" y="3631224"/>
            <a:ext cx="10334626" cy="3623652"/>
          </a:xfrm>
          <a:prstGeom prst="rect">
            <a:avLst/>
          </a:prstGeom>
          <a:solidFill>
            <a:srgbClr val="257C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Text Placeholder 2"/>
          <p:cNvSpPr>
            <a:spLocks noGrp="1"/>
          </p:cNvSpPr>
          <p:nvPr userDrawn="1">
            <p:ph type="body" idx="12" hasCustomPrompt="1"/>
          </p:nvPr>
        </p:nvSpPr>
        <p:spPr>
          <a:xfrm>
            <a:off x="2300612" y="3949734"/>
            <a:ext cx="5750701" cy="7919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600" b="0" i="1">
                <a:solidFill>
                  <a:schemeClr val="bg1"/>
                </a:solidFill>
                <a:effectLst/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83672" indent="0">
              <a:buNone/>
              <a:defRPr sz="2116">
                <a:solidFill>
                  <a:schemeClr val="tx1">
                    <a:tint val="75000"/>
                  </a:schemeClr>
                </a:solidFill>
              </a:defRPr>
            </a:lvl2pPr>
            <a:lvl3pPr marL="967344" indent="0">
              <a:buNone/>
              <a:defRPr sz="1904">
                <a:solidFill>
                  <a:schemeClr val="tx1">
                    <a:tint val="75000"/>
                  </a:schemeClr>
                </a:solidFill>
              </a:defRPr>
            </a:lvl3pPr>
            <a:lvl4pPr marL="1451016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4pPr>
            <a:lvl5pPr marL="1934688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5pPr>
            <a:lvl6pPr marL="2418359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6pPr>
            <a:lvl7pPr marL="2902031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7pPr>
            <a:lvl8pPr marL="3385703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8pPr>
            <a:lvl9pPr marL="3869375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Thank You!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09558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4">
          <p15:clr>
            <a:srgbClr val="FBAE40"/>
          </p15:clr>
        </p15:guide>
        <p15:guide id="2" orient="horz" pos="2285">
          <p15:clr>
            <a:srgbClr val="FBAE40"/>
          </p15:clr>
        </p15:guide>
        <p15:guide id="3" orient="horz" pos="992">
          <p15:clr>
            <a:srgbClr val="FBAE40"/>
          </p15:clr>
        </p15:guide>
        <p15:guide id="4" pos="124">
          <p15:clr>
            <a:srgbClr val="FBAE40"/>
          </p15:clr>
        </p15:guide>
        <p15:guide id="5" pos="6383">
          <p15:clr>
            <a:srgbClr val="FBAE40"/>
          </p15:clr>
        </p15:guide>
        <p15:guide id="6" orient="horz" pos="423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029BFB55-A802-447E-A910-BBD71F405882}"/>
              </a:ext>
            </a:extLst>
          </p:cNvPr>
          <p:cNvSpPr/>
          <p:nvPr userDrawn="1"/>
        </p:nvSpPr>
        <p:spPr>
          <a:xfrm>
            <a:off x="-1" y="0"/>
            <a:ext cx="10329864" cy="714104"/>
          </a:xfrm>
          <a:prstGeom prst="rect">
            <a:avLst/>
          </a:prstGeom>
          <a:solidFill>
            <a:srgbClr val="257C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29BFB55-A802-447E-A910-BBD71F405882}"/>
              </a:ext>
            </a:extLst>
          </p:cNvPr>
          <p:cNvSpPr/>
          <p:nvPr userDrawn="1"/>
        </p:nvSpPr>
        <p:spPr>
          <a:xfrm>
            <a:off x="-1" y="6922219"/>
            <a:ext cx="10329864" cy="332656"/>
          </a:xfrm>
          <a:prstGeom prst="rect">
            <a:avLst/>
          </a:prstGeom>
          <a:solidFill>
            <a:srgbClr val="C2E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9" name="cdtTextBox 11 Id18"/>
          <p:cNvSpPr txBox="1"/>
          <p:nvPr userDrawn="1">
            <p:custDataLst>
              <p:tags r:id="rId16"/>
            </p:custDataLst>
          </p:nvPr>
        </p:nvSpPr>
        <p:spPr>
          <a:xfrm>
            <a:off x="4680271" y="6994525"/>
            <a:ext cx="1064567" cy="260350"/>
          </a:xfrm>
          <a:prstGeom prst="rect">
            <a:avLst/>
          </a:prstGeom>
          <a:noFill/>
        </p:spPr>
        <p:txBody>
          <a:bodyPr wrap="square" lIns="324000" tIns="72000" rIns="0" bIns="72000" rtlCol="0" anchor="ctr" anchorCtr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de-DE" sz="1000" b="1" noProof="0" dirty="0">
                <a:solidFill>
                  <a:srgbClr val="257CC0"/>
                </a:solidFill>
                <a:latin typeface="+mn-ea"/>
                <a:ea typeface="+mn-ea"/>
              </a:rPr>
              <a:t>    </a:t>
            </a:r>
            <a:fld id="{91E7552C-A157-4A4F-8E99-698C0325FC94}" type="slidenum">
              <a:rPr lang="de-DE" sz="1000" b="1" noProof="0" smtClean="0">
                <a:solidFill>
                  <a:srgbClr val="257CC0"/>
                </a:solidFill>
                <a:latin typeface="+mn-ea"/>
                <a:ea typeface="+mn-ea"/>
              </a:rPr>
              <a:pPr>
                <a:lnSpc>
                  <a:spcPct val="110000"/>
                </a:lnSpc>
                <a:spcBef>
                  <a:spcPts val="0"/>
                </a:spcBef>
              </a:pPr>
              <a:t>‹#›</a:t>
            </a:fld>
            <a:endParaRPr lang="de-DE" sz="800" noProof="0" dirty="0">
              <a:solidFill>
                <a:srgbClr val="257CC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26578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35" r:id="rId2"/>
    <p:sldLayoutId id="2147483725" r:id="rId3"/>
    <p:sldLayoutId id="2147483710" r:id="rId4"/>
    <p:sldLayoutId id="2147483738" r:id="rId5"/>
    <p:sldLayoutId id="2147483724" r:id="rId6"/>
    <p:sldLayoutId id="2147483729" r:id="rId7"/>
    <p:sldLayoutId id="2147483730" r:id="rId8"/>
    <p:sldLayoutId id="2147483737" r:id="rId9"/>
    <p:sldLayoutId id="2147483731" r:id="rId10"/>
    <p:sldLayoutId id="2147483745" r:id="rId11"/>
    <p:sldLayoutId id="2147483733" r:id="rId12"/>
    <p:sldLayoutId id="2147483747" r:id="rId13"/>
    <p:sldLayoutId id="2147483726" r:id="rId14"/>
  </p:sldLayoutIdLst>
  <p:txStyles>
    <p:titleStyle>
      <a:lvl1pPr algn="l" defTabSz="967344" rtl="0" eaLnBrk="1" latinLnBrk="1" hangingPunct="1">
        <a:lnSpc>
          <a:spcPct val="90000"/>
        </a:lnSpc>
        <a:spcBef>
          <a:spcPct val="0"/>
        </a:spcBef>
        <a:buNone/>
        <a:defRPr sz="46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836" indent="-241836" algn="l" defTabSz="967344" rtl="0" eaLnBrk="1" latinLnBrk="1" hangingPunct="1">
        <a:lnSpc>
          <a:spcPct val="90000"/>
        </a:lnSpc>
        <a:spcBef>
          <a:spcPts val="1058"/>
        </a:spcBef>
        <a:buFont typeface="Arial" panose="020B0604020202020204" pitchFamily="34" charset="0"/>
        <a:buChar char="•"/>
        <a:defRPr sz="2962" kern="1200">
          <a:solidFill>
            <a:schemeClr val="tx1"/>
          </a:solidFill>
          <a:latin typeface="+mn-lt"/>
          <a:ea typeface="+mn-ea"/>
          <a:cs typeface="+mn-cs"/>
        </a:defRPr>
      </a:lvl1pPr>
      <a:lvl2pPr marL="725508" indent="-241836" algn="l" defTabSz="967344" rtl="0" eaLnBrk="1" latinLnBrk="1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209180" indent="-241836" algn="l" defTabSz="967344" rtl="0" eaLnBrk="1" latinLnBrk="1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2116" kern="1200">
          <a:solidFill>
            <a:schemeClr val="tx1"/>
          </a:solidFill>
          <a:latin typeface="+mn-lt"/>
          <a:ea typeface="+mn-ea"/>
          <a:cs typeface="+mn-cs"/>
        </a:defRPr>
      </a:lvl3pPr>
      <a:lvl4pPr marL="1692852" indent="-241836" algn="l" defTabSz="967344" rtl="0" eaLnBrk="1" latinLnBrk="1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4" kern="1200">
          <a:solidFill>
            <a:schemeClr val="tx1"/>
          </a:solidFill>
          <a:latin typeface="+mn-lt"/>
          <a:ea typeface="+mn-ea"/>
          <a:cs typeface="+mn-cs"/>
        </a:defRPr>
      </a:lvl4pPr>
      <a:lvl5pPr marL="2176523" indent="-241836" algn="l" defTabSz="967344" rtl="0" eaLnBrk="1" latinLnBrk="1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4" kern="1200">
          <a:solidFill>
            <a:schemeClr val="tx1"/>
          </a:solidFill>
          <a:latin typeface="+mn-lt"/>
          <a:ea typeface="+mn-ea"/>
          <a:cs typeface="+mn-cs"/>
        </a:defRPr>
      </a:lvl5pPr>
      <a:lvl6pPr marL="2660195" indent="-241836" algn="l" defTabSz="967344" rtl="0" eaLnBrk="1" latinLnBrk="1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4" kern="1200">
          <a:solidFill>
            <a:schemeClr val="tx1"/>
          </a:solidFill>
          <a:latin typeface="+mn-lt"/>
          <a:ea typeface="+mn-ea"/>
          <a:cs typeface="+mn-cs"/>
        </a:defRPr>
      </a:lvl6pPr>
      <a:lvl7pPr marL="3143867" indent="-241836" algn="l" defTabSz="967344" rtl="0" eaLnBrk="1" latinLnBrk="1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4" kern="1200">
          <a:solidFill>
            <a:schemeClr val="tx1"/>
          </a:solidFill>
          <a:latin typeface="+mn-lt"/>
          <a:ea typeface="+mn-ea"/>
          <a:cs typeface="+mn-cs"/>
        </a:defRPr>
      </a:lvl7pPr>
      <a:lvl8pPr marL="3627539" indent="-241836" algn="l" defTabSz="967344" rtl="0" eaLnBrk="1" latinLnBrk="1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4" kern="1200">
          <a:solidFill>
            <a:schemeClr val="tx1"/>
          </a:solidFill>
          <a:latin typeface="+mn-lt"/>
          <a:ea typeface="+mn-ea"/>
          <a:cs typeface="+mn-cs"/>
        </a:defRPr>
      </a:lvl8pPr>
      <a:lvl9pPr marL="4111211" indent="-241836" algn="l" defTabSz="967344" rtl="0" eaLnBrk="1" latinLnBrk="1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7344" rtl="0" eaLnBrk="1" latinLnBrk="1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83672" algn="l" defTabSz="967344" rtl="0" eaLnBrk="1" latinLnBrk="1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2pPr>
      <a:lvl3pPr marL="967344" algn="l" defTabSz="967344" rtl="0" eaLnBrk="1" latinLnBrk="1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3pPr>
      <a:lvl4pPr marL="1451016" algn="l" defTabSz="967344" rtl="0" eaLnBrk="1" latinLnBrk="1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4pPr>
      <a:lvl5pPr marL="1934688" algn="l" defTabSz="967344" rtl="0" eaLnBrk="1" latinLnBrk="1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5pPr>
      <a:lvl6pPr marL="2418359" algn="l" defTabSz="967344" rtl="0" eaLnBrk="1" latinLnBrk="1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6pPr>
      <a:lvl7pPr marL="2902031" algn="l" defTabSz="967344" rtl="0" eaLnBrk="1" latinLnBrk="1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7pPr>
      <a:lvl8pPr marL="3385703" algn="l" defTabSz="967344" rtl="0" eaLnBrk="1" latinLnBrk="1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8pPr>
      <a:lvl9pPr marL="3869375" algn="l" defTabSz="967344" rtl="0" eaLnBrk="1" latinLnBrk="1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hyperlink" Target="http://www.yeinsys.co.kr/symbol.htm" TargetMode="External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jpe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19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C514BCA-E8AB-41A2-A57E-A1A01066E697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ko-KR" altLang="en-US" dirty="0" err="1"/>
              <a:t>하이테크사업팀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FD808DB-DEA1-4BD9-814A-CEBAC90BC2C2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76399" y="6615769"/>
            <a:ext cx="1604766" cy="341452"/>
          </a:xfrm>
        </p:spPr>
        <p:txBody>
          <a:bodyPr/>
          <a:lstStyle/>
          <a:p>
            <a:r>
              <a:rPr lang="en-US" altLang="ko-KR" dirty="0"/>
              <a:t>2024.03.07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C67C6B2-B64F-4E15-9E54-831A9557B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kern="0" dirty="0"/>
              <a:t>JIG Formation </a:t>
            </a:r>
            <a:br>
              <a:rPr lang="en-US" altLang="ko-KR" kern="0" dirty="0"/>
            </a:br>
            <a:endParaRPr lang="en-US" altLang="ko-KR" kern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7A5BFE-F892-4DB6-9D44-84376788EDA9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ko-KR" altLang="en-US" dirty="0"/>
              <a:t>공정흐름</a:t>
            </a:r>
          </a:p>
        </p:txBody>
      </p:sp>
    </p:spTree>
    <p:extLst>
      <p:ext uri="{BB962C8B-B14F-4D97-AF65-F5344CB8AC3E}">
        <p14:creationId xmlns:p14="http://schemas.microsoft.com/office/powerpoint/2010/main" val="933426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01D3E46E-579A-469F-8058-DCBDB30855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F747E8EC-1740-425D-AB44-372073F11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변경이력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677884C2-931D-4FAE-AFB3-25B87C5338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JIG Formation </a:t>
            </a:r>
            <a:r>
              <a:rPr lang="ko-KR" altLang="en-US" dirty="0"/>
              <a:t>공정흐름</a:t>
            </a:r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F81B3220-AFD5-46E7-8BF4-3D51A6D97F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944299"/>
              </p:ext>
            </p:extLst>
          </p:nvPr>
        </p:nvGraphicFramePr>
        <p:xfrm>
          <a:off x="202769" y="1891829"/>
          <a:ext cx="9923894" cy="4820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4221">
                  <a:extLst>
                    <a:ext uri="{9D8B030D-6E8A-4147-A177-3AD203B41FA5}">
                      <a16:colId xmlns:a16="http://schemas.microsoft.com/office/drawing/2014/main" val="2106874064"/>
                    </a:ext>
                  </a:extLst>
                </a:gridCol>
                <a:gridCol w="1273906">
                  <a:extLst>
                    <a:ext uri="{9D8B030D-6E8A-4147-A177-3AD203B41FA5}">
                      <a16:colId xmlns:a16="http://schemas.microsoft.com/office/drawing/2014/main" val="3716188540"/>
                    </a:ext>
                  </a:extLst>
                </a:gridCol>
                <a:gridCol w="6160381">
                  <a:extLst>
                    <a:ext uri="{9D8B030D-6E8A-4147-A177-3AD203B41FA5}">
                      <a16:colId xmlns:a16="http://schemas.microsoft.com/office/drawing/2014/main" val="4056160465"/>
                    </a:ext>
                  </a:extLst>
                </a:gridCol>
                <a:gridCol w="1245386">
                  <a:extLst>
                    <a:ext uri="{9D8B030D-6E8A-4147-A177-3AD203B41FA5}">
                      <a16:colId xmlns:a16="http://schemas.microsoft.com/office/drawing/2014/main" val="5709956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</a:t>
                      </a:r>
                      <a:endParaRPr lang="ko-KR" altLang="en-US" sz="1200" dirty="0"/>
                    </a:p>
                  </a:txBody>
                  <a:tcPr marL="72000" marR="72000" marT="36000" marB="36000" anchor="ctr"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2024.03.02</a:t>
                      </a:r>
                      <a:endParaRPr lang="ko-KR" altLang="en-US" sz="1200" dirty="0"/>
                    </a:p>
                  </a:txBody>
                  <a:tcPr marL="72000" marR="72000" marT="36000" marB="36000" anchor="ctr"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최초 작성</a:t>
                      </a:r>
                    </a:p>
                  </a:txBody>
                  <a:tcPr marL="72000" marR="72000" marT="36000" marB="36000" anchor="ctr"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노철진</a:t>
                      </a:r>
                    </a:p>
                  </a:txBody>
                  <a:tcPr marL="72000" marR="72000" marT="36000" marB="36000" anchor="ctr"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4044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</a:t>
                      </a:r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2024.03.12</a:t>
                      </a:r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설비 운영 이미지 추가</a:t>
                      </a:r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노철진</a:t>
                      </a:r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0877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</a:t>
                      </a:r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2024.04.02</a:t>
                      </a:r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Sequence Diagram</a:t>
                      </a:r>
                      <a:r>
                        <a:rPr lang="en-US" altLang="ko-KR" sz="1200" baseline="0" dirty="0"/>
                        <a:t> </a:t>
                      </a:r>
                      <a:r>
                        <a:rPr lang="ko-KR" altLang="en-US" sz="1200" baseline="0" dirty="0"/>
                        <a:t>추가</a:t>
                      </a:r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노철진</a:t>
                      </a:r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299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9269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1995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183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1589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9385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7919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3183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5607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8522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359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7844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647A46F-341F-46E2-A1A0-F81027AE9911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pPr marL="357188" indent="-357188"/>
            <a:r>
              <a:rPr lang="en-US" altLang="ko-KR" dirty="0"/>
              <a:t>Relation</a:t>
            </a:r>
          </a:p>
          <a:p>
            <a:pPr marL="357188" indent="-357188"/>
            <a:r>
              <a:rPr lang="ko-KR" altLang="en-US" dirty="0"/>
              <a:t>공정 흐름</a:t>
            </a:r>
            <a:endParaRPr lang="en-US" altLang="ko-KR" dirty="0"/>
          </a:p>
          <a:p>
            <a:pPr marL="357188" indent="-357188"/>
            <a:r>
              <a:rPr lang="ko-KR" altLang="en-US" dirty="0"/>
              <a:t>공정 흐름 상세 처리</a:t>
            </a:r>
            <a:endParaRPr lang="en-US" altLang="ko-KR" dirty="0"/>
          </a:p>
          <a:p>
            <a:pPr marL="357188" indent="-357188"/>
            <a:endParaRPr lang="en-US" altLang="ko-KR" kern="0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95A716FD-F6DC-433F-99D4-94CBD435E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altLang="ko-KR" dirty="0"/>
              <a:t>Jig Formation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5230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904887-C5E7-48DB-AE8E-7798BD6E8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Relations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621" y="747117"/>
            <a:ext cx="10010605" cy="6048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0534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Recipe ID </a:t>
            </a:r>
            <a:r>
              <a:rPr lang="ko-KR" altLang="en-US" dirty="0"/>
              <a:t>코드 체계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 </a:t>
            </a:r>
          </a:p>
        </p:txBody>
      </p:sp>
      <p:graphicFrame>
        <p:nvGraphicFramePr>
          <p:cNvPr id="48" name="Group 4">
            <a:extLst>
              <a:ext uri="{FF2B5EF4-FFF2-40B4-BE49-F238E27FC236}">
                <a16:creationId xmlns:a16="http://schemas.microsoft.com/office/drawing/2014/main" id="{7C609C11-712B-4CAF-9FBB-2FD503BA6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312010"/>
              </p:ext>
            </p:extLst>
          </p:nvPr>
        </p:nvGraphicFramePr>
        <p:xfrm>
          <a:off x="397302" y="1234404"/>
          <a:ext cx="9519811" cy="5381365"/>
        </p:xfrm>
        <a:graphic>
          <a:graphicData uri="http://schemas.openxmlformats.org/drawingml/2006/table">
            <a:tbl>
              <a:tblPr/>
              <a:tblGrid>
                <a:gridCol w="1011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45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34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7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대상</a:t>
                      </a:r>
                    </a:p>
                  </a:txBody>
                  <a:tcPr marL="95353" marR="95353" marT="48366" marB="4836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코드 체계</a:t>
                      </a:r>
                    </a:p>
                  </a:txBody>
                  <a:tcPr marL="95353" marR="95353" marT="48366" marB="4836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부여규칙</a:t>
                      </a:r>
                    </a:p>
                  </a:txBody>
                  <a:tcPr marL="95353" marR="95353" marT="48366" marB="4836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14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Recipe ID</a:t>
                      </a: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53" marR="95353" marT="48366" marB="4836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53" marR="95353" marT="48366" marB="4836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7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7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■ </a:t>
                      </a:r>
                      <a:r>
                        <a:rPr kumimoji="1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부여 기준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7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7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N1 ~ N4  : Route ID </a:t>
                      </a:r>
                      <a:endParaRPr kumimoji="1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N5          : Equipment Type</a:t>
                      </a:r>
                      <a:endParaRPr kumimoji="1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</a:t>
                      </a:r>
                      <a:r>
                        <a:rPr kumimoji="1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 J : Jig Formation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- D: DSF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N6          : </a:t>
                      </a:r>
                      <a:r>
                        <a:rPr kumimoji="1" lang="en-US" altLang="ko-KR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Oper</a:t>
                      </a:r>
                      <a:r>
                        <a:rPr kumimoji="1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Group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- Jig Formation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1) Charge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2) Discharge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3) OCV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4) DC-IR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5) </a:t>
                      </a:r>
                      <a:r>
                        <a:rPr kumimoji="1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가압 </a:t>
                      </a:r>
                      <a:r>
                        <a:rPr kumimoji="1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IR/OCV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- DSF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1) IR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2) Vision Inspect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3) Weight Measurement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  4) IR/OCV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N7          : </a:t>
                      </a:r>
                      <a:r>
                        <a:rPr kumimoji="1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공정 </a:t>
                      </a:r>
                      <a:r>
                        <a:rPr kumimoji="1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Index</a:t>
                      </a:r>
                    </a:p>
                  </a:txBody>
                  <a:tcPr marL="93851" marR="93851" marT="49508" marB="495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01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예시</a:t>
                      </a:r>
                    </a:p>
                  </a:txBody>
                  <a:tcPr marL="95353" marR="95353" marT="48366" marB="4836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실 적용 </a:t>
                      </a:r>
                      <a:r>
                        <a:rPr kumimoji="1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DATA]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kumimoji="1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P101J11 : Jig Formation Charge </a:t>
                      </a:r>
                      <a:r>
                        <a:rPr kumimoji="1" lang="ko-KR" altLang="en-US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레시피</a:t>
                      </a:r>
                      <a:endParaRPr kumimoji="1" lang="en-US" altLang="ko-KR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P101J21 : Jig Formation Discharge </a:t>
                      </a:r>
                      <a:r>
                        <a:rPr kumimoji="1" lang="ko-KR" altLang="en-US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레시피</a:t>
                      </a:r>
                      <a:r>
                        <a:rPr kumimoji="1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kumimoji="1" lang="en-US" altLang="ko-KR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3851" marR="93851" marT="49508" marB="495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1" name="Rectangle 22">
            <a:extLst>
              <a:ext uri="{FF2B5EF4-FFF2-40B4-BE49-F238E27FC236}">
                <a16:creationId xmlns:a16="http://schemas.microsoft.com/office/drawing/2014/main" id="{C102E385-F26B-4783-A8BB-2A76CAB78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3068" y="2962665"/>
            <a:ext cx="375781" cy="342591"/>
          </a:xfrm>
          <a:prstGeom prst="rect">
            <a:avLst/>
          </a:prstGeom>
          <a:solidFill>
            <a:srgbClr val="EAEAEA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0" tIns="0" rIns="0" bIns="0" anchor="ctr" anchorCtr="1"/>
          <a:lstStyle/>
          <a:p>
            <a:pPr algn="ctr" defTabSz="402961" latinLnBrk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000066"/>
              </a:buClr>
              <a:buSzPct val="120000"/>
            </a:pPr>
            <a:r>
              <a:rPr lang="en-US" altLang="ko-KR" sz="1300" dirty="0">
                <a:solidFill>
                  <a:srgbClr val="000000"/>
                </a:solidFill>
                <a:latin typeface="+mn-ea"/>
                <a:ea typeface="+mn-ea"/>
              </a:rPr>
              <a:t>N1</a:t>
            </a:r>
          </a:p>
        </p:txBody>
      </p:sp>
      <p:sp>
        <p:nvSpPr>
          <p:cNvPr id="92" name="Rectangle 23">
            <a:extLst>
              <a:ext uri="{FF2B5EF4-FFF2-40B4-BE49-F238E27FC236}">
                <a16:creationId xmlns:a16="http://schemas.microsoft.com/office/drawing/2014/main" id="{B578C847-89D8-4156-B4C5-AF5B16ACD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849" y="2962665"/>
            <a:ext cx="375782" cy="342591"/>
          </a:xfrm>
          <a:prstGeom prst="rect">
            <a:avLst/>
          </a:prstGeom>
          <a:solidFill>
            <a:srgbClr val="EAEAEA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0" tIns="0" rIns="0" bIns="0" anchor="ctr" anchorCtr="1"/>
          <a:lstStyle/>
          <a:p>
            <a:pPr algn="ctr" defTabSz="402961" latinLnBrk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000066"/>
              </a:buClr>
              <a:buSzPct val="120000"/>
            </a:pPr>
            <a:r>
              <a:rPr lang="en-US" altLang="ko-KR" sz="1300" dirty="0">
                <a:solidFill>
                  <a:srgbClr val="000000"/>
                </a:solidFill>
                <a:latin typeface="+mn-ea"/>
                <a:ea typeface="+mn-ea"/>
              </a:rPr>
              <a:t>N2</a:t>
            </a:r>
          </a:p>
        </p:txBody>
      </p:sp>
      <p:sp>
        <p:nvSpPr>
          <p:cNvPr id="95" name="Rectangle 24">
            <a:extLst>
              <a:ext uri="{FF2B5EF4-FFF2-40B4-BE49-F238E27FC236}">
                <a16:creationId xmlns:a16="http://schemas.microsoft.com/office/drawing/2014/main" id="{0354E079-42B5-4020-A21E-DDB64FFBF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4699" y="2962665"/>
            <a:ext cx="375781" cy="342591"/>
          </a:xfrm>
          <a:prstGeom prst="rect">
            <a:avLst/>
          </a:prstGeom>
          <a:solidFill>
            <a:srgbClr val="EAEAEA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0" tIns="0" rIns="0" bIns="0" anchor="ctr" anchorCtr="1"/>
          <a:lstStyle/>
          <a:p>
            <a:pPr algn="ctr" defTabSz="402961" latinLnBrk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000066"/>
              </a:buClr>
              <a:buSzPct val="120000"/>
            </a:pPr>
            <a:r>
              <a:rPr lang="en-US" altLang="ko-KR" sz="1300" dirty="0">
                <a:solidFill>
                  <a:srgbClr val="000000"/>
                </a:solidFill>
                <a:latin typeface="+mn-ea"/>
                <a:ea typeface="+mn-ea"/>
              </a:rPr>
              <a:t>N3</a:t>
            </a:r>
          </a:p>
        </p:txBody>
      </p:sp>
      <p:sp>
        <p:nvSpPr>
          <p:cNvPr id="96" name="Rectangle 25">
            <a:extLst>
              <a:ext uri="{FF2B5EF4-FFF2-40B4-BE49-F238E27FC236}">
                <a16:creationId xmlns:a16="http://schemas.microsoft.com/office/drawing/2014/main" id="{B30FE813-AD1F-4EDD-9C95-2D85B1390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0481" y="2962665"/>
            <a:ext cx="375782" cy="342591"/>
          </a:xfrm>
          <a:prstGeom prst="rect">
            <a:avLst/>
          </a:prstGeom>
          <a:solidFill>
            <a:srgbClr val="EAEAEA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0" tIns="0" rIns="0" bIns="0" anchor="ctr" anchorCtr="1"/>
          <a:lstStyle/>
          <a:p>
            <a:pPr algn="ctr" defTabSz="402961" latinLnBrk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000066"/>
              </a:buClr>
              <a:buSzPct val="120000"/>
            </a:pPr>
            <a:r>
              <a:rPr lang="en-US" altLang="ko-KR" sz="1300" dirty="0">
                <a:solidFill>
                  <a:srgbClr val="000000"/>
                </a:solidFill>
                <a:latin typeface="+mn-ea"/>
                <a:ea typeface="+mn-ea"/>
              </a:rPr>
              <a:t>N4</a:t>
            </a:r>
          </a:p>
        </p:txBody>
      </p:sp>
      <p:sp>
        <p:nvSpPr>
          <p:cNvPr id="98" name="Rectangle 26">
            <a:extLst>
              <a:ext uri="{FF2B5EF4-FFF2-40B4-BE49-F238E27FC236}">
                <a16:creationId xmlns:a16="http://schemas.microsoft.com/office/drawing/2014/main" id="{C3820802-0D1F-4ECF-92B8-FD765E5F5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8053" y="2962665"/>
            <a:ext cx="375782" cy="342591"/>
          </a:xfrm>
          <a:prstGeom prst="rect">
            <a:avLst/>
          </a:prstGeom>
          <a:solidFill>
            <a:srgbClr val="EAEAEA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0" tIns="0" rIns="0" bIns="0" anchor="ctr" anchorCtr="1"/>
          <a:lstStyle/>
          <a:p>
            <a:pPr algn="ctr" defTabSz="402961" latinLnBrk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000066"/>
              </a:buClr>
              <a:buSzPct val="120000"/>
            </a:pPr>
            <a:r>
              <a:rPr lang="en-US" altLang="ko-KR" sz="1300" dirty="0">
                <a:solidFill>
                  <a:srgbClr val="000000"/>
                </a:solidFill>
                <a:latin typeface="+mn-ea"/>
                <a:ea typeface="+mn-ea"/>
              </a:rPr>
              <a:t>N5</a:t>
            </a:r>
          </a:p>
        </p:txBody>
      </p:sp>
      <p:sp>
        <p:nvSpPr>
          <p:cNvPr id="99" name="Rectangle 32">
            <a:extLst>
              <a:ext uri="{FF2B5EF4-FFF2-40B4-BE49-F238E27FC236}">
                <a16:creationId xmlns:a16="http://schemas.microsoft.com/office/drawing/2014/main" id="{0747582D-6E5F-4E38-8C52-DCB442262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0456" y="2962665"/>
            <a:ext cx="375781" cy="342591"/>
          </a:xfrm>
          <a:prstGeom prst="rect">
            <a:avLst/>
          </a:prstGeom>
          <a:solidFill>
            <a:srgbClr val="EAEAEA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0" tIns="0" rIns="0" bIns="0" anchor="ctr" anchorCtr="1"/>
          <a:lstStyle/>
          <a:p>
            <a:pPr algn="ctr" defTabSz="402961" latinLnBrk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000066"/>
              </a:buClr>
              <a:buSzPct val="120000"/>
            </a:pPr>
            <a:r>
              <a:rPr lang="en-US" altLang="ko-KR" sz="1300" dirty="0">
                <a:solidFill>
                  <a:srgbClr val="000000"/>
                </a:solidFill>
                <a:latin typeface="+mn-ea"/>
                <a:ea typeface="+mn-ea"/>
              </a:rPr>
              <a:t>N6</a:t>
            </a:r>
          </a:p>
        </p:txBody>
      </p:sp>
      <p:sp>
        <p:nvSpPr>
          <p:cNvPr id="100" name="Rectangle 33">
            <a:extLst>
              <a:ext uri="{FF2B5EF4-FFF2-40B4-BE49-F238E27FC236}">
                <a16:creationId xmlns:a16="http://schemas.microsoft.com/office/drawing/2014/main" id="{D261E64F-2914-46C6-A696-F8BC12D05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6238" y="2962665"/>
            <a:ext cx="375782" cy="342591"/>
          </a:xfrm>
          <a:prstGeom prst="rect">
            <a:avLst/>
          </a:prstGeom>
          <a:solidFill>
            <a:srgbClr val="EAEAEA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0" tIns="0" rIns="0" bIns="0" anchor="ctr" anchorCtr="1"/>
          <a:lstStyle/>
          <a:p>
            <a:pPr algn="ctr" defTabSz="402961" latinLnBrk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000066"/>
              </a:buClr>
              <a:buSzPct val="120000"/>
            </a:pPr>
            <a:r>
              <a:rPr lang="en-US" altLang="ko-KR" sz="1300" dirty="0">
                <a:solidFill>
                  <a:srgbClr val="000000"/>
                </a:solidFill>
                <a:latin typeface="+mn-ea"/>
                <a:ea typeface="+mn-ea"/>
              </a:rPr>
              <a:t>N7</a:t>
            </a:r>
          </a:p>
        </p:txBody>
      </p:sp>
      <p:sp>
        <p:nvSpPr>
          <p:cNvPr id="104" name="Text Box 44">
            <a:extLst>
              <a:ext uri="{FF2B5EF4-FFF2-40B4-BE49-F238E27FC236}">
                <a16:creationId xmlns:a16="http://schemas.microsoft.com/office/drawing/2014/main" id="{57CAFE22-78EA-4A4A-96F0-7E864DD787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5943" y="4547177"/>
            <a:ext cx="1250567" cy="376404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 anchor="ctr" anchorCtr="1">
            <a:noAutofit/>
          </a:bodyPr>
          <a:lstStyle/>
          <a:p>
            <a:pPr algn="ctr" eaLnBrk="1" fontAlgn="t" hangingPunct="1">
              <a:spcBef>
                <a:spcPct val="50000"/>
              </a:spcBef>
            </a:pPr>
            <a:r>
              <a:rPr lang="en-US" altLang="ko-KR" sz="1400" b="0" dirty="0" err="1">
                <a:solidFill>
                  <a:srgbClr val="000000"/>
                </a:solidFill>
                <a:latin typeface="+mn-ea"/>
                <a:ea typeface="+mn-ea"/>
              </a:rPr>
              <a:t>Oper</a:t>
            </a:r>
            <a:r>
              <a:rPr lang="en-US" altLang="ko-KR" sz="1400" b="0" dirty="0">
                <a:solidFill>
                  <a:srgbClr val="000000"/>
                </a:solidFill>
                <a:latin typeface="+mn-ea"/>
                <a:ea typeface="+mn-ea"/>
              </a:rPr>
              <a:t> ID</a:t>
            </a:r>
            <a:endParaRPr lang="ko-KR" altLang="en-US" sz="1400" b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05" name="AutoShape 46">
            <a:extLst>
              <a:ext uri="{FF2B5EF4-FFF2-40B4-BE49-F238E27FC236}">
                <a16:creationId xmlns:a16="http://schemas.microsoft.com/office/drawing/2014/main" id="{486D5406-3A55-4BC4-85EC-3D3501603988}"/>
              </a:ext>
            </a:extLst>
          </p:cNvPr>
          <p:cNvSpPr>
            <a:spLocks/>
          </p:cNvSpPr>
          <p:nvPr/>
        </p:nvSpPr>
        <p:spPr bwMode="auto">
          <a:xfrm rot="16200000">
            <a:off x="4199861" y="2939151"/>
            <a:ext cx="228394" cy="1076839"/>
          </a:xfrm>
          <a:prstGeom prst="leftBrace">
            <a:avLst>
              <a:gd name="adj1" fmla="val 37990"/>
              <a:gd name="adj2" fmla="val 50000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</p:spPr>
        <p:txBody>
          <a:bodyPr vert="horz" wrap="none" lIns="0" tIns="0" rIns="0" bIns="0" anchor="ctr" anchorCtr="1"/>
          <a:lstStyle/>
          <a:p>
            <a:pPr algn="ctr" eaLnBrk="1" fontAlgn="t" hangingPunct="1">
              <a:spcBef>
                <a:spcPct val="20000"/>
              </a:spcBef>
            </a:pPr>
            <a:endParaRPr lang="ko-KR" altLang="ko-KR" sz="13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06" name="AutoShape 36">
            <a:extLst>
              <a:ext uri="{FF2B5EF4-FFF2-40B4-BE49-F238E27FC236}">
                <a16:creationId xmlns:a16="http://schemas.microsoft.com/office/drawing/2014/main" id="{F1770E3C-DD61-4FA0-BEB2-18083F332FDA}"/>
              </a:ext>
            </a:extLst>
          </p:cNvPr>
          <p:cNvSpPr>
            <a:spLocks/>
          </p:cNvSpPr>
          <p:nvPr/>
        </p:nvSpPr>
        <p:spPr bwMode="auto">
          <a:xfrm rot="16200000">
            <a:off x="2886366" y="2732474"/>
            <a:ext cx="228394" cy="1474985"/>
          </a:xfrm>
          <a:prstGeom prst="leftBrace">
            <a:avLst>
              <a:gd name="adj1" fmla="val 23652"/>
              <a:gd name="adj2" fmla="val 50000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</p:spPr>
        <p:txBody>
          <a:bodyPr vert="eaVert" wrap="none" lIns="95911" tIns="47956" rIns="95911" bIns="47956" anchor="ctr"/>
          <a:lstStyle/>
          <a:p>
            <a:pPr algn="ctr" eaLnBrk="1" fontAlgn="t" hangingPunct="1">
              <a:spcBef>
                <a:spcPct val="20000"/>
              </a:spcBef>
            </a:pPr>
            <a:endParaRPr lang="ko-KR" altLang="ko-KR" sz="1300" dirty="0">
              <a:solidFill>
                <a:srgbClr val="000000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107" name="Text Box 51">
            <a:extLst>
              <a:ext uri="{FF2B5EF4-FFF2-40B4-BE49-F238E27FC236}">
                <a16:creationId xmlns:a16="http://schemas.microsoft.com/office/drawing/2014/main" id="{175E82C3-3B0B-4A6E-91D8-C587D65C0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0651" y="4547177"/>
            <a:ext cx="1173671" cy="376404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 anchor="ctr" anchorCtr="1">
            <a:noAutofit/>
          </a:bodyPr>
          <a:lstStyle/>
          <a:p>
            <a:pPr algn="ctr" eaLnBrk="1" fontAlgn="t" hangingPunct="1">
              <a:spcBef>
                <a:spcPct val="50000"/>
              </a:spcBef>
            </a:pPr>
            <a:r>
              <a:rPr lang="en-US" altLang="ko-KR" sz="1400" b="0" dirty="0">
                <a:solidFill>
                  <a:srgbClr val="000000"/>
                </a:solidFill>
                <a:latin typeface="Arial" charset="0"/>
                <a:ea typeface="돋움" pitchFamily="50" charset="-127"/>
              </a:rPr>
              <a:t>Route ID</a:t>
            </a:r>
          </a:p>
        </p:txBody>
      </p:sp>
      <p:cxnSp>
        <p:nvCxnSpPr>
          <p:cNvPr id="108" name="AutoShape 31">
            <a:extLst>
              <a:ext uri="{FF2B5EF4-FFF2-40B4-BE49-F238E27FC236}">
                <a16:creationId xmlns:a16="http://schemas.microsoft.com/office/drawing/2014/main" id="{E09D69B0-3701-4B0A-AC51-1E5A7302D2B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997406" y="3571973"/>
            <a:ext cx="4163" cy="9630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09" name="AutoShape 31">
            <a:extLst>
              <a:ext uri="{FF2B5EF4-FFF2-40B4-BE49-F238E27FC236}">
                <a16:creationId xmlns:a16="http://schemas.microsoft.com/office/drawing/2014/main" id="{B363046C-AED4-45B6-BF35-AB60C3A7F01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309548" y="3558501"/>
            <a:ext cx="756" cy="984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10" name="AutoShape 46">
            <a:extLst>
              <a:ext uri="{FF2B5EF4-FFF2-40B4-BE49-F238E27FC236}">
                <a16:creationId xmlns:a16="http://schemas.microsoft.com/office/drawing/2014/main" id="{486D5406-3A55-4BC4-85EC-3D3501603988}"/>
              </a:ext>
            </a:extLst>
          </p:cNvPr>
          <p:cNvSpPr>
            <a:spLocks/>
          </p:cNvSpPr>
          <p:nvPr/>
        </p:nvSpPr>
        <p:spPr bwMode="auto">
          <a:xfrm rot="16200000">
            <a:off x="3772280" y="2621107"/>
            <a:ext cx="307336" cy="375780"/>
          </a:xfrm>
          <a:prstGeom prst="leftBrace">
            <a:avLst>
              <a:gd name="adj1" fmla="val 37990"/>
              <a:gd name="adj2" fmla="val 50000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  <a:scene3d>
            <a:camera prst="orthographicFront">
              <a:rot lat="0" lon="0" rev="10800000"/>
            </a:camera>
            <a:lightRig rig="threePt" dir="t"/>
          </a:scene3d>
        </p:spPr>
        <p:txBody>
          <a:bodyPr vert="horz" wrap="none" lIns="0" tIns="0" rIns="0" bIns="0" anchor="ctr" anchorCtr="1"/>
          <a:lstStyle/>
          <a:p>
            <a:pPr algn="ctr" eaLnBrk="1" fontAlgn="t" hangingPunct="1">
              <a:spcBef>
                <a:spcPct val="20000"/>
              </a:spcBef>
            </a:pPr>
            <a:endParaRPr lang="ko-KR" altLang="ko-KR" sz="13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11" name="AutoShape 46">
            <a:extLst>
              <a:ext uri="{FF2B5EF4-FFF2-40B4-BE49-F238E27FC236}">
                <a16:creationId xmlns:a16="http://schemas.microsoft.com/office/drawing/2014/main" id="{486D5406-3A55-4BC4-85EC-3D3501603988}"/>
              </a:ext>
            </a:extLst>
          </p:cNvPr>
          <p:cNvSpPr>
            <a:spLocks/>
          </p:cNvSpPr>
          <p:nvPr/>
        </p:nvSpPr>
        <p:spPr bwMode="auto">
          <a:xfrm rot="16200000">
            <a:off x="4153758" y="2637519"/>
            <a:ext cx="307336" cy="375780"/>
          </a:xfrm>
          <a:prstGeom prst="leftBrace">
            <a:avLst>
              <a:gd name="adj1" fmla="val 37990"/>
              <a:gd name="adj2" fmla="val 50000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  <a:scene3d>
            <a:camera prst="orthographicFront">
              <a:rot lat="0" lon="0" rev="10800000"/>
            </a:camera>
            <a:lightRig rig="threePt" dir="t"/>
          </a:scene3d>
        </p:spPr>
        <p:txBody>
          <a:bodyPr vert="horz" wrap="none" lIns="0" tIns="0" rIns="0" bIns="0" anchor="ctr" anchorCtr="1"/>
          <a:lstStyle/>
          <a:p>
            <a:pPr algn="ctr" eaLnBrk="1" fontAlgn="t" hangingPunct="1">
              <a:spcBef>
                <a:spcPct val="20000"/>
              </a:spcBef>
            </a:pPr>
            <a:endParaRPr lang="ko-KR" altLang="ko-KR" sz="13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12" name="AutoShape 46">
            <a:extLst>
              <a:ext uri="{FF2B5EF4-FFF2-40B4-BE49-F238E27FC236}">
                <a16:creationId xmlns:a16="http://schemas.microsoft.com/office/drawing/2014/main" id="{486D5406-3A55-4BC4-85EC-3D3501603988}"/>
              </a:ext>
            </a:extLst>
          </p:cNvPr>
          <p:cNvSpPr>
            <a:spLocks/>
          </p:cNvSpPr>
          <p:nvPr/>
        </p:nvSpPr>
        <p:spPr bwMode="auto">
          <a:xfrm rot="16200000">
            <a:off x="4529538" y="2621108"/>
            <a:ext cx="307336" cy="375780"/>
          </a:xfrm>
          <a:prstGeom prst="leftBrace">
            <a:avLst>
              <a:gd name="adj1" fmla="val 37990"/>
              <a:gd name="adj2" fmla="val 50000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  <a:scene3d>
            <a:camera prst="orthographicFront">
              <a:rot lat="0" lon="0" rev="10800000"/>
            </a:camera>
            <a:lightRig rig="threePt" dir="t"/>
          </a:scene3d>
        </p:spPr>
        <p:txBody>
          <a:bodyPr vert="horz" wrap="none" lIns="0" tIns="0" rIns="0" bIns="0" anchor="ctr" anchorCtr="1"/>
          <a:lstStyle/>
          <a:p>
            <a:pPr algn="ctr" eaLnBrk="1" fontAlgn="t" hangingPunct="1">
              <a:spcBef>
                <a:spcPct val="20000"/>
              </a:spcBef>
            </a:pPr>
            <a:endParaRPr lang="ko-KR" altLang="ko-KR" sz="13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13" name="Text Box 51">
            <a:extLst>
              <a:ext uri="{FF2B5EF4-FFF2-40B4-BE49-F238E27FC236}">
                <a16:creationId xmlns:a16="http://schemas.microsoft.com/office/drawing/2014/main" id="{175E82C3-3B0B-4A6E-91D8-C587D65C0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9056" y="2393112"/>
            <a:ext cx="1173671" cy="376404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 anchor="ctr" anchorCtr="1">
            <a:noAutofit/>
          </a:bodyPr>
          <a:lstStyle/>
          <a:p>
            <a:pPr algn="ctr" eaLnBrk="1" fontAlgn="t" hangingPunct="1">
              <a:spcBef>
                <a:spcPct val="50000"/>
              </a:spcBef>
            </a:pPr>
            <a:r>
              <a:rPr lang="en-US" altLang="ko-KR" sz="1400" dirty="0">
                <a:solidFill>
                  <a:srgbClr val="000000"/>
                </a:solidFill>
                <a:latin typeface="Arial" charset="0"/>
                <a:ea typeface="돋움" pitchFamily="50" charset="-127"/>
              </a:rPr>
              <a:t>Equipment Type</a:t>
            </a:r>
            <a:endParaRPr lang="en-US" altLang="ko-KR" sz="1400" b="0" dirty="0">
              <a:solidFill>
                <a:srgbClr val="000000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114" name="Text Box 51">
            <a:extLst>
              <a:ext uri="{FF2B5EF4-FFF2-40B4-BE49-F238E27FC236}">
                <a16:creationId xmlns:a16="http://schemas.microsoft.com/office/drawing/2014/main" id="{175E82C3-3B0B-4A6E-91D8-C587D65C0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053" y="2115269"/>
            <a:ext cx="1173671" cy="376404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 anchor="ctr" anchorCtr="1">
            <a:noAutofit/>
          </a:bodyPr>
          <a:lstStyle/>
          <a:p>
            <a:pPr algn="ctr" eaLnBrk="1" fontAlgn="t" hangingPunct="1">
              <a:spcBef>
                <a:spcPct val="50000"/>
              </a:spcBef>
            </a:pPr>
            <a:r>
              <a:rPr lang="en-US" altLang="ko-KR" sz="1400" b="0" dirty="0" err="1">
                <a:solidFill>
                  <a:srgbClr val="000000"/>
                </a:solidFill>
                <a:latin typeface="Arial" charset="0"/>
                <a:ea typeface="돋움" pitchFamily="50" charset="-127"/>
              </a:rPr>
              <a:t>Oper</a:t>
            </a:r>
            <a:r>
              <a:rPr lang="en-US" altLang="ko-KR" sz="1400" b="0" dirty="0">
                <a:solidFill>
                  <a:srgbClr val="000000"/>
                </a:solidFill>
                <a:latin typeface="Arial" charset="0"/>
                <a:ea typeface="돋움" pitchFamily="50" charset="-127"/>
              </a:rPr>
              <a:t> Group</a:t>
            </a:r>
          </a:p>
        </p:txBody>
      </p:sp>
      <p:sp>
        <p:nvSpPr>
          <p:cNvPr id="115" name="Text Box 51">
            <a:extLst>
              <a:ext uri="{FF2B5EF4-FFF2-40B4-BE49-F238E27FC236}">
                <a16:creationId xmlns:a16="http://schemas.microsoft.com/office/drawing/2014/main" id="{175E82C3-3B0B-4A6E-91D8-C587D65C0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7384" y="2422941"/>
            <a:ext cx="1173671" cy="376404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 anchor="ctr" anchorCtr="1">
            <a:noAutofit/>
          </a:bodyPr>
          <a:lstStyle/>
          <a:p>
            <a:pPr algn="ctr" eaLnBrk="1" fontAlgn="t" hangingPunct="1">
              <a:spcBef>
                <a:spcPct val="50000"/>
              </a:spcBef>
            </a:pPr>
            <a:r>
              <a:rPr lang="ko-KR" altLang="en-US" sz="1400" b="0" dirty="0">
                <a:solidFill>
                  <a:srgbClr val="000000"/>
                </a:solidFill>
                <a:latin typeface="Arial" charset="0"/>
                <a:ea typeface="돋움" pitchFamily="50" charset="-127"/>
              </a:rPr>
              <a:t>공정 </a:t>
            </a:r>
            <a:r>
              <a:rPr lang="en-US" altLang="ko-KR" sz="1400" b="0" dirty="0">
                <a:solidFill>
                  <a:srgbClr val="000000"/>
                </a:solidFill>
                <a:latin typeface="Arial" charset="0"/>
                <a:ea typeface="돋움" pitchFamily="50" charset="-127"/>
              </a:rPr>
              <a:t>Index</a:t>
            </a:r>
          </a:p>
        </p:txBody>
      </p:sp>
      <p:cxnSp>
        <p:nvCxnSpPr>
          <p:cNvPr id="4" name="직선 화살표 연결선 3"/>
          <p:cNvCxnSpPr/>
          <p:nvPr/>
        </p:nvCxnSpPr>
        <p:spPr>
          <a:xfrm flipH="1">
            <a:off x="3052727" y="2658678"/>
            <a:ext cx="873221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" name="직선 화살표 연결선 5"/>
          <p:cNvCxnSpPr/>
          <p:nvPr/>
        </p:nvCxnSpPr>
        <p:spPr>
          <a:xfrm flipV="1">
            <a:off x="4298764" y="2491673"/>
            <a:ext cx="1" cy="18006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4" name="직선 화살표 연결선 13"/>
          <p:cNvCxnSpPr/>
          <p:nvPr/>
        </p:nvCxnSpPr>
        <p:spPr>
          <a:xfrm>
            <a:off x="4683206" y="2658678"/>
            <a:ext cx="42417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042253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Object ID </a:t>
            </a:r>
            <a:r>
              <a:rPr lang="ko-KR" altLang="en-US" dirty="0"/>
              <a:t>코드 체계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 </a:t>
            </a:r>
          </a:p>
        </p:txBody>
      </p:sp>
      <p:graphicFrame>
        <p:nvGraphicFramePr>
          <p:cNvPr id="48" name="Group 4">
            <a:extLst>
              <a:ext uri="{FF2B5EF4-FFF2-40B4-BE49-F238E27FC236}">
                <a16:creationId xmlns:a16="http://schemas.microsoft.com/office/drawing/2014/main" id="{7C609C11-712B-4CAF-9FBB-2FD503BA6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564632"/>
              </p:ext>
            </p:extLst>
          </p:nvPr>
        </p:nvGraphicFramePr>
        <p:xfrm>
          <a:off x="397302" y="1234404"/>
          <a:ext cx="9519811" cy="5381365"/>
        </p:xfrm>
        <a:graphic>
          <a:graphicData uri="http://schemas.openxmlformats.org/drawingml/2006/table">
            <a:tbl>
              <a:tblPr/>
              <a:tblGrid>
                <a:gridCol w="1011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45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34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7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대상</a:t>
                      </a:r>
                    </a:p>
                  </a:txBody>
                  <a:tcPr marL="95353" marR="95353" marT="48366" marB="4836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코드 체계</a:t>
                      </a:r>
                    </a:p>
                  </a:txBody>
                  <a:tcPr marL="95353" marR="95353" marT="48366" marB="4836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부여규칙</a:t>
                      </a:r>
                    </a:p>
                  </a:txBody>
                  <a:tcPr marL="95353" marR="95353" marT="48366" marB="4836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14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Object ID</a:t>
                      </a: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53" marR="95353" marT="48366" marB="4836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53" marR="95353" marT="48366" marB="4836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7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7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■ </a:t>
                      </a:r>
                      <a:r>
                        <a:rPr kumimoji="1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부여 기준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7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7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N1 ~ N3  : Line ID </a:t>
                      </a:r>
                      <a:endParaRPr kumimoji="1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N4          : Equipment Type</a:t>
                      </a:r>
                      <a:endParaRPr kumimoji="1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</a:t>
                      </a:r>
                      <a:r>
                        <a:rPr kumimoji="1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 J : Jig Formation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         - D: DSF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N5          : Line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N6 ~ N7  : Bay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N8 ~ N9  : Jig</a:t>
                      </a:r>
                    </a:p>
                  </a:txBody>
                  <a:tcPr marL="93851" marR="93851" marT="49508" marB="495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01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예시</a:t>
                      </a:r>
                    </a:p>
                  </a:txBody>
                  <a:tcPr marL="95353" marR="95353" marT="48366" marB="4836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  <a:alpha val="5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실 적용 </a:t>
                      </a:r>
                      <a:r>
                        <a:rPr kumimoji="1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DATA]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kumimoji="1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001J10101 ~ 001J10108 : 1Line-01Bay-01Jig ~ 1Line-01Bay-08Jig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001J10201 ~ 001J02108 : 1Line-02Bay-01Jig ~ 1Line-02Bay-08Jig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3851" marR="93851" marT="49508" marB="495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1" name="Rectangle 22">
            <a:extLst>
              <a:ext uri="{FF2B5EF4-FFF2-40B4-BE49-F238E27FC236}">
                <a16:creationId xmlns:a16="http://schemas.microsoft.com/office/drawing/2014/main" id="{C102E385-F26B-4783-A8BB-2A76CAB78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3068" y="2962665"/>
            <a:ext cx="375781" cy="342591"/>
          </a:xfrm>
          <a:prstGeom prst="rect">
            <a:avLst/>
          </a:prstGeom>
          <a:solidFill>
            <a:srgbClr val="EAEAEA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0" tIns="0" rIns="0" bIns="0" anchor="ctr" anchorCtr="1"/>
          <a:lstStyle/>
          <a:p>
            <a:pPr algn="ctr" defTabSz="402961" latinLnBrk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000066"/>
              </a:buClr>
              <a:buSzPct val="120000"/>
            </a:pPr>
            <a:r>
              <a:rPr lang="en-US" altLang="ko-KR" sz="1300" dirty="0">
                <a:solidFill>
                  <a:srgbClr val="000000"/>
                </a:solidFill>
                <a:latin typeface="+mn-ea"/>
                <a:ea typeface="+mn-ea"/>
              </a:rPr>
              <a:t>N1</a:t>
            </a:r>
          </a:p>
        </p:txBody>
      </p:sp>
      <p:sp>
        <p:nvSpPr>
          <p:cNvPr id="92" name="Rectangle 23">
            <a:extLst>
              <a:ext uri="{FF2B5EF4-FFF2-40B4-BE49-F238E27FC236}">
                <a16:creationId xmlns:a16="http://schemas.microsoft.com/office/drawing/2014/main" id="{B578C847-89D8-4156-B4C5-AF5B16ACD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849" y="2962665"/>
            <a:ext cx="375782" cy="342591"/>
          </a:xfrm>
          <a:prstGeom prst="rect">
            <a:avLst/>
          </a:prstGeom>
          <a:solidFill>
            <a:srgbClr val="EAEAEA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0" tIns="0" rIns="0" bIns="0" anchor="ctr" anchorCtr="1"/>
          <a:lstStyle/>
          <a:p>
            <a:pPr algn="ctr" defTabSz="402961" latinLnBrk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000066"/>
              </a:buClr>
              <a:buSzPct val="120000"/>
            </a:pPr>
            <a:r>
              <a:rPr lang="en-US" altLang="ko-KR" sz="1300" dirty="0">
                <a:solidFill>
                  <a:srgbClr val="000000"/>
                </a:solidFill>
                <a:latin typeface="+mn-ea"/>
                <a:ea typeface="+mn-ea"/>
              </a:rPr>
              <a:t>N2</a:t>
            </a:r>
          </a:p>
        </p:txBody>
      </p:sp>
      <p:sp>
        <p:nvSpPr>
          <p:cNvPr id="95" name="Rectangle 24">
            <a:extLst>
              <a:ext uri="{FF2B5EF4-FFF2-40B4-BE49-F238E27FC236}">
                <a16:creationId xmlns:a16="http://schemas.microsoft.com/office/drawing/2014/main" id="{0354E079-42B5-4020-A21E-DDB64FFBF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4699" y="2962665"/>
            <a:ext cx="375781" cy="342591"/>
          </a:xfrm>
          <a:prstGeom prst="rect">
            <a:avLst/>
          </a:prstGeom>
          <a:solidFill>
            <a:srgbClr val="EAEAEA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0" tIns="0" rIns="0" bIns="0" anchor="ctr" anchorCtr="1"/>
          <a:lstStyle/>
          <a:p>
            <a:pPr algn="ctr" defTabSz="402961" latinLnBrk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000066"/>
              </a:buClr>
              <a:buSzPct val="120000"/>
            </a:pPr>
            <a:r>
              <a:rPr lang="en-US" altLang="ko-KR" sz="1300" dirty="0">
                <a:solidFill>
                  <a:srgbClr val="000000"/>
                </a:solidFill>
                <a:latin typeface="+mn-ea"/>
                <a:ea typeface="+mn-ea"/>
              </a:rPr>
              <a:t>N3</a:t>
            </a:r>
          </a:p>
        </p:txBody>
      </p:sp>
      <p:sp>
        <p:nvSpPr>
          <p:cNvPr id="96" name="Rectangle 25">
            <a:extLst>
              <a:ext uri="{FF2B5EF4-FFF2-40B4-BE49-F238E27FC236}">
                <a16:creationId xmlns:a16="http://schemas.microsoft.com/office/drawing/2014/main" id="{B30FE813-AD1F-4EDD-9C95-2D85B1390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0481" y="2962665"/>
            <a:ext cx="375782" cy="342591"/>
          </a:xfrm>
          <a:prstGeom prst="rect">
            <a:avLst/>
          </a:prstGeom>
          <a:solidFill>
            <a:srgbClr val="EAEAEA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0" tIns="0" rIns="0" bIns="0" anchor="ctr" anchorCtr="1"/>
          <a:lstStyle/>
          <a:p>
            <a:pPr algn="ctr" defTabSz="402961" latinLnBrk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000066"/>
              </a:buClr>
              <a:buSzPct val="120000"/>
            </a:pPr>
            <a:r>
              <a:rPr lang="en-US" altLang="ko-KR" sz="1300" dirty="0">
                <a:solidFill>
                  <a:srgbClr val="000000"/>
                </a:solidFill>
                <a:latin typeface="+mn-ea"/>
                <a:ea typeface="+mn-ea"/>
              </a:rPr>
              <a:t>N4</a:t>
            </a:r>
          </a:p>
        </p:txBody>
      </p:sp>
      <p:sp>
        <p:nvSpPr>
          <p:cNvPr id="98" name="Rectangle 26">
            <a:extLst>
              <a:ext uri="{FF2B5EF4-FFF2-40B4-BE49-F238E27FC236}">
                <a16:creationId xmlns:a16="http://schemas.microsoft.com/office/drawing/2014/main" id="{C3820802-0D1F-4ECF-92B8-FD765E5F5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8053" y="2962665"/>
            <a:ext cx="375782" cy="342591"/>
          </a:xfrm>
          <a:prstGeom prst="rect">
            <a:avLst/>
          </a:prstGeom>
          <a:solidFill>
            <a:srgbClr val="EAEAEA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0" tIns="0" rIns="0" bIns="0" anchor="ctr" anchorCtr="1"/>
          <a:lstStyle/>
          <a:p>
            <a:pPr algn="ctr" defTabSz="402961" latinLnBrk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000066"/>
              </a:buClr>
              <a:buSzPct val="120000"/>
            </a:pPr>
            <a:r>
              <a:rPr lang="en-US" altLang="ko-KR" sz="1300" dirty="0">
                <a:solidFill>
                  <a:srgbClr val="000000"/>
                </a:solidFill>
                <a:latin typeface="+mn-ea"/>
                <a:ea typeface="+mn-ea"/>
              </a:rPr>
              <a:t>N5</a:t>
            </a:r>
          </a:p>
        </p:txBody>
      </p:sp>
      <p:sp>
        <p:nvSpPr>
          <p:cNvPr id="99" name="Rectangle 32">
            <a:extLst>
              <a:ext uri="{FF2B5EF4-FFF2-40B4-BE49-F238E27FC236}">
                <a16:creationId xmlns:a16="http://schemas.microsoft.com/office/drawing/2014/main" id="{0747582D-6E5F-4E38-8C52-DCB442262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0456" y="2962665"/>
            <a:ext cx="375781" cy="342591"/>
          </a:xfrm>
          <a:prstGeom prst="rect">
            <a:avLst/>
          </a:prstGeom>
          <a:solidFill>
            <a:srgbClr val="EAEAEA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0" tIns="0" rIns="0" bIns="0" anchor="ctr" anchorCtr="1"/>
          <a:lstStyle/>
          <a:p>
            <a:pPr algn="ctr" defTabSz="402961" latinLnBrk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000066"/>
              </a:buClr>
              <a:buSzPct val="120000"/>
            </a:pPr>
            <a:r>
              <a:rPr lang="en-US" altLang="ko-KR" sz="1300" dirty="0">
                <a:solidFill>
                  <a:srgbClr val="000000"/>
                </a:solidFill>
                <a:latin typeface="+mn-ea"/>
                <a:ea typeface="+mn-ea"/>
              </a:rPr>
              <a:t>N6</a:t>
            </a:r>
          </a:p>
        </p:txBody>
      </p:sp>
      <p:sp>
        <p:nvSpPr>
          <p:cNvPr id="100" name="Rectangle 33">
            <a:extLst>
              <a:ext uri="{FF2B5EF4-FFF2-40B4-BE49-F238E27FC236}">
                <a16:creationId xmlns:a16="http://schemas.microsoft.com/office/drawing/2014/main" id="{D261E64F-2914-46C6-A696-F8BC12D05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6238" y="2962665"/>
            <a:ext cx="375782" cy="342591"/>
          </a:xfrm>
          <a:prstGeom prst="rect">
            <a:avLst/>
          </a:prstGeom>
          <a:solidFill>
            <a:srgbClr val="EAEAEA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0" tIns="0" rIns="0" bIns="0" anchor="ctr" anchorCtr="1"/>
          <a:lstStyle/>
          <a:p>
            <a:pPr algn="ctr" defTabSz="402961" latinLnBrk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000066"/>
              </a:buClr>
              <a:buSzPct val="120000"/>
            </a:pPr>
            <a:r>
              <a:rPr lang="en-US" altLang="ko-KR" sz="1300" dirty="0">
                <a:solidFill>
                  <a:srgbClr val="000000"/>
                </a:solidFill>
                <a:latin typeface="+mn-ea"/>
                <a:ea typeface="+mn-ea"/>
              </a:rPr>
              <a:t>N7</a:t>
            </a:r>
          </a:p>
        </p:txBody>
      </p:sp>
      <p:sp>
        <p:nvSpPr>
          <p:cNvPr id="104" name="Text Box 44">
            <a:extLst>
              <a:ext uri="{FF2B5EF4-FFF2-40B4-BE49-F238E27FC236}">
                <a16:creationId xmlns:a16="http://schemas.microsoft.com/office/drawing/2014/main" id="{57CAFE22-78EA-4A4A-96F0-7E864DD787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4173" y="4843875"/>
            <a:ext cx="634290" cy="376404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 anchor="ctr" anchorCtr="1">
            <a:noAutofit/>
          </a:bodyPr>
          <a:lstStyle/>
          <a:p>
            <a:pPr algn="ctr" eaLnBrk="1" fontAlgn="t" hangingPunct="1">
              <a:spcBef>
                <a:spcPct val="50000"/>
              </a:spcBef>
            </a:pPr>
            <a:r>
              <a:rPr lang="en-US" altLang="ko-KR" sz="1400" b="0" dirty="0">
                <a:solidFill>
                  <a:srgbClr val="000000"/>
                </a:solidFill>
                <a:latin typeface="+mn-ea"/>
                <a:ea typeface="+mn-ea"/>
              </a:rPr>
              <a:t>Box</a:t>
            </a:r>
            <a:endParaRPr lang="ko-KR" altLang="en-US" sz="1400" b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05" name="AutoShape 46">
            <a:extLst>
              <a:ext uri="{FF2B5EF4-FFF2-40B4-BE49-F238E27FC236}">
                <a16:creationId xmlns:a16="http://schemas.microsoft.com/office/drawing/2014/main" id="{486D5406-3A55-4BC4-85EC-3D3501603988}"/>
              </a:ext>
            </a:extLst>
          </p:cNvPr>
          <p:cNvSpPr>
            <a:spLocks/>
          </p:cNvSpPr>
          <p:nvPr/>
        </p:nvSpPr>
        <p:spPr bwMode="auto">
          <a:xfrm rot="16200000">
            <a:off x="3833852" y="3245189"/>
            <a:ext cx="228394" cy="344819"/>
          </a:xfrm>
          <a:prstGeom prst="leftBrace">
            <a:avLst>
              <a:gd name="adj1" fmla="val 37990"/>
              <a:gd name="adj2" fmla="val 50000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</p:spPr>
        <p:txBody>
          <a:bodyPr vert="horz" wrap="none" lIns="0" tIns="0" rIns="0" bIns="0" anchor="ctr" anchorCtr="1"/>
          <a:lstStyle/>
          <a:p>
            <a:pPr algn="ctr" eaLnBrk="1" fontAlgn="t" hangingPunct="1">
              <a:spcBef>
                <a:spcPct val="20000"/>
              </a:spcBef>
            </a:pPr>
            <a:endParaRPr lang="ko-KR" altLang="ko-KR" sz="13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06" name="AutoShape 36">
            <a:extLst>
              <a:ext uri="{FF2B5EF4-FFF2-40B4-BE49-F238E27FC236}">
                <a16:creationId xmlns:a16="http://schemas.microsoft.com/office/drawing/2014/main" id="{F1770E3C-DD61-4FA0-BEB2-18083F332FDA}"/>
              </a:ext>
            </a:extLst>
          </p:cNvPr>
          <p:cNvSpPr>
            <a:spLocks/>
          </p:cNvSpPr>
          <p:nvPr/>
        </p:nvSpPr>
        <p:spPr bwMode="auto">
          <a:xfrm rot="16200000">
            <a:off x="4395926" y="3052676"/>
            <a:ext cx="228394" cy="733553"/>
          </a:xfrm>
          <a:prstGeom prst="leftBrace">
            <a:avLst>
              <a:gd name="adj1" fmla="val 23652"/>
              <a:gd name="adj2" fmla="val 50000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</p:spPr>
        <p:txBody>
          <a:bodyPr vert="eaVert" wrap="none" lIns="95911" tIns="47956" rIns="95911" bIns="47956" anchor="ctr"/>
          <a:lstStyle/>
          <a:p>
            <a:pPr algn="ctr" eaLnBrk="1" fontAlgn="t" hangingPunct="1">
              <a:spcBef>
                <a:spcPct val="20000"/>
              </a:spcBef>
            </a:pPr>
            <a:endParaRPr lang="ko-KR" altLang="ko-KR" sz="1300" dirty="0">
              <a:solidFill>
                <a:srgbClr val="000000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107" name="Text Box 51">
            <a:extLst>
              <a:ext uri="{FF2B5EF4-FFF2-40B4-BE49-F238E27FC236}">
                <a16:creationId xmlns:a16="http://schemas.microsoft.com/office/drawing/2014/main" id="{175E82C3-3B0B-4A6E-91D8-C587D65C0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2045" y="4367157"/>
            <a:ext cx="639702" cy="376404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 anchor="ctr" anchorCtr="1">
            <a:noAutofit/>
          </a:bodyPr>
          <a:lstStyle/>
          <a:p>
            <a:pPr algn="ctr" eaLnBrk="1" fontAlgn="t" hangingPunct="1">
              <a:spcBef>
                <a:spcPct val="50000"/>
              </a:spcBef>
            </a:pPr>
            <a:r>
              <a:rPr lang="en-US" altLang="ko-KR" sz="1400" b="0" dirty="0">
                <a:solidFill>
                  <a:srgbClr val="000000"/>
                </a:solidFill>
                <a:latin typeface="Arial" charset="0"/>
                <a:ea typeface="돋움" pitchFamily="50" charset="-127"/>
              </a:rPr>
              <a:t>Bay</a:t>
            </a:r>
          </a:p>
        </p:txBody>
      </p:sp>
      <p:cxnSp>
        <p:nvCxnSpPr>
          <p:cNvPr id="109" name="AutoShape 31">
            <a:extLst>
              <a:ext uri="{FF2B5EF4-FFF2-40B4-BE49-F238E27FC236}">
                <a16:creationId xmlns:a16="http://schemas.microsoft.com/office/drawing/2014/main" id="{B363046C-AED4-45B6-BF35-AB60C3A7F01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255156" y="3525956"/>
            <a:ext cx="756" cy="129307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10" name="AutoShape 46">
            <a:extLst>
              <a:ext uri="{FF2B5EF4-FFF2-40B4-BE49-F238E27FC236}">
                <a16:creationId xmlns:a16="http://schemas.microsoft.com/office/drawing/2014/main" id="{486D5406-3A55-4BC4-85EC-3D3501603988}"/>
              </a:ext>
            </a:extLst>
          </p:cNvPr>
          <p:cNvSpPr>
            <a:spLocks/>
          </p:cNvSpPr>
          <p:nvPr/>
        </p:nvSpPr>
        <p:spPr bwMode="auto">
          <a:xfrm rot="16200000">
            <a:off x="2653001" y="2267635"/>
            <a:ext cx="307336" cy="1044116"/>
          </a:xfrm>
          <a:prstGeom prst="leftBrace">
            <a:avLst>
              <a:gd name="adj1" fmla="val 37990"/>
              <a:gd name="adj2" fmla="val 50000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  <a:scene3d>
            <a:camera prst="orthographicFront">
              <a:rot lat="0" lon="0" rev="10800000"/>
            </a:camera>
            <a:lightRig rig="threePt" dir="t"/>
          </a:scene3d>
        </p:spPr>
        <p:txBody>
          <a:bodyPr vert="horz" wrap="none" lIns="0" tIns="0" rIns="0" bIns="0" anchor="ctr" anchorCtr="1"/>
          <a:lstStyle/>
          <a:p>
            <a:pPr algn="ctr" eaLnBrk="1" fontAlgn="t" hangingPunct="1">
              <a:spcBef>
                <a:spcPct val="20000"/>
              </a:spcBef>
            </a:pPr>
            <a:endParaRPr lang="ko-KR" altLang="ko-KR" sz="13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11" name="AutoShape 46">
            <a:extLst>
              <a:ext uri="{FF2B5EF4-FFF2-40B4-BE49-F238E27FC236}">
                <a16:creationId xmlns:a16="http://schemas.microsoft.com/office/drawing/2014/main" id="{486D5406-3A55-4BC4-85EC-3D3501603988}"/>
              </a:ext>
            </a:extLst>
          </p:cNvPr>
          <p:cNvSpPr>
            <a:spLocks/>
          </p:cNvSpPr>
          <p:nvPr/>
        </p:nvSpPr>
        <p:spPr bwMode="auto">
          <a:xfrm rot="16200000">
            <a:off x="3396495" y="2601803"/>
            <a:ext cx="307336" cy="375780"/>
          </a:xfrm>
          <a:prstGeom prst="leftBrace">
            <a:avLst>
              <a:gd name="adj1" fmla="val 37990"/>
              <a:gd name="adj2" fmla="val 50000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  <a:scene3d>
            <a:camera prst="orthographicFront">
              <a:rot lat="0" lon="0" rev="10800000"/>
            </a:camera>
            <a:lightRig rig="threePt" dir="t"/>
          </a:scene3d>
        </p:spPr>
        <p:txBody>
          <a:bodyPr vert="horz" wrap="none" lIns="0" tIns="0" rIns="0" bIns="0" anchor="ctr" anchorCtr="1"/>
          <a:lstStyle/>
          <a:p>
            <a:pPr algn="ctr" eaLnBrk="1" fontAlgn="t" hangingPunct="1">
              <a:spcBef>
                <a:spcPct val="20000"/>
              </a:spcBef>
            </a:pPr>
            <a:endParaRPr lang="ko-KR" altLang="ko-KR" sz="13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12" name="AutoShape 46">
            <a:extLst>
              <a:ext uri="{FF2B5EF4-FFF2-40B4-BE49-F238E27FC236}">
                <a16:creationId xmlns:a16="http://schemas.microsoft.com/office/drawing/2014/main" id="{486D5406-3A55-4BC4-85EC-3D3501603988}"/>
              </a:ext>
            </a:extLst>
          </p:cNvPr>
          <p:cNvSpPr>
            <a:spLocks/>
          </p:cNvSpPr>
          <p:nvPr/>
        </p:nvSpPr>
        <p:spPr bwMode="auto">
          <a:xfrm rot="16200000">
            <a:off x="4548383" y="1882586"/>
            <a:ext cx="307336" cy="1852824"/>
          </a:xfrm>
          <a:prstGeom prst="leftBrace">
            <a:avLst>
              <a:gd name="adj1" fmla="val 37990"/>
              <a:gd name="adj2" fmla="val 50000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  <a:scene3d>
            <a:camera prst="orthographicFront">
              <a:rot lat="0" lon="0" rev="10800000"/>
            </a:camera>
            <a:lightRig rig="threePt" dir="t"/>
          </a:scene3d>
        </p:spPr>
        <p:txBody>
          <a:bodyPr vert="horz" wrap="none" lIns="0" tIns="0" rIns="0" bIns="0" anchor="ctr" anchorCtr="1"/>
          <a:lstStyle/>
          <a:p>
            <a:pPr algn="ctr" eaLnBrk="1" fontAlgn="t" hangingPunct="1">
              <a:spcBef>
                <a:spcPct val="20000"/>
              </a:spcBef>
            </a:pPr>
            <a:endParaRPr lang="ko-KR" altLang="ko-KR" sz="13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13" name="Text Box 51">
            <a:extLst>
              <a:ext uri="{FF2B5EF4-FFF2-40B4-BE49-F238E27FC236}">
                <a16:creationId xmlns:a16="http://schemas.microsoft.com/office/drawing/2014/main" id="{175E82C3-3B0B-4A6E-91D8-C587D65C0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535" y="2115269"/>
            <a:ext cx="1066647" cy="376404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 anchor="ctr" anchorCtr="1">
            <a:noAutofit/>
          </a:bodyPr>
          <a:lstStyle/>
          <a:p>
            <a:pPr algn="ctr" eaLnBrk="1" fontAlgn="t" hangingPunct="1">
              <a:spcBef>
                <a:spcPct val="50000"/>
              </a:spcBef>
            </a:pPr>
            <a:r>
              <a:rPr lang="en-US" altLang="ko-KR" sz="1400" dirty="0">
                <a:solidFill>
                  <a:srgbClr val="000000"/>
                </a:solidFill>
                <a:latin typeface="Arial" charset="0"/>
                <a:ea typeface="돋움" pitchFamily="50" charset="-127"/>
              </a:rPr>
              <a:t>Line ID</a:t>
            </a:r>
            <a:endParaRPr lang="en-US" altLang="ko-KR" sz="1400" b="0" dirty="0">
              <a:solidFill>
                <a:srgbClr val="000000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114" name="Text Box 51">
            <a:extLst>
              <a:ext uri="{FF2B5EF4-FFF2-40B4-BE49-F238E27FC236}">
                <a16:creationId xmlns:a16="http://schemas.microsoft.com/office/drawing/2014/main" id="{175E82C3-3B0B-4A6E-91D8-C587D65C0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6699" y="2115269"/>
            <a:ext cx="1066647" cy="376404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 anchor="ctr" anchorCtr="1">
            <a:noAutofit/>
          </a:bodyPr>
          <a:lstStyle/>
          <a:p>
            <a:pPr algn="ctr" eaLnBrk="1" fontAlgn="t" hangingPunct="1">
              <a:spcBef>
                <a:spcPct val="50000"/>
              </a:spcBef>
            </a:pPr>
            <a:r>
              <a:rPr lang="en-US" altLang="ko-KR" sz="1400" b="0" dirty="0">
                <a:solidFill>
                  <a:srgbClr val="000000"/>
                </a:solidFill>
                <a:latin typeface="Arial" charset="0"/>
                <a:ea typeface="돋움" pitchFamily="50" charset="-127"/>
              </a:rPr>
              <a:t>Eqp Type ID</a:t>
            </a:r>
          </a:p>
        </p:txBody>
      </p:sp>
      <p:sp>
        <p:nvSpPr>
          <p:cNvPr id="115" name="Text Box 51">
            <a:extLst>
              <a:ext uri="{FF2B5EF4-FFF2-40B4-BE49-F238E27FC236}">
                <a16:creationId xmlns:a16="http://schemas.microsoft.com/office/drawing/2014/main" id="{175E82C3-3B0B-4A6E-91D8-C587D65C0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446" y="2094404"/>
            <a:ext cx="1066647" cy="376404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 anchor="ctr" anchorCtr="1">
            <a:noAutofit/>
          </a:bodyPr>
          <a:lstStyle/>
          <a:p>
            <a:pPr algn="ctr" eaLnBrk="1" fontAlgn="t" hangingPunct="1">
              <a:spcBef>
                <a:spcPct val="50000"/>
              </a:spcBef>
            </a:pPr>
            <a:r>
              <a:rPr lang="en-US" altLang="ko-KR" sz="1400" b="0" dirty="0">
                <a:solidFill>
                  <a:srgbClr val="000000"/>
                </a:solidFill>
                <a:latin typeface="Arial" charset="0"/>
                <a:ea typeface="돋움" pitchFamily="50" charset="-127"/>
              </a:rPr>
              <a:t>Unit ID</a:t>
            </a:r>
          </a:p>
        </p:txBody>
      </p:sp>
      <p:cxnSp>
        <p:nvCxnSpPr>
          <p:cNvPr id="6" name="직선 화살표 연결선 5"/>
          <p:cNvCxnSpPr/>
          <p:nvPr/>
        </p:nvCxnSpPr>
        <p:spPr>
          <a:xfrm flipV="1">
            <a:off x="3544751" y="2491673"/>
            <a:ext cx="1" cy="18006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4" name="직선 화살표 연결선 13"/>
          <p:cNvCxnSpPr/>
          <p:nvPr/>
        </p:nvCxnSpPr>
        <p:spPr>
          <a:xfrm>
            <a:off x="4696268" y="2298638"/>
            <a:ext cx="42417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7" name="Rectangle 32">
            <a:extLst>
              <a:ext uri="{FF2B5EF4-FFF2-40B4-BE49-F238E27FC236}">
                <a16:creationId xmlns:a16="http://schemas.microsoft.com/office/drawing/2014/main" id="{0747582D-6E5F-4E38-8C52-DCB442262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99" y="2960810"/>
            <a:ext cx="375781" cy="342591"/>
          </a:xfrm>
          <a:prstGeom prst="rect">
            <a:avLst/>
          </a:prstGeom>
          <a:solidFill>
            <a:srgbClr val="EAEAEA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0" tIns="0" rIns="0" bIns="0" anchor="ctr" anchorCtr="1"/>
          <a:lstStyle/>
          <a:p>
            <a:pPr algn="ctr" defTabSz="402961" latinLnBrk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000066"/>
              </a:buClr>
              <a:buSzPct val="120000"/>
            </a:pPr>
            <a:r>
              <a:rPr lang="en-US" altLang="ko-KR" sz="1300" dirty="0">
                <a:solidFill>
                  <a:srgbClr val="000000"/>
                </a:solidFill>
                <a:latin typeface="+mn-ea"/>
                <a:ea typeface="+mn-ea"/>
              </a:rPr>
              <a:t>N8</a:t>
            </a:r>
          </a:p>
        </p:txBody>
      </p:sp>
      <p:sp>
        <p:nvSpPr>
          <p:cNvPr id="28" name="Rectangle 33">
            <a:extLst>
              <a:ext uri="{FF2B5EF4-FFF2-40B4-BE49-F238E27FC236}">
                <a16:creationId xmlns:a16="http://schemas.microsoft.com/office/drawing/2014/main" id="{D261E64F-2914-46C6-A696-F8BC12D05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2681" y="2960810"/>
            <a:ext cx="375782" cy="342591"/>
          </a:xfrm>
          <a:prstGeom prst="rect">
            <a:avLst/>
          </a:prstGeom>
          <a:solidFill>
            <a:srgbClr val="EAEAEA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0" tIns="0" rIns="0" bIns="0" anchor="ctr" anchorCtr="1"/>
          <a:lstStyle/>
          <a:p>
            <a:pPr algn="ctr" defTabSz="402961" latinLnBrk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000066"/>
              </a:buClr>
              <a:buSzPct val="120000"/>
            </a:pPr>
            <a:r>
              <a:rPr lang="en-US" altLang="ko-KR" sz="1300" dirty="0">
                <a:solidFill>
                  <a:srgbClr val="000000"/>
                </a:solidFill>
                <a:latin typeface="+mn-ea"/>
                <a:ea typeface="+mn-ea"/>
              </a:rPr>
              <a:t>N9</a:t>
            </a:r>
          </a:p>
        </p:txBody>
      </p:sp>
      <p:cxnSp>
        <p:nvCxnSpPr>
          <p:cNvPr id="3" name="직선 연결선 2"/>
          <p:cNvCxnSpPr/>
          <p:nvPr/>
        </p:nvCxnSpPr>
        <p:spPr>
          <a:xfrm flipV="1">
            <a:off x="4702051" y="2303471"/>
            <a:ext cx="0" cy="35185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med" len="med"/>
          </a:ln>
        </p:spPr>
      </p:cxnSp>
      <p:sp>
        <p:nvSpPr>
          <p:cNvPr id="31" name="AutoShape 36">
            <a:extLst>
              <a:ext uri="{FF2B5EF4-FFF2-40B4-BE49-F238E27FC236}">
                <a16:creationId xmlns:a16="http://schemas.microsoft.com/office/drawing/2014/main" id="{F1770E3C-DD61-4FA0-BEB2-18083F332FDA}"/>
              </a:ext>
            </a:extLst>
          </p:cNvPr>
          <p:cNvSpPr>
            <a:spLocks/>
          </p:cNvSpPr>
          <p:nvPr/>
        </p:nvSpPr>
        <p:spPr bwMode="auto">
          <a:xfrm rot="16200000">
            <a:off x="5147490" y="3050821"/>
            <a:ext cx="228394" cy="733553"/>
          </a:xfrm>
          <a:prstGeom prst="leftBrace">
            <a:avLst>
              <a:gd name="adj1" fmla="val 23652"/>
              <a:gd name="adj2" fmla="val 50000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</p:spPr>
        <p:txBody>
          <a:bodyPr vert="eaVert" wrap="none" lIns="95911" tIns="47956" rIns="95911" bIns="47956" anchor="ctr"/>
          <a:lstStyle/>
          <a:p>
            <a:pPr algn="ctr" eaLnBrk="1" fontAlgn="t" hangingPunct="1">
              <a:spcBef>
                <a:spcPct val="20000"/>
              </a:spcBef>
            </a:pPr>
            <a:endParaRPr lang="ko-KR" altLang="ko-KR" sz="1300" dirty="0">
              <a:solidFill>
                <a:srgbClr val="000000"/>
              </a:solidFill>
              <a:latin typeface="Arial" charset="0"/>
              <a:ea typeface="돋움" pitchFamily="50" charset="-127"/>
            </a:endParaRPr>
          </a:p>
        </p:txBody>
      </p:sp>
      <p:cxnSp>
        <p:nvCxnSpPr>
          <p:cNvPr id="8" name="직선 화살표 연결선 7"/>
          <p:cNvCxnSpPr/>
          <p:nvPr/>
        </p:nvCxnSpPr>
        <p:spPr>
          <a:xfrm>
            <a:off x="4503592" y="3533650"/>
            <a:ext cx="6531" cy="83350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5" name="Text Box 51">
            <a:extLst>
              <a:ext uri="{FF2B5EF4-FFF2-40B4-BE49-F238E27FC236}">
                <a16:creationId xmlns:a16="http://schemas.microsoft.com/office/drawing/2014/main" id="{175E82C3-3B0B-4A6E-91D8-C587D65C0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4537" y="3827097"/>
            <a:ext cx="634290" cy="376404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 anchor="ctr" anchorCtr="1">
            <a:noAutofit/>
          </a:bodyPr>
          <a:lstStyle/>
          <a:p>
            <a:pPr algn="ctr" eaLnBrk="1" fontAlgn="t" hangingPunct="1">
              <a:spcBef>
                <a:spcPct val="50000"/>
              </a:spcBef>
            </a:pPr>
            <a:r>
              <a:rPr lang="en-US" altLang="ko-KR" sz="1400" b="0" dirty="0">
                <a:solidFill>
                  <a:srgbClr val="000000"/>
                </a:solidFill>
                <a:latin typeface="Arial" charset="0"/>
                <a:ea typeface="돋움" pitchFamily="50" charset="-127"/>
              </a:rPr>
              <a:t>Line</a:t>
            </a:r>
          </a:p>
        </p:txBody>
      </p:sp>
      <p:cxnSp>
        <p:nvCxnSpPr>
          <p:cNvPr id="13" name="직선 연결선 12"/>
          <p:cNvCxnSpPr>
            <a:stCxn id="105" idx="1"/>
          </p:cNvCxnSpPr>
          <p:nvPr/>
        </p:nvCxnSpPr>
        <p:spPr>
          <a:xfrm flipH="1">
            <a:off x="3948049" y="3531796"/>
            <a:ext cx="1" cy="2953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" name="직선 연결선 15"/>
          <p:cNvCxnSpPr/>
          <p:nvPr/>
        </p:nvCxnSpPr>
        <p:spPr>
          <a:xfrm flipV="1">
            <a:off x="2806669" y="2303471"/>
            <a:ext cx="0" cy="33255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med" len="med"/>
          </a:ln>
        </p:spPr>
      </p:cxnSp>
      <p:cxnSp>
        <p:nvCxnSpPr>
          <p:cNvPr id="20" name="직선 화살표 연결선 19"/>
          <p:cNvCxnSpPr/>
          <p:nvPr/>
        </p:nvCxnSpPr>
        <p:spPr>
          <a:xfrm flipH="1" flipV="1">
            <a:off x="2667182" y="2298638"/>
            <a:ext cx="139487" cy="483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64541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Jig Formation Route</a:t>
            </a:r>
            <a:r>
              <a:rPr lang="ko-KR" altLang="en-US" dirty="0"/>
              <a:t> 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 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AA5C5150-6800-46DE-BCB6-2AF9C6B2D87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7231" y="1913939"/>
            <a:ext cx="418563" cy="418563"/>
          </a:xfrm>
          <a:prstGeom prst="rect">
            <a:avLst/>
          </a:prstGeom>
        </p:spPr>
      </p:pic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BCA9B8E0-D581-4610-A3F4-F46AA2C417D7}"/>
              </a:ext>
            </a:extLst>
          </p:cNvPr>
          <p:cNvCxnSpPr>
            <a:cxnSpLocks/>
          </p:cNvCxnSpPr>
          <p:nvPr/>
        </p:nvCxnSpPr>
        <p:spPr>
          <a:xfrm>
            <a:off x="993846" y="2125915"/>
            <a:ext cx="30772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/>
          <p:cNvGrpSpPr/>
          <p:nvPr/>
        </p:nvGrpSpPr>
        <p:grpSpPr>
          <a:xfrm>
            <a:off x="1465270" y="1575209"/>
            <a:ext cx="7948133" cy="1053397"/>
            <a:chOff x="1465270" y="2250004"/>
            <a:chExt cx="4379767" cy="571500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F6A89841-D97C-4547-8C2E-95219FF9B120}"/>
                </a:ext>
              </a:extLst>
            </p:cNvPr>
            <p:cNvSpPr/>
            <p:nvPr/>
          </p:nvSpPr>
          <p:spPr>
            <a:xfrm>
              <a:off x="1465270" y="2250004"/>
              <a:ext cx="571500" cy="5715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100" b="1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000</a:t>
              </a:r>
              <a:endParaRPr lang="ko-KR" altLang="en-US" sz="11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F13D81A4-53A8-4964-8758-F5E324186E8D}"/>
                </a:ext>
              </a:extLst>
            </p:cNvPr>
            <p:cNvSpPr/>
            <p:nvPr/>
          </p:nvSpPr>
          <p:spPr>
            <a:xfrm>
              <a:off x="2425178" y="2250004"/>
              <a:ext cx="571500" cy="5715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100" b="1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JC1</a:t>
              </a:r>
              <a:endParaRPr lang="ko-KR" altLang="en-US" sz="11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6E2D8FF4-25BD-4520-A2F5-2E36D4D0F9A1}"/>
                </a:ext>
              </a:extLst>
            </p:cNvPr>
            <p:cNvSpPr/>
            <p:nvPr/>
          </p:nvSpPr>
          <p:spPr>
            <a:xfrm>
              <a:off x="3385086" y="2250004"/>
              <a:ext cx="571500" cy="5715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100" b="1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J31</a:t>
              </a:r>
              <a:endParaRPr lang="ko-KR" altLang="en-US" sz="11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6CBB64C4-42A8-4F9A-B573-1BB5F59214C3}"/>
                </a:ext>
              </a:extLst>
            </p:cNvPr>
            <p:cNvSpPr/>
            <p:nvPr/>
          </p:nvSpPr>
          <p:spPr>
            <a:xfrm>
              <a:off x="4344994" y="2250004"/>
              <a:ext cx="571500" cy="5715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100" b="1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J11</a:t>
              </a:r>
              <a:endParaRPr lang="ko-KR" altLang="en-US" sz="11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AA7C1581-9078-4B59-ADA5-C9A6012F8094}"/>
                </a:ext>
              </a:extLst>
            </p:cNvPr>
            <p:cNvSpPr/>
            <p:nvPr/>
          </p:nvSpPr>
          <p:spPr>
            <a:xfrm>
              <a:off x="5273537" y="2250004"/>
              <a:ext cx="571500" cy="5715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100" b="1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J21</a:t>
              </a:r>
              <a:endParaRPr lang="ko-KR" altLang="en-US" sz="11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80A63EBA-522E-4E70-9B57-651FCDAF8572}"/>
                </a:ext>
              </a:extLst>
            </p:cNvPr>
            <p:cNvCxnSpPr>
              <a:cxnSpLocks/>
            </p:cNvCxnSpPr>
            <p:nvPr/>
          </p:nvCxnSpPr>
          <p:spPr>
            <a:xfrm>
              <a:off x="2042189" y="2547317"/>
              <a:ext cx="307720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35718BE6-B725-408C-9071-49F3EDEFC084}"/>
                </a:ext>
              </a:extLst>
            </p:cNvPr>
            <p:cNvCxnSpPr>
              <a:cxnSpLocks/>
            </p:cNvCxnSpPr>
            <p:nvPr/>
          </p:nvCxnSpPr>
          <p:spPr>
            <a:xfrm>
              <a:off x="3004214" y="2547317"/>
              <a:ext cx="307720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019325C2-CC38-45F6-8314-A65AF5F59A39}"/>
                </a:ext>
              </a:extLst>
            </p:cNvPr>
            <p:cNvCxnSpPr>
              <a:cxnSpLocks/>
            </p:cNvCxnSpPr>
            <p:nvPr/>
          </p:nvCxnSpPr>
          <p:spPr>
            <a:xfrm>
              <a:off x="3966239" y="2547317"/>
              <a:ext cx="307720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4D43A242-5C1B-4BBF-8B7A-8704A941014C}"/>
                </a:ext>
              </a:extLst>
            </p:cNvPr>
            <p:cNvCxnSpPr>
              <a:cxnSpLocks/>
            </p:cNvCxnSpPr>
            <p:nvPr/>
          </p:nvCxnSpPr>
          <p:spPr>
            <a:xfrm>
              <a:off x="4912903" y="2547317"/>
              <a:ext cx="307720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AF35D3C6-B5CE-4C71-8EAF-8322A6C2510E}"/>
              </a:ext>
            </a:extLst>
          </p:cNvPr>
          <p:cNvSpPr txBox="1"/>
          <p:nvPr/>
        </p:nvSpPr>
        <p:spPr>
          <a:xfrm>
            <a:off x="457568" y="2393148"/>
            <a:ext cx="8377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ko-KR" sz="12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Start</a:t>
            </a:r>
            <a:endParaRPr lang="ko-KR" altLang="en-US" sz="12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50975E2-562E-496D-A50B-AB35788C1383}"/>
              </a:ext>
            </a:extLst>
          </p:cNvPr>
          <p:cNvSpPr txBox="1"/>
          <p:nvPr/>
        </p:nvSpPr>
        <p:spPr>
          <a:xfrm>
            <a:off x="3219661" y="2664611"/>
            <a:ext cx="9557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/>
              <a:t>Jig </a:t>
            </a:r>
            <a:r>
              <a:rPr lang="ko-KR" altLang="en-US" sz="1000" dirty="0"/>
              <a:t>투입 체크</a:t>
            </a:r>
            <a:endParaRPr lang="en-US" altLang="ko-KR" sz="1000" dirty="0"/>
          </a:p>
        </p:txBody>
      </p:sp>
      <p:grpSp>
        <p:nvGrpSpPr>
          <p:cNvPr id="68" name="그룹 67"/>
          <p:cNvGrpSpPr/>
          <p:nvPr/>
        </p:nvGrpSpPr>
        <p:grpSpPr>
          <a:xfrm>
            <a:off x="1340259" y="3411413"/>
            <a:ext cx="7948133" cy="1053397"/>
            <a:chOff x="1465270" y="2250004"/>
            <a:chExt cx="4379767" cy="571500"/>
          </a:xfrm>
        </p:grpSpPr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F6A89841-D97C-4547-8C2E-95219FF9B120}"/>
                </a:ext>
              </a:extLst>
            </p:cNvPr>
            <p:cNvSpPr/>
            <p:nvPr/>
          </p:nvSpPr>
          <p:spPr>
            <a:xfrm>
              <a:off x="1465270" y="2250004"/>
              <a:ext cx="571500" cy="5715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100" b="1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J32</a:t>
              </a:r>
              <a:endParaRPr lang="ko-KR" altLang="en-US" sz="11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F13D81A4-53A8-4964-8758-F5E324186E8D}"/>
                </a:ext>
              </a:extLst>
            </p:cNvPr>
            <p:cNvSpPr/>
            <p:nvPr/>
          </p:nvSpPr>
          <p:spPr>
            <a:xfrm>
              <a:off x="2425178" y="2250004"/>
              <a:ext cx="571500" cy="5715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100" b="1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J12</a:t>
              </a:r>
              <a:endParaRPr lang="ko-KR" altLang="en-US" sz="11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6E2D8FF4-25BD-4520-A2F5-2E36D4D0F9A1}"/>
                </a:ext>
              </a:extLst>
            </p:cNvPr>
            <p:cNvSpPr/>
            <p:nvPr/>
          </p:nvSpPr>
          <p:spPr>
            <a:xfrm>
              <a:off x="3385086" y="2250004"/>
              <a:ext cx="571500" cy="5715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100" b="1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J22</a:t>
              </a:r>
              <a:endParaRPr lang="ko-KR" altLang="en-US" sz="11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6CBB64C4-42A8-4F9A-B573-1BB5F59214C3}"/>
                </a:ext>
              </a:extLst>
            </p:cNvPr>
            <p:cNvSpPr/>
            <p:nvPr/>
          </p:nvSpPr>
          <p:spPr>
            <a:xfrm>
              <a:off x="4344994" y="2250004"/>
              <a:ext cx="571500" cy="5715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100" b="1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J51</a:t>
              </a:r>
              <a:endParaRPr lang="ko-KR" altLang="en-US" sz="11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AA7C1581-9078-4B59-ADA5-C9A6012F8094}"/>
                </a:ext>
              </a:extLst>
            </p:cNvPr>
            <p:cNvSpPr/>
            <p:nvPr/>
          </p:nvSpPr>
          <p:spPr>
            <a:xfrm>
              <a:off x="5273537" y="2250004"/>
              <a:ext cx="571500" cy="5715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100" b="1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D21</a:t>
              </a:r>
              <a:endParaRPr lang="ko-KR" altLang="en-US" sz="11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74" name="직선 화살표 연결선 73">
              <a:extLst>
                <a:ext uri="{FF2B5EF4-FFF2-40B4-BE49-F238E27FC236}">
                  <a16:creationId xmlns:a16="http://schemas.microsoft.com/office/drawing/2014/main" id="{80A63EBA-522E-4E70-9B57-651FCDAF8572}"/>
                </a:ext>
              </a:extLst>
            </p:cNvPr>
            <p:cNvCxnSpPr>
              <a:cxnSpLocks/>
            </p:cNvCxnSpPr>
            <p:nvPr/>
          </p:nvCxnSpPr>
          <p:spPr>
            <a:xfrm>
              <a:off x="2042189" y="2547317"/>
              <a:ext cx="307720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화살표 연결선 74">
              <a:extLst>
                <a:ext uri="{FF2B5EF4-FFF2-40B4-BE49-F238E27FC236}">
                  <a16:creationId xmlns:a16="http://schemas.microsoft.com/office/drawing/2014/main" id="{35718BE6-B725-408C-9071-49F3EDEFC084}"/>
                </a:ext>
              </a:extLst>
            </p:cNvPr>
            <p:cNvCxnSpPr>
              <a:cxnSpLocks/>
            </p:cNvCxnSpPr>
            <p:nvPr/>
          </p:nvCxnSpPr>
          <p:spPr>
            <a:xfrm>
              <a:off x="3004214" y="2547317"/>
              <a:ext cx="307720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화살표 연결선 75">
              <a:extLst>
                <a:ext uri="{FF2B5EF4-FFF2-40B4-BE49-F238E27FC236}">
                  <a16:creationId xmlns:a16="http://schemas.microsoft.com/office/drawing/2014/main" id="{019325C2-CC38-45F6-8314-A65AF5F59A39}"/>
                </a:ext>
              </a:extLst>
            </p:cNvPr>
            <p:cNvCxnSpPr>
              <a:cxnSpLocks/>
            </p:cNvCxnSpPr>
            <p:nvPr/>
          </p:nvCxnSpPr>
          <p:spPr>
            <a:xfrm>
              <a:off x="3966239" y="2547317"/>
              <a:ext cx="307720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화살표 연결선 76">
              <a:extLst>
                <a:ext uri="{FF2B5EF4-FFF2-40B4-BE49-F238E27FC236}">
                  <a16:creationId xmlns:a16="http://schemas.microsoft.com/office/drawing/2014/main" id="{4D43A242-5C1B-4BBF-8B7A-8704A941014C}"/>
                </a:ext>
              </a:extLst>
            </p:cNvPr>
            <p:cNvCxnSpPr>
              <a:cxnSpLocks/>
            </p:cNvCxnSpPr>
            <p:nvPr/>
          </p:nvCxnSpPr>
          <p:spPr>
            <a:xfrm>
              <a:off x="4912903" y="2547317"/>
              <a:ext cx="307720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850975E2-562E-496D-A50B-AB35788C1383}"/>
              </a:ext>
            </a:extLst>
          </p:cNvPr>
          <p:cNvSpPr txBox="1"/>
          <p:nvPr/>
        </p:nvSpPr>
        <p:spPr>
          <a:xfrm>
            <a:off x="5147437" y="2664611"/>
            <a:ext cx="6655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/>
              <a:t>OCV #1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50975E2-562E-496D-A50B-AB35788C1383}"/>
              </a:ext>
            </a:extLst>
          </p:cNvPr>
          <p:cNvSpPr txBox="1"/>
          <p:nvPr/>
        </p:nvSpPr>
        <p:spPr>
          <a:xfrm>
            <a:off x="6880752" y="2664611"/>
            <a:ext cx="7665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/>
              <a:t>charge#1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50975E2-562E-496D-A50B-AB35788C1383}"/>
              </a:ext>
            </a:extLst>
          </p:cNvPr>
          <p:cNvSpPr txBox="1"/>
          <p:nvPr/>
        </p:nvSpPr>
        <p:spPr>
          <a:xfrm>
            <a:off x="8455313" y="2664611"/>
            <a:ext cx="10005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/>
              <a:t>Discharge #1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50975E2-562E-496D-A50B-AB35788C1383}"/>
              </a:ext>
            </a:extLst>
          </p:cNvPr>
          <p:cNvSpPr txBox="1"/>
          <p:nvPr/>
        </p:nvSpPr>
        <p:spPr>
          <a:xfrm>
            <a:off x="1187420" y="2664611"/>
            <a:ext cx="16530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/>
              <a:t>Formation Cell </a:t>
            </a:r>
            <a:r>
              <a:rPr lang="ko-KR" altLang="en-US" sz="1000" dirty="0"/>
              <a:t>정보 생성</a:t>
            </a:r>
            <a:endParaRPr lang="en-US" altLang="ko-KR" sz="10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50975E2-562E-496D-A50B-AB35788C1383}"/>
              </a:ext>
            </a:extLst>
          </p:cNvPr>
          <p:cNvSpPr txBox="1"/>
          <p:nvPr/>
        </p:nvSpPr>
        <p:spPr>
          <a:xfrm>
            <a:off x="3152765" y="4599545"/>
            <a:ext cx="8274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/>
              <a:t>Charge #2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50975E2-562E-496D-A50B-AB35788C1383}"/>
              </a:ext>
            </a:extLst>
          </p:cNvPr>
          <p:cNvSpPr txBox="1"/>
          <p:nvPr/>
        </p:nvSpPr>
        <p:spPr>
          <a:xfrm>
            <a:off x="4848907" y="4599545"/>
            <a:ext cx="10005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/>
              <a:t>Discharge #2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50975E2-562E-496D-A50B-AB35788C1383}"/>
              </a:ext>
            </a:extLst>
          </p:cNvPr>
          <p:cNvSpPr txBox="1"/>
          <p:nvPr/>
        </p:nvSpPr>
        <p:spPr>
          <a:xfrm>
            <a:off x="6563789" y="4599545"/>
            <a:ext cx="11384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/>
              <a:t>가압 </a:t>
            </a:r>
            <a:r>
              <a:rPr lang="en-US" altLang="ko-KR" sz="1000" dirty="0"/>
              <a:t>IR/OCV #1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50975E2-562E-496D-A50B-AB35788C1383}"/>
              </a:ext>
            </a:extLst>
          </p:cNvPr>
          <p:cNvSpPr txBox="1"/>
          <p:nvPr/>
        </p:nvSpPr>
        <p:spPr>
          <a:xfrm>
            <a:off x="8672147" y="4599545"/>
            <a:ext cx="3048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/>
              <a:t>IR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50975E2-562E-496D-A50B-AB35788C1383}"/>
              </a:ext>
            </a:extLst>
          </p:cNvPr>
          <p:cNvSpPr txBox="1"/>
          <p:nvPr/>
        </p:nvSpPr>
        <p:spPr>
          <a:xfrm>
            <a:off x="1550126" y="4599545"/>
            <a:ext cx="6655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/>
              <a:t>OCV #2</a:t>
            </a:r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F6A89841-D97C-4547-8C2E-95219FF9B120}"/>
              </a:ext>
            </a:extLst>
          </p:cNvPr>
          <p:cNvSpPr/>
          <p:nvPr/>
        </p:nvSpPr>
        <p:spPr>
          <a:xfrm>
            <a:off x="1321254" y="5325432"/>
            <a:ext cx="1037123" cy="105339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1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D22</a:t>
            </a:r>
            <a:endParaRPr lang="ko-KR" altLang="en-US" sz="11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F13D81A4-53A8-4964-8758-F5E324186E8D}"/>
              </a:ext>
            </a:extLst>
          </p:cNvPr>
          <p:cNvSpPr/>
          <p:nvPr/>
        </p:nvSpPr>
        <p:spPr>
          <a:xfrm>
            <a:off x="3063236" y="5325432"/>
            <a:ext cx="1037123" cy="105339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1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D23</a:t>
            </a:r>
            <a:endParaRPr lang="ko-KR" altLang="en-US" sz="11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80A63EBA-522E-4E70-9B57-651FCDAF8572}"/>
              </a:ext>
            </a:extLst>
          </p:cNvPr>
          <p:cNvCxnSpPr>
            <a:cxnSpLocks/>
          </p:cNvCxnSpPr>
          <p:nvPr/>
        </p:nvCxnSpPr>
        <p:spPr>
          <a:xfrm>
            <a:off x="2368211" y="5873444"/>
            <a:ext cx="558431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35718BE6-B725-408C-9071-49F3EDEFC084}"/>
              </a:ext>
            </a:extLst>
          </p:cNvPr>
          <p:cNvCxnSpPr>
            <a:cxnSpLocks/>
          </p:cNvCxnSpPr>
          <p:nvPr/>
        </p:nvCxnSpPr>
        <p:spPr>
          <a:xfrm>
            <a:off x="4114035" y="5873444"/>
            <a:ext cx="558431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850975E2-562E-496D-A50B-AB35788C1383}"/>
              </a:ext>
            </a:extLst>
          </p:cNvPr>
          <p:cNvSpPr txBox="1"/>
          <p:nvPr/>
        </p:nvSpPr>
        <p:spPr>
          <a:xfrm>
            <a:off x="2976669" y="6513564"/>
            <a:ext cx="11416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/>
              <a:t>Weight Measure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50975E2-562E-496D-A50B-AB35788C1383}"/>
              </a:ext>
            </a:extLst>
          </p:cNvPr>
          <p:cNvSpPr txBox="1"/>
          <p:nvPr/>
        </p:nvSpPr>
        <p:spPr>
          <a:xfrm>
            <a:off x="1352392" y="6513564"/>
            <a:ext cx="102303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/>
              <a:t>Vision Inspect</a:t>
            </a:r>
          </a:p>
        </p:txBody>
      </p:sp>
      <p:pic>
        <p:nvPicPr>
          <p:cNvPr id="102" name="그림 101">
            <a:extLst>
              <a:ext uri="{FF2B5EF4-FFF2-40B4-BE49-F238E27FC236}">
                <a16:creationId xmlns:a16="http://schemas.microsoft.com/office/drawing/2014/main" id="{AA5C5150-6800-46DE-BCB6-2AF9C6B2D87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09026" y="5636653"/>
            <a:ext cx="418563" cy="418563"/>
          </a:xfrm>
          <a:prstGeom prst="rect">
            <a:avLst/>
          </a:prstGeom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AF35D3C6-B5CE-4C71-8EAF-8322A6C2510E}"/>
              </a:ext>
            </a:extLst>
          </p:cNvPr>
          <p:cNvSpPr txBox="1"/>
          <p:nvPr/>
        </p:nvSpPr>
        <p:spPr>
          <a:xfrm>
            <a:off x="6199363" y="6115862"/>
            <a:ext cx="8377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ko-KR" sz="12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End</a:t>
            </a:r>
            <a:endParaRPr lang="ko-KR" altLang="en-US" sz="12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F13D81A4-53A8-4964-8758-F5E324186E8D}"/>
              </a:ext>
            </a:extLst>
          </p:cNvPr>
          <p:cNvSpPr/>
          <p:nvPr/>
        </p:nvSpPr>
        <p:spPr>
          <a:xfrm>
            <a:off x="4804891" y="5319625"/>
            <a:ext cx="1037123" cy="105339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1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D24</a:t>
            </a:r>
            <a:endParaRPr lang="ko-KR" altLang="en-US" sz="11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5718BE6-B725-408C-9071-49F3EDEFC084}"/>
              </a:ext>
            </a:extLst>
          </p:cNvPr>
          <p:cNvCxnSpPr>
            <a:cxnSpLocks/>
          </p:cNvCxnSpPr>
          <p:nvPr/>
        </p:nvCxnSpPr>
        <p:spPr>
          <a:xfrm>
            <a:off x="5855690" y="5867637"/>
            <a:ext cx="558431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50975E2-562E-496D-A50B-AB35788C1383}"/>
              </a:ext>
            </a:extLst>
          </p:cNvPr>
          <p:cNvSpPr txBox="1"/>
          <p:nvPr/>
        </p:nvSpPr>
        <p:spPr>
          <a:xfrm>
            <a:off x="4976404" y="6507757"/>
            <a:ext cx="6254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/>
              <a:t>IR/OCV</a:t>
            </a:r>
          </a:p>
        </p:txBody>
      </p:sp>
    </p:spTree>
    <p:extLst>
      <p:ext uri="{BB962C8B-B14F-4D97-AF65-F5344CB8AC3E}">
        <p14:creationId xmlns:p14="http://schemas.microsoft.com/office/powerpoint/2010/main" val="1126114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Jig Formation </a:t>
            </a:r>
            <a:r>
              <a:rPr lang="ko-KR" altLang="en-US" dirty="0"/>
              <a:t>설비 운영 이미지 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idx="1"/>
          </p:nvPr>
        </p:nvSpPr>
        <p:spPr>
          <a:xfrm>
            <a:off x="235250" y="739249"/>
            <a:ext cx="9937103" cy="442842"/>
          </a:xfrm>
        </p:spPr>
        <p:txBody>
          <a:bodyPr/>
          <a:lstStyle/>
          <a:p>
            <a:r>
              <a:rPr lang="ko-KR" altLang="en-US" dirty="0"/>
              <a:t> </a:t>
            </a:r>
          </a:p>
        </p:txBody>
      </p:sp>
      <p:grpSp>
        <p:nvGrpSpPr>
          <p:cNvPr id="18" name="그룹 17"/>
          <p:cNvGrpSpPr/>
          <p:nvPr/>
        </p:nvGrpSpPr>
        <p:grpSpPr>
          <a:xfrm>
            <a:off x="1650665" y="2403301"/>
            <a:ext cx="8352928" cy="3852428"/>
            <a:chOff x="1096479" y="2187277"/>
            <a:chExt cx="7393889" cy="3420380"/>
          </a:xfrm>
        </p:grpSpPr>
        <p:sp>
          <p:nvSpPr>
            <p:cNvPr id="3" name="직사각형 2"/>
            <p:cNvSpPr/>
            <p:nvPr/>
          </p:nvSpPr>
          <p:spPr>
            <a:xfrm>
              <a:off x="2159315" y="2187277"/>
              <a:ext cx="2789591" cy="34203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/>
            <p:cNvSpPr/>
            <p:nvPr/>
          </p:nvSpPr>
          <p:spPr>
            <a:xfrm>
              <a:off x="1096479" y="2187277"/>
              <a:ext cx="1062837" cy="85463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1096479" y="3041911"/>
              <a:ext cx="1062837" cy="85463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1096479" y="3896546"/>
              <a:ext cx="1062837" cy="85463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1096479" y="4753023"/>
              <a:ext cx="1062837" cy="85463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948907" y="2701468"/>
              <a:ext cx="441437" cy="234191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4444851" y="2912407"/>
              <a:ext cx="324036" cy="198726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5390344" y="2701468"/>
              <a:ext cx="441437" cy="234191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5835454" y="2701468"/>
              <a:ext cx="441437" cy="234191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직사각형 59"/>
            <p:cNvSpPr/>
            <p:nvPr/>
          </p:nvSpPr>
          <p:spPr>
            <a:xfrm>
              <a:off x="7162719" y="2701468"/>
              <a:ext cx="441437" cy="234191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직사각형 60"/>
            <p:cNvSpPr/>
            <p:nvPr/>
          </p:nvSpPr>
          <p:spPr>
            <a:xfrm>
              <a:off x="6721282" y="2701468"/>
              <a:ext cx="441437" cy="234191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6279845" y="2701468"/>
              <a:ext cx="441437" cy="234191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직사각형 62"/>
            <p:cNvSpPr/>
            <p:nvPr/>
          </p:nvSpPr>
          <p:spPr>
            <a:xfrm>
              <a:off x="7604156" y="2701468"/>
              <a:ext cx="441437" cy="234191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직사각형 63"/>
            <p:cNvSpPr/>
            <p:nvPr/>
          </p:nvSpPr>
          <p:spPr>
            <a:xfrm>
              <a:off x="8048931" y="2701468"/>
              <a:ext cx="441437" cy="234191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직사각형 64"/>
            <p:cNvSpPr/>
            <p:nvPr/>
          </p:nvSpPr>
          <p:spPr>
            <a:xfrm>
              <a:off x="4012803" y="2912407"/>
              <a:ext cx="324036" cy="198726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3554110" y="2903836"/>
              <a:ext cx="324036" cy="198726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2536639" y="5043381"/>
              <a:ext cx="696886" cy="56427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096479" y="2428867"/>
              <a:ext cx="121700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LD Port</a:t>
              </a:r>
            </a:p>
            <a:p>
              <a:r>
                <a:rPr lang="en-US" altLang="ko-KR" sz="1200" dirty="0"/>
                <a:t>(</a:t>
              </a:r>
              <a:r>
                <a:rPr lang="ko-KR" altLang="en-US" sz="1200" dirty="0"/>
                <a:t>실 </a:t>
              </a:r>
              <a:r>
                <a:rPr lang="en-US" altLang="ko-KR" sz="1200" dirty="0"/>
                <a:t>Tray Load)</a:t>
              </a:r>
              <a:endParaRPr lang="ko-KR" altLang="en-US" sz="1200" dirty="0"/>
            </a:p>
          </p:txBody>
        </p:sp>
      </p:grpSp>
      <p:sp>
        <p:nvSpPr>
          <p:cNvPr id="87" name="TextBox 86"/>
          <p:cNvSpPr txBox="1"/>
          <p:nvPr/>
        </p:nvSpPr>
        <p:spPr>
          <a:xfrm>
            <a:off x="1650664" y="3627437"/>
            <a:ext cx="13676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ULD Port</a:t>
            </a:r>
          </a:p>
          <a:p>
            <a:r>
              <a:rPr lang="en-US" altLang="ko-KR" sz="1200" dirty="0"/>
              <a:t>(</a:t>
            </a:r>
            <a:r>
              <a:rPr lang="ko-KR" altLang="en-US" sz="1200" dirty="0"/>
              <a:t>공 </a:t>
            </a:r>
            <a:r>
              <a:rPr lang="en-US" altLang="ko-KR" sz="1200" dirty="0"/>
              <a:t>Tray Unload)</a:t>
            </a:r>
            <a:endParaRPr lang="ko-KR" altLang="en-US" sz="1200" dirty="0"/>
          </a:p>
        </p:txBody>
      </p:sp>
      <p:sp>
        <p:nvSpPr>
          <p:cNvPr id="90" name="TextBox 89"/>
          <p:cNvSpPr txBox="1"/>
          <p:nvPr/>
        </p:nvSpPr>
        <p:spPr>
          <a:xfrm>
            <a:off x="1650664" y="4549781"/>
            <a:ext cx="1217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LD Port</a:t>
            </a:r>
          </a:p>
          <a:p>
            <a:r>
              <a:rPr lang="en-US" altLang="ko-KR" sz="1200" dirty="0"/>
              <a:t>(</a:t>
            </a:r>
            <a:r>
              <a:rPr lang="ko-KR" altLang="en-US" sz="1200" dirty="0"/>
              <a:t>공 </a:t>
            </a:r>
            <a:r>
              <a:rPr lang="en-US" altLang="ko-KR" sz="1200" dirty="0"/>
              <a:t>Tray Load)</a:t>
            </a:r>
            <a:endParaRPr lang="ko-KR" altLang="en-US" sz="1200" dirty="0"/>
          </a:p>
        </p:txBody>
      </p:sp>
      <p:sp>
        <p:nvSpPr>
          <p:cNvPr id="91" name="TextBox 90"/>
          <p:cNvSpPr txBox="1"/>
          <p:nvPr/>
        </p:nvSpPr>
        <p:spPr>
          <a:xfrm>
            <a:off x="1606376" y="5514444"/>
            <a:ext cx="13676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ULD Port</a:t>
            </a:r>
          </a:p>
          <a:p>
            <a:r>
              <a:rPr lang="en-US" altLang="ko-KR" sz="1200" dirty="0"/>
              <a:t>(</a:t>
            </a:r>
            <a:r>
              <a:rPr lang="ko-KR" altLang="en-US" sz="1200" dirty="0"/>
              <a:t>실 </a:t>
            </a:r>
            <a:r>
              <a:rPr lang="en-US" altLang="ko-KR" sz="1200" dirty="0"/>
              <a:t>Tray Unload)</a:t>
            </a:r>
            <a:endParaRPr lang="ko-KR" altLang="en-US" sz="1200" dirty="0"/>
          </a:p>
        </p:txBody>
      </p:sp>
      <p:sp>
        <p:nvSpPr>
          <p:cNvPr id="92" name="TextBox 91"/>
          <p:cNvSpPr txBox="1"/>
          <p:nvPr/>
        </p:nvSpPr>
        <p:spPr>
          <a:xfrm>
            <a:off x="3334568" y="5726707"/>
            <a:ext cx="715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가압</a:t>
            </a:r>
            <a:endParaRPr lang="en-US" altLang="ko-KR" sz="1200" dirty="0"/>
          </a:p>
          <a:p>
            <a:r>
              <a:rPr lang="en-US" altLang="ko-KR" sz="1200" dirty="0"/>
              <a:t>IR/OCV</a:t>
            </a:r>
            <a:endParaRPr lang="ko-KR" altLang="en-US" sz="1200" dirty="0"/>
          </a:p>
        </p:txBody>
      </p:sp>
      <p:sp>
        <p:nvSpPr>
          <p:cNvPr id="95" name="TextBox 94"/>
          <p:cNvSpPr txBox="1"/>
          <p:nvPr/>
        </p:nvSpPr>
        <p:spPr>
          <a:xfrm>
            <a:off x="7338035" y="2642639"/>
            <a:ext cx="1165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Jig Formation</a:t>
            </a:r>
            <a:endParaRPr lang="ko-KR" altLang="en-US" sz="12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4427068" y="3679991"/>
            <a:ext cx="369332" cy="1100622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ko-KR" sz="1200" b="1" dirty="0"/>
              <a:t>Dummy Buffer</a:t>
            </a:r>
            <a:endParaRPr lang="ko-KR" altLang="en-US" sz="1200" b="1" dirty="0"/>
          </a:p>
        </p:txBody>
      </p:sp>
      <p:sp>
        <p:nvSpPr>
          <p:cNvPr id="96" name="TextBox 95"/>
          <p:cNvSpPr txBox="1"/>
          <p:nvPr/>
        </p:nvSpPr>
        <p:spPr>
          <a:xfrm>
            <a:off x="4948800" y="3679991"/>
            <a:ext cx="369332" cy="7607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ko-KR" sz="1200" b="1" dirty="0"/>
              <a:t>LD Buffer</a:t>
            </a:r>
            <a:endParaRPr lang="ko-KR" altLang="en-US" sz="1200" b="1" dirty="0"/>
          </a:p>
        </p:txBody>
      </p:sp>
      <p:sp>
        <p:nvSpPr>
          <p:cNvPr id="98" name="TextBox 97"/>
          <p:cNvSpPr txBox="1"/>
          <p:nvPr/>
        </p:nvSpPr>
        <p:spPr>
          <a:xfrm>
            <a:off x="5426539" y="3679991"/>
            <a:ext cx="369332" cy="8681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ko-KR" sz="1200" b="1" dirty="0"/>
              <a:t>ULD Buffer</a:t>
            </a:r>
            <a:endParaRPr lang="ko-KR" altLang="en-US" sz="1200" b="1" dirty="0"/>
          </a:p>
        </p:txBody>
      </p:sp>
      <p:sp>
        <p:nvSpPr>
          <p:cNvPr id="20" name="오른쪽 화살표 19"/>
          <p:cNvSpPr/>
          <p:nvPr/>
        </p:nvSpPr>
        <p:spPr>
          <a:xfrm>
            <a:off x="1318344" y="2821197"/>
            <a:ext cx="256825" cy="3224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오른쪽 화살표 98"/>
          <p:cNvSpPr/>
          <p:nvPr/>
        </p:nvSpPr>
        <p:spPr>
          <a:xfrm>
            <a:off x="1329268" y="4688957"/>
            <a:ext cx="256825" cy="3224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왼쪽 화살표 22"/>
          <p:cNvSpPr/>
          <p:nvPr/>
        </p:nvSpPr>
        <p:spPr>
          <a:xfrm>
            <a:off x="1283662" y="3695763"/>
            <a:ext cx="256825" cy="36462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왼쪽 화살표 103"/>
          <p:cNvSpPr/>
          <p:nvPr/>
        </p:nvSpPr>
        <p:spPr>
          <a:xfrm>
            <a:off x="1283661" y="5589511"/>
            <a:ext cx="256825" cy="36462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2" name="그룹 31"/>
          <p:cNvGrpSpPr/>
          <p:nvPr/>
        </p:nvGrpSpPr>
        <p:grpSpPr>
          <a:xfrm>
            <a:off x="3332804" y="2434420"/>
            <a:ext cx="359394" cy="288032"/>
            <a:chOff x="3244303" y="1323181"/>
            <a:chExt cx="359394" cy="288032"/>
          </a:xfrm>
        </p:grpSpPr>
        <p:sp>
          <p:nvSpPr>
            <p:cNvPr id="28" name="타원 27"/>
            <p:cNvSpPr/>
            <p:nvPr/>
          </p:nvSpPr>
          <p:spPr>
            <a:xfrm>
              <a:off x="3295371" y="1323181"/>
              <a:ext cx="255464" cy="288032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244303" y="1328988"/>
              <a:ext cx="3593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CB</a:t>
              </a:r>
              <a:endParaRPr lang="ko-KR" altLang="en-US" sz="1000" dirty="0"/>
            </a:p>
          </p:txBody>
        </p:sp>
      </p:grpSp>
      <p:grpSp>
        <p:nvGrpSpPr>
          <p:cNvPr id="31" name="그룹 30"/>
          <p:cNvGrpSpPr/>
          <p:nvPr/>
        </p:nvGrpSpPr>
        <p:grpSpPr>
          <a:xfrm>
            <a:off x="2470472" y="3051373"/>
            <a:ext cx="343364" cy="288032"/>
            <a:chOff x="4121461" y="1571586"/>
            <a:chExt cx="343364" cy="288032"/>
          </a:xfrm>
        </p:grpSpPr>
        <p:sp>
          <p:nvSpPr>
            <p:cNvPr id="107" name="타원 106"/>
            <p:cNvSpPr/>
            <p:nvPr/>
          </p:nvSpPr>
          <p:spPr>
            <a:xfrm>
              <a:off x="4158772" y="1571586"/>
              <a:ext cx="255464" cy="28803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4121461" y="1575209"/>
              <a:ext cx="34336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/>
                <a:t>TB</a:t>
              </a:r>
              <a:endParaRPr lang="ko-KR" altLang="en-US" sz="1000" b="1" dirty="0"/>
            </a:p>
          </p:txBody>
        </p:sp>
      </p:grpSp>
      <p:grpSp>
        <p:nvGrpSpPr>
          <p:cNvPr id="110" name="그룹 109"/>
          <p:cNvGrpSpPr/>
          <p:nvPr/>
        </p:nvGrpSpPr>
        <p:grpSpPr>
          <a:xfrm>
            <a:off x="4427068" y="5774435"/>
            <a:ext cx="359394" cy="288032"/>
            <a:chOff x="3244303" y="1323181"/>
            <a:chExt cx="359394" cy="288032"/>
          </a:xfrm>
        </p:grpSpPr>
        <p:sp>
          <p:nvSpPr>
            <p:cNvPr id="111" name="타원 110"/>
            <p:cNvSpPr/>
            <p:nvPr/>
          </p:nvSpPr>
          <p:spPr>
            <a:xfrm>
              <a:off x="3295371" y="1323181"/>
              <a:ext cx="255464" cy="288032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/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3244303" y="1328988"/>
              <a:ext cx="3593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CB</a:t>
              </a:r>
              <a:endParaRPr lang="ko-KR" altLang="en-US" sz="1000" dirty="0"/>
            </a:p>
          </p:txBody>
        </p:sp>
      </p:grpSp>
      <p:grpSp>
        <p:nvGrpSpPr>
          <p:cNvPr id="113" name="그룹 112"/>
          <p:cNvGrpSpPr/>
          <p:nvPr/>
        </p:nvGrpSpPr>
        <p:grpSpPr>
          <a:xfrm>
            <a:off x="2434468" y="5931693"/>
            <a:ext cx="343364" cy="288032"/>
            <a:chOff x="4121461" y="1571586"/>
            <a:chExt cx="343364" cy="288032"/>
          </a:xfrm>
        </p:grpSpPr>
        <p:sp>
          <p:nvSpPr>
            <p:cNvPr id="114" name="타원 113"/>
            <p:cNvSpPr/>
            <p:nvPr/>
          </p:nvSpPr>
          <p:spPr>
            <a:xfrm>
              <a:off x="4158772" y="1571586"/>
              <a:ext cx="255464" cy="28803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4121461" y="1575209"/>
              <a:ext cx="34336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/>
                <a:t>TB</a:t>
              </a:r>
              <a:endParaRPr lang="ko-KR" altLang="en-US" sz="1000" b="1" dirty="0"/>
            </a:p>
          </p:txBody>
        </p:sp>
      </p:grpSp>
      <p:grpSp>
        <p:nvGrpSpPr>
          <p:cNvPr id="116" name="그룹 115"/>
          <p:cNvGrpSpPr/>
          <p:nvPr/>
        </p:nvGrpSpPr>
        <p:grpSpPr>
          <a:xfrm>
            <a:off x="1614224" y="6327737"/>
            <a:ext cx="343364" cy="288032"/>
            <a:chOff x="4121461" y="1571586"/>
            <a:chExt cx="343364" cy="288032"/>
          </a:xfrm>
        </p:grpSpPr>
        <p:sp>
          <p:nvSpPr>
            <p:cNvPr id="117" name="타원 116"/>
            <p:cNvSpPr/>
            <p:nvPr/>
          </p:nvSpPr>
          <p:spPr>
            <a:xfrm>
              <a:off x="4158772" y="1571586"/>
              <a:ext cx="255464" cy="28803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4121461" y="1575209"/>
              <a:ext cx="34336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 dirty="0"/>
                <a:t>TB</a:t>
              </a:r>
              <a:endParaRPr lang="ko-KR" altLang="en-US" sz="1000" b="1" dirty="0"/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3499413" y="6327737"/>
            <a:ext cx="359394" cy="288032"/>
            <a:chOff x="3244303" y="1323181"/>
            <a:chExt cx="359394" cy="288032"/>
          </a:xfrm>
        </p:grpSpPr>
        <p:sp>
          <p:nvSpPr>
            <p:cNvPr id="120" name="타원 119"/>
            <p:cNvSpPr/>
            <p:nvPr/>
          </p:nvSpPr>
          <p:spPr>
            <a:xfrm>
              <a:off x="3295371" y="1323181"/>
              <a:ext cx="255464" cy="288032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/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3244303" y="1328988"/>
              <a:ext cx="3593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CB</a:t>
              </a:r>
              <a:endParaRPr lang="ko-KR" altLang="en-US" sz="1000" dirty="0"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1957588" y="6370861"/>
            <a:ext cx="11432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Tray Barcode</a:t>
            </a:r>
            <a:endParaRPr lang="ko-KR" altLang="en-US" sz="1200" b="1" dirty="0"/>
          </a:p>
        </p:txBody>
      </p:sp>
      <p:sp>
        <p:nvSpPr>
          <p:cNvPr id="122" name="TextBox 121"/>
          <p:cNvSpPr txBox="1"/>
          <p:nvPr/>
        </p:nvSpPr>
        <p:spPr>
          <a:xfrm>
            <a:off x="3927346" y="6374774"/>
            <a:ext cx="10935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Cell Barcode</a:t>
            </a:r>
            <a:endParaRPr lang="ko-KR" altLang="en-US" sz="1200" b="1" dirty="0"/>
          </a:p>
        </p:txBody>
      </p:sp>
      <p:cxnSp>
        <p:nvCxnSpPr>
          <p:cNvPr id="36" name="직선 화살표 연결선 35"/>
          <p:cNvCxnSpPr/>
          <p:nvPr/>
        </p:nvCxnSpPr>
        <p:spPr>
          <a:xfrm flipV="1">
            <a:off x="2686496" y="2642639"/>
            <a:ext cx="633706" cy="7981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/>
          <p:nvPr/>
        </p:nvCxnSpPr>
        <p:spPr>
          <a:xfrm>
            <a:off x="3692198" y="2642639"/>
            <a:ext cx="1441268" cy="9127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/>
          <p:nvPr/>
        </p:nvCxnSpPr>
        <p:spPr>
          <a:xfrm>
            <a:off x="5239728" y="3555429"/>
            <a:ext cx="201088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/>
          <p:nvPr/>
        </p:nvCxnSpPr>
        <p:spPr>
          <a:xfrm flipH="1">
            <a:off x="5616377" y="5103601"/>
            <a:ext cx="157061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/>
          <p:cNvCxnSpPr/>
          <p:nvPr/>
        </p:nvCxnSpPr>
        <p:spPr>
          <a:xfrm flipH="1">
            <a:off x="4796400" y="5291066"/>
            <a:ext cx="814805" cy="48917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/>
          <p:cNvCxnSpPr>
            <a:stCxn id="12" idx="1"/>
          </p:cNvCxnSpPr>
          <p:nvPr/>
        </p:nvCxnSpPr>
        <p:spPr>
          <a:xfrm flipH="1" flipV="1">
            <a:off x="2686496" y="5726707"/>
            <a:ext cx="591128" cy="2112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2" name="그룹 691"/>
          <p:cNvGrpSpPr>
            <a:grpSpLocks/>
          </p:cNvGrpSpPr>
          <p:nvPr/>
        </p:nvGrpSpPr>
        <p:grpSpPr bwMode="auto">
          <a:xfrm>
            <a:off x="3677761" y="927137"/>
            <a:ext cx="1523174" cy="1008112"/>
            <a:chOff x="7787925" y="5356225"/>
            <a:chExt cx="1470997" cy="968324"/>
          </a:xfrm>
        </p:grpSpPr>
        <p:grpSp>
          <p:nvGrpSpPr>
            <p:cNvPr id="173" name="Group 3727"/>
            <p:cNvGrpSpPr>
              <a:grpSpLocks noChangeAspect="1"/>
            </p:cNvGrpSpPr>
            <p:nvPr/>
          </p:nvGrpSpPr>
          <p:grpSpPr bwMode="auto">
            <a:xfrm>
              <a:off x="8116888" y="5356225"/>
              <a:ext cx="561975" cy="539750"/>
              <a:chOff x="5116" y="346"/>
              <a:chExt cx="379" cy="499"/>
            </a:xfrm>
          </p:grpSpPr>
          <p:sp>
            <p:nvSpPr>
              <p:cNvPr id="175" name="AutoShape 3728"/>
              <p:cNvSpPr>
                <a:spLocks noChangeAspect="1" noChangeArrowheads="1" noTextEdit="1"/>
              </p:cNvSpPr>
              <p:nvPr/>
            </p:nvSpPr>
            <p:spPr bwMode="auto">
              <a:xfrm>
                <a:off x="5116" y="346"/>
                <a:ext cx="379" cy="4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76" name="Freeform 3729"/>
              <p:cNvSpPr>
                <a:spLocks/>
              </p:cNvSpPr>
              <p:nvPr/>
            </p:nvSpPr>
            <p:spPr bwMode="auto">
              <a:xfrm>
                <a:off x="5152" y="630"/>
                <a:ext cx="244" cy="132"/>
              </a:xfrm>
              <a:custGeom>
                <a:avLst/>
                <a:gdLst>
                  <a:gd name="T0" fmla="*/ 0 w 976"/>
                  <a:gd name="T1" fmla="*/ 0 h 527"/>
                  <a:gd name="T2" fmla="*/ 0 w 976"/>
                  <a:gd name="T3" fmla="*/ 0 h 527"/>
                  <a:gd name="T4" fmla="*/ 0 w 976"/>
                  <a:gd name="T5" fmla="*/ 0 h 527"/>
                  <a:gd name="T6" fmla="*/ 0 w 976"/>
                  <a:gd name="T7" fmla="*/ 0 h 527"/>
                  <a:gd name="T8" fmla="*/ 0 w 976"/>
                  <a:gd name="T9" fmla="*/ 0 h 5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76"/>
                  <a:gd name="T16" fmla="*/ 0 h 527"/>
                  <a:gd name="T17" fmla="*/ 976 w 976"/>
                  <a:gd name="T18" fmla="*/ 527 h 5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76" h="527">
                    <a:moveTo>
                      <a:pt x="733" y="0"/>
                    </a:moveTo>
                    <a:lnTo>
                      <a:pt x="976" y="151"/>
                    </a:lnTo>
                    <a:lnTo>
                      <a:pt x="242" y="527"/>
                    </a:lnTo>
                    <a:lnTo>
                      <a:pt x="0" y="374"/>
                    </a:lnTo>
                    <a:lnTo>
                      <a:pt x="733" y="0"/>
                    </a:lnTo>
                    <a:close/>
                  </a:path>
                </a:pathLst>
              </a:custGeom>
              <a:solidFill>
                <a:srgbClr val="79797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77" name="Freeform 3730"/>
              <p:cNvSpPr>
                <a:spLocks/>
              </p:cNvSpPr>
              <p:nvPr/>
            </p:nvSpPr>
            <p:spPr bwMode="auto">
              <a:xfrm>
                <a:off x="5152" y="630"/>
                <a:ext cx="244" cy="132"/>
              </a:xfrm>
              <a:custGeom>
                <a:avLst/>
                <a:gdLst>
                  <a:gd name="T0" fmla="*/ 0 w 976"/>
                  <a:gd name="T1" fmla="*/ 0 h 527"/>
                  <a:gd name="T2" fmla="*/ 0 w 976"/>
                  <a:gd name="T3" fmla="*/ 0 h 527"/>
                  <a:gd name="T4" fmla="*/ 0 w 976"/>
                  <a:gd name="T5" fmla="*/ 0 h 527"/>
                  <a:gd name="T6" fmla="*/ 0 w 976"/>
                  <a:gd name="T7" fmla="*/ 0 h 527"/>
                  <a:gd name="T8" fmla="*/ 0 w 976"/>
                  <a:gd name="T9" fmla="*/ 0 h 5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76"/>
                  <a:gd name="T16" fmla="*/ 0 h 527"/>
                  <a:gd name="T17" fmla="*/ 976 w 976"/>
                  <a:gd name="T18" fmla="*/ 527 h 5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76" h="527">
                    <a:moveTo>
                      <a:pt x="733" y="0"/>
                    </a:moveTo>
                    <a:lnTo>
                      <a:pt x="976" y="151"/>
                    </a:lnTo>
                    <a:lnTo>
                      <a:pt x="242" y="527"/>
                    </a:lnTo>
                    <a:lnTo>
                      <a:pt x="0" y="374"/>
                    </a:lnTo>
                    <a:lnTo>
                      <a:pt x="733" y="0"/>
                    </a:lnTo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78" name="Freeform 3731"/>
              <p:cNvSpPr>
                <a:spLocks/>
              </p:cNvSpPr>
              <p:nvPr/>
            </p:nvSpPr>
            <p:spPr bwMode="auto">
              <a:xfrm>
                <a:off x="5219" y="694"/>
                <a:ext cx="21" cy="31"/>
              </a:xfrm>
              <a:custGeom>
                <a:avLst/>
                <a:gdLst>
                  <a:gd name="T0" fmla="*/ 0 w 86"/>
                  <a:gd name="T1" fmla="*/ 0 h 125"/>
                  <a:gd name="T2" fmla="*/ 0 w 86"/>
                  <a:gd name="T3" fmla="*/ 0 h 125"/>
                  <a:gd name="T4" fmla="*/ 0 w 86"/>
                  <a:gd name="T5" fmla="*/ 0 h 125"/>
                  <a:gd name="T6" fmla="*/ 0 w 86"/>
                  <a:gd name="T7" fmla="*/ 0 h 125"/>
                  <a:gd name="T8" fmla="*/ 0 w 86"/>
                  <a:gd name="T9" fmla="*/ 0 h 1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"/>
                  <a:gd name="T16" fmla="*/ 0 h 125"/>
                  <a:gd name="T17" fmla="*/ 86 w 86"/>
                  <a:gd name="T18" fmla="*/ 125 h 1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" h="125">
                    <a:moveTo>
                      <a:pt x="0" y="70"/>
                    </a:moveTo>
                    <a:lnTo>
                      <a:pt x="86" y="125"/>
                    </a:lnTo>
                    <a:lnTo>
                      <a:pt x="86" y="55"/>
                    </a:lnTo>
                    <a:lnTo>
                      <a:pt x="0" y="0"/>
                    </a:lnTo>
                    <a:lnTo>
                      <a:pt x="0" y="70"/>
                    </a:lnTo>
                    <a:close/>
                  </a:path>
                </a:pathLst>
              </a:custGeom>
              <a:solidFill>
                <a:srgbClr val="79797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79" name="Freeform 3732"/>
              <p:cNvSpPr>
                <a:spLocks/>
              </p:cNvSpPr>
              <p:nvPr/>
            </p:nvSpPr>
            <p:spPr bwMode="auto">
              <a:xfrm>
                <a:off x="5219" y="694"/>
                <a:ext cx="21" cy="31"/>
              </a:xfrm>
              <a:custGeom>
                <a:avLst/>
                <a:gdLst>
                  <a:gd name="T0" fmla="*/ 0 w 86"/>
                  <a:gd name="T1" fmla="*/ 0 h 125"/>
                  <a:gd name="T2" fmla="*/ 0 w 86"/>
                  <a:gd name="T3" fmla="*/ 0 h 125"/>
                  <a:gd name="T4" fmla="*/ 0 w 86"/>
                  <a:gd name="T5" fmla="*/ 0 h 125"/>
                  <a:gd name="T6" fmla="*/ 0 w 86"/>
                  <a:gd name="T7" fmla="*/ 0 h 125"/>
                  <a:gd name="T8" fmla="*/ 0 w 86"/>
                  <a:gd name="T9" fmla="*/ 0 h 1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"/>
                  <a:gd name="T16" fmla="*/ 0 h 125"/>
                  <a:gd name="T17" fmla="*/ 86 w 86"/>
                  <a:gd name="T18" fmla="*/ 125 h 1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" h="125">
                    <a:moveTo>
                      <a:pt x="0" y="70"/>
                    </a:moveTo>
                    <a:lnTo>
                      <a:pt x="86" y="125"/>
                    </a:lnTo>
                    <a:lnTo>
                      <a:pt x="86" y="55"/>
                    </a:lnTo>
                    <a:lnTo>
                      <a:pt x="0" y="0"/>
                    </a:lnTo>
                    <a:lnTo>
                      <a:pt x="0" y="70"/>
                    </a:lnTo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80" name="Freeform 3733"/>
              <p:cNvSpPr>
                <a:spLocks/>
              </p:cNvSpPr>
              <p:nvPr/>
            </p:nvSpPr>
            <p:spPr bwMode="auto">
              <a:xfrm>
                <a:off x="5219" y="649"/>
                <a:ext cx="109" cy="58"/>
              </a:xfrm>
              <a:custGeom>
                <a:avLst/>
                <a:gdLst>
                  <a:gd name="T0" fmla="*/ 0 w 438"/>
                  <a:gd name="T1" fmla="*/ 0 h 235"/>
                  <a:gd name="T2" fmla="*/ 0 w 438"/>
                  <a:gd name="T3" fmla="*/ 0 h 235"/>
                  <a:gd name="T4" fmla="*/ 0 w 438"/>
                  <a:gd name="T5" fmla="*/ 0 h 235"/>
                  <a:gd name="T6" fmla="*/ 0 w 438"/>
                  <a:gd name="T7" fmla="*/ 0 h 235"/>
                  <a:gd name="T8" fmla="*/ 0 w 438"/>
                  <a:gd name="T9" fmla="*/ 0 h 2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8"/>
                  <a:gd name="T16" fmla="*/ 0 h 235"/>
                  <a:gd name="T17" fmla="*/ 438 w 438"/>
                  <a:gd name="T18" fmla="*/ 235 h 2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8" h="235">
                    <a:moveTo>
                      <a:pt x="438" y="54"/>
                    </a:moveTo>
                    <a:lnTo>
                      <a:pt x="352" y="0"/>
                    </a:lnTo>
                    <a:lnTo>
                      <a:pt x="0" y="180"/>
                    </a:lnTo>
                    <a:lnTo>
                      <a:pt x="86" y="235"/>
                    </a:lnTo>
                    <a:lnTo>
                      <a:pt x="438" y="54"/>
                    </a:lnTo>
                    <a:close/>
                  </a:path>
                </a:pathLst>
              </a:custGeom>
              <a:solidFill>
                <a:srgbClr val="79797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81" name="Freeform 3734"/>
              <p:cNvSpPr>
                <a:spLocks/>
              </p:cNvSpPr>
              <p:nvPr/>
            </p:nvSpPr>
            <p:spPr bwMode="auto">
              <a:xfrm>
                <a:off x="5219" y="649"/>
                <a:ext cx="109" cy="58"/>
              </a:xfrm>
              <a:custGeom>
                <a:avLst/>
                <a:gdLst>
                  <a:gd name="T0" fmla="*/ 0 w 438"/>
                  <a:gd name="T1" fmla="*/ 0 h 235"/>
                  <a:gd name="T2" fmla="*/ 0 w 438"/>
                  <a:gd name="T3" fmla="*/ 0 h 235"/>
                  <a:gd name="T4" fmla="*/ 0 w 438"/>
                  <a:gd name="T5" fmla="*/ 0 h 235"/>
                  <a:gd name="T6" fmla="*/ 0 w 438"/>
                  <a:gd name="T7" fmla="*/ 0 h 235"/>
                  <a:gd name="T8" fmla="*/ 0 w 438"/>
                  <a:gd name="T9" fmla="*/ 0 h 2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8"/>
                  <a:gd name="T16" fmla="*/ 0 h 235"/>
                  <a:gd name="T17" fmla="*/ 438 w 438"/>
                  <a:gd name="T18" fmla="*/ 235 h 2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8" h="235">
                    <a:moveTo>
                      <a:pt x="438" y="54"/>
                    </a:moveTo>
                    <a:lnTo>
                      <a:pt x="352" y="0"/>
                    </a:lnTo>
                    <a:lnTo>
                      <a:pt x="0" y="180"/>
                    </a:lnTo>
                    <a:lnTo>
                      <a:pt x="86" y="235"/>
                    </a:lnTo>
                    <a:lnTo>
                      <a:pt x="438" y="54"/>
                    </a:lnTo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82" name="Freeform 3735"/>
              <p:cNvSpPr>
                <a:spLocks/>
              </p:cNvSpPr>
              <p:nvPr/>
            </p:nvSpPr>
            <p:spPr bwMode="auto">
              <a:xfrm>
                <a:off x="5152" y="723"/>
                <a:ext cx="61" cy="52"/>
              </a:xfrm>
              <a:custGeom>
                <a:avLst/>
                <a:gdLst>
                  <a:gd name="T0" fmla="*/ 0 w 243"/>
                  <a:gd name="T1" fmla="*/ 0 h 207"/>
                  <a:gd name="T2" fmla="*/ 0 w 243"/>
                  <a:gd name="T3" fmla="*/ 0 h 207"/>
                  <a:gd name="T4" fmla="*/ 0 w 243"/>
                  <a:gd name="T5" fmla="*/ 0 h 207"/>
                  <a:gd name="T6" fmla="*/ 0 w 243"/>
                  <a:gd name="T7" fmla="*/ 0 h 207"/>
                  <a:gd name="T8" fmla="*/ 0 w 243"/>
                  <a:gd name="T9" fmla="*/ 0 h 20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3"/>
                  <a:gd name="T16" fmla="*/ 0 h 207"/>
                  <a:gd name="T17" fmla="*/ 243 w 243"/>
                  <a:gd name="T18" fmla="*/ 207 h 20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3" h="207">
                    <a:moveTo>
                      <a:pt x="0" y="0"/>
                    </a:moveTo>
                    <a:lnTo>
                      <a:pt x="0" y="53"/>
                    </a:lnTo>
                    <a:lnTo>
                      <a:pt x="243" y="207"/>
                    </a:lnTo>
                    <a:lnTo>
                      <a:pt x="243" y="1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797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83" name="Freeform 3736"/>
              <p:cNvSpPr>
                <a:spLocks/>
              </p:cNvSpPr>
              <p:nvPr/>
            </p:nvSpPr>
            <p:spPr bwMode="auto">
              <a:xfrm>
                <a:off x="5117" y="478"/>
                <a:ext cx="29" cy="270"/>
              </a:xfrm>
              <a:custGeom>
                <a:avLst/>
                <a:gdLst>
                  <a:gd name="T0" fmla="*/ 0 w 115"/>
                  <a:gd name="T1" fmla="*/ 0 h 1079"/>
                  <a:gd name="T2" fmla="*/ 0 w 115"/>
                  <a:gd name="T3" fmla="*/ 0 h 1079"/>
                  <a:gd name="T4" fmla="*/ 0 w 115"/>
                  <a:gd name="T5" fmla="*/ 0 h 1079"/>
                  <a:gd name="T6" fmla="*/ 0 w 115"/>
                  <a:gd name="T7" fmla="*/ 0 h 1079"/>
                  <a:gd name="T8" fmla="*/ 0 w 115"/>
                  <a:gd name="T9" fmla="*/ 0 h 107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5"/>
                  <a:gd name="T16" fmla="*/ 0 h 1079"/>
                  <a:gd name="T17" fmla="*/ 115 w 115"/>
                  <a:gd name="T18" fmla="*/ 1079 h 107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5" h="1079">
                    <a:moveTo>
                      <a:pt x="115" y="1079"/>
                    </a:moveTo>
                    <a:lnTo>
                      <a:pt x="2" y="1004"/>
                    </a:lnTo>
                    <a:lnTo>
                      <a:pt x="0" y="0"/>
                    </a:lnTo>
                    <a:lnTo>
                      <a:pt x="112" y="76"/>
                    </a:lnTo>
                    <a:lnTo>
                      <a:pt x="115" y="1079"/>
                    </a:lnTo>
                    <a:close/>
                  </a:path>
                </a:pathLst>
              </a:custGeom>
              <a:solidFill>
                <a:srgbClr val="79797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84" name="Freeform 3737"/>
              <p:cNvSpPr>
                <a:spLocks/>
              </p:cNvSpPr>
              <p:nvPr/>
            </p:nvSpPr>
            <p:spPr bwMode="auto">
              <a:xfrm>
                <a:off x="5144" y="365"/>
                <a:ext cx="261" cy="384"/>
              </a:xfrm>
              <a:custGeom>
                <a:avLst/>
                <a:gdLst>
                  <a:gd name="T0" fmla="*/ 0 w 1042"/>
                  <a:gd name="T1" fmla="*/ 0 h 1537"/>
                  <a:gd name="T2" fmla="*/ 0 w 1042"/>
                  <a:gd name="T3" fmla="*/ 0 h 1537"/>
                  <a:gd name="T4" fmla="*/ 0 w 1042"/>
                  <a:gd name="T5" fmla="*/ 0 h 1537"/>
                  <a:gd name="T6" fmla="*/ 0 w 1042"/>
                  <a:gd name="T7" fmla="*/ 0 h 1537"/>
                  <a:gd name="T8" fmla="*/ 0 w 1042"/>
                  <a:gd name="T9" fmla="*/ 0 h 15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42"/>
                  <a:gd name="T16" fmla="*/ 0 h 1537"/>
                  <a:gd name="T17" fmla="*/ 1042 w 1042"/>
                  <a:gd name="T18" fmla="*/ 1537 h 153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42" h="1537">
                    <a:moveTo>
                      <a:pt x="0" y="531"/>
                    </a:moveTo>
                    <a:lnTo>
                      <a:pt x="1039" y="0"/>
                    </a:lnTo>
                    <a:lnTo>
                      <a:pt x="1042" y="1007"/>
                    </a:lnTo>
                    <a:lnTo>
                      <a:pt x="2" y="1537"/>
                    </a:lnTo>
                    <a:lnTo>
                      <a:pt x="0" y="531"/>
                    </a:lnTo>
                    <a:close/>
                  </a:path>
                </a:pathLst>
              </a:custGeom>
              <a:solidFill>
                <a:srgbClr val="79797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85" name="Freeform 3738"/>
              <p:cNvSpPr>
                <a:spLocks/>
              </p:cNvSpPr>
              <p:nvPr/>
            </p:nvSpPr>
            <p:spPr bwMode="auto">
              <a:xfrm>
                <a:off x="5144" y="365"/>
                <a:ext cx="261" cy="384"/>
              </a:xfrm>
              <a:custGeom>
                <a:avLst/>
                <a:gdLst>
                  <a:gd name="T0" fmla="*/ 0 w 1042"/>
                  <a:gd name="T1" fmla="*/ 0 h 1537"/>
                  <a:gd name="T2" fmla="*/ 0 w 1042"/>
                  <a:gd name="T3" fmla="*/ 0 h 1537"/>
                  <a:gd name="T4" fmla="*/ 0 w 1042"/>
                  <a:gd name="T5" fmla="*/ 0 h 1537"/>
                  <a:gd name="T6" fmla="*/ 0 w 1042"/>
                  <a:gd name="T7" fmla="*/ 0 h 1537"/>
                  <a:gd name="T8" fmla="*/ 0 w 1042"/>
                  <a:gd name="T9" fmla="*/ 0 h 15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42"/>
                  <a:gd name="T16" fmla="*/ 0 h 1537"/>
                  <a:gd name="T17" fmla="*/ 1042 w 1042"/>
                  <a:gd name="T18" fmla="*/ 1537 h 153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42" h="1537">
                    <a:moveTo>
                      <a:pt x="0" y="531"/>
                    </a:moveTo>
                    <a:lnTo>
                      <a:pt x="1039" y="0"/>
                    </a:lnTo>
                    <a:lnTo>
                      <a:pt x="1042" y="1007"/>
                    </a:lnTo>
                    <a:lnTo>
                      <a:pt x="2" y="1537"/>
                    </a:lnTo>
                    <a:lnTo>
                      <a:pt x="0" y="531"/>
                    </a:lnTo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86" name="Freeform 3739"/>
              <p:cNvSpPr>
                <a:spLocks/>
              </p:cNvSpPr>
              <p:nvPr/>
            </p:nvSpPr>
            <p:spPr bwMode="auto">
              <a:xfrm>
                <a:off x="5116" y="346"/>
                <a:ext cx="288" cy="152"/>
              </a:xfrm>
              <a:custGeom>
                <a:avLst/>
                <a:gdLst>
                  <a:gd name="T0" fmla="*/ 0 w 1153"/>
                  <a:gd name="T1" fmla="*/ 0 h 607"/>
                  <a:gd name="T2" fmla="*/ 0 w 1153"/>
                  <a:gd name="T3" fmla="*/ 0 h 607"/>
                  <a:gd name="T4" fmla="*/ 0 w 1153"/>
                  <a:gd name="T5" fmla="*/ 0 h 607"/>
                  <a:gd name="T6" fmla="*/ 0 w 1153"/>
                  <a:gd name="T7" fmla="*/ 0 h 607"/>
                  <a:gd name="T8" fmla="*/ 0 w 1153"/>
                  <a:gd name="T9" fmla="*/ 0 h 60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53"/>
                  <a:gd name="T16" fmla="*/ 0 h 607"/>
                  <a:gd name="T17" fmla="*/ 1153 w 1153"/>
                  <a:gd name="T18" fmla="*/ 607 h 60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53" h="607">
                    <a:moveTo>
                      <a:pt x="0" y="531"/>
                    </a:moveTo>
                    <a:lnTo>
                      <a:pt x="1040" y="0"/>
                    </a:lnTo>
                    <a:lnTo>
                      <a:pt x="1153" y="76"/>
                    </a:lnTo>
                    <a:lnTo>
                      <a:pt x="114" y="607"/>
                    </a:lnTo>
                    <a:lnTo>
                      <a:pt x="0" y="531"/>
                    </a:lnTo>
                    <a:close/>
                  </a:path>
                </a:pathLst>
              </a:custGeom>
              <a:solidFill>
                <a:srgbClr val="79797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87" name="Freeform 3740"/>
              <p:cNvSpPr>
                <a:spLocks/>
              </p:cNvSpPr>
              <p:nvPr/>
            </p:nvSpPr>
            <p:spPr bwMode="auto">
              <a:xfrm>
                <a:off x="5172" y="403"/>
                <a:ext cx="223" cy="229"/>
              </a:xfrm>
              <a:custGeom>
                <a:avLst/>
                <a:gdLst>
                  <a:gd name="T0" fmla="*/ 0 w 890"/>
                  <a:gd name="T1" fmla="*/ 0 h 918"/>
                  <a:gd name="T2" fmla="*/ 0 w 890"/>
                  <a:gd name="T3" fmla="*/ 0 h 918"/>
                  <a:gd name="T4" fmla="*/ 0 w 890"/>
                  <a:gd name="T5" fmla="*/ 0 h 918"/>
                  <a:gd name="T6" fmla="*/ 0 w 890"/>
                  <a:gd name="T7" fmla="*/ 0 h 918"/>
                  <a:gd name="T8" fmla="*/ 0 w 890"/>
                  <a:gd name="T9" fmla="*/ 0 h 918"/>
                  <a:gd name="T10" fmla="*/ 0 w 890"/>
                  <a:gd name="T11" fmla="*/ 0 h 918"/>
                  <a:gd name="T12" fmla="*/ 0 w 890"/>
                  <a:gd name="T13" fmla="*/ 0 h 918"/>
                  <a:gd name="T14" fmla="*/ 0 w 890"/>
                  <a:gd name="T15" fmla="*/ 0 h 918"/>
                  <a:gd name="T16" fmla="*/ 0 w 890"/>
                  <a:gd name="T17" fmla="*/ 0 h 918"/>
                  <a:gd name="T18" fmla="*/ 0 w 890"/>
                  <a:gd name="T19" fmla="*/ 0 h 918"/>
                  <a:gd name="T20" fmla="*/ 0 w 890"/>
                  <a:gd name="T21" fmla="*/ 0 h 918"/>
                  <a:gd name="T22" fmla="*/ 0 w 890"/>
                  <a:gd name="T23" fmla="*/ 0 h 918"/>
                  <a:gd name="T24" fmla="*/ 0 w 890"/>
                  <a:gd name="T25" fmla="*/ 0 h 918"/>
                  <a:gd name="T26" fmla="*/ 0 w 890"/>
                  <a:gd name="T27" fmla="*/ 0 h 918"/>
                  <a:gd name="T28" fmla="*/ 0 w 890"/>
                  <a:gd name="T29" fmla="*/ 0 h 918"/>
                  <a:gd name="T30" fmla="*/ 0 w 890"/>
                  <a:gd name="T31" fmla="*/ 0 h 918"/>
                  <a:gd name="T32" fmla="*/ 0 w 890"/>
                  <a:gd name="T33" fmla="*/ 0 h 918"/>
                  <a:gd name="T34" fmla="*/ 0 w 890"/>
                  <a:gd name="T35" fmla="*/ 0 h 918"/>
                  <a:gd name="T36" fmla="*/ 0 w 890"/>
                  <a:gd name="T37" fmla="*/ 0 h 918"/>
                  <a:gd name="T38" fmla="*/ 0 w 890"/>
                  <a:gd name="T39" fmla="*/ 0 h 918"/>
                  <a:gd name="T40" fmla="*/ 0 w 890"/>
                  <a:gd name="T41" fmla="*/ 0 h 918"/>
                  <a:gd name="T42" fmla="*/ 0 w 890"/>
                  <a:gd name="T43" fmla="*/ 0 h 918"/>
                  <a:gd name="T44" fmla="*/ 0 w 890"/>
                  <a:gd name="T45" fmla="*/ 0 h 918"/>
                  <a:gd name="T46" fmla="*/ 0 w 890"/>
                  <a:gd name="T47" fmla="*/ 0 h 918"/>
                  <a:gd name="T48" fmla="*/ 0 w 890"/>
                  <a:gd name="T49" fmla="*/ 0 h 918"/>
                  <a:gd name="T50" fmla="*/ 0 w 890"/>
                  <a:gd name="T51" fmla="*/ 0 h 918"/>
                  <a:gd name="T52" fmla="*/ 0 w 890"/>
                  <a:gd name="T53" fmla="*/ 0 h 918"/>
                  <a:gd name="T54" fmla="*/ 0 w 890"/>
                  <a:gd name="T55" fmla="*/ 0 h 918"/>
                  <a:gd name="T56" fmla="*/ 0 w 890"/>
                  <a:gd name="T57" fmla="*/ 0 h 918"/>
                  <a:gd name="T58" fmla="*/ 0 w 890"/>
                  <a:gd name="T59" fmla="*/ 0 h 918"/>
                  <a:gd name="T60" fmla="*/ 0 w 890"/>
                  <a:gd name="T61" fmla="*/ 0 h 918"/>
                  <a:gd name="T62" fmla="*/ 0 w 890"/>
                  <a:gd name="T63" fmla="*/ 0 h 918"/>
                  <a:gd name="T64" fmla="*/ 0 w 890"/>
                  <a:gd name="T65" fmla="*/ 0 h 918"/>
                  <a:gd name="T66" fmla="*/ 0 w 890"/>
                  <a:gd name="T67" fmla="*/ 0 h 918"/>
                  <a:gd name="T68" fmla="*/ 0 w 890"/>
                  <a:gd name="T69" fmla="*/ 0 h 918"/>
                  <a:gd name="T70" fmla="*/ 0 w 890"/>
                  <a:gd name="T71" fmla="*/ 0 h 918"/>
                  <a:gd name="T72" fmla="*/ 0 w 890"/>
                  <a:gd name="T73" fmla="*/ 0 h 918"/>
                  <a:gd name="T74" fmla="*/ 0 w 890"/>
                  <a:gd name="T75" fmla="*/ 0 h 918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890"/>
                  <a:gd name="T115" fmla="*/ 0 h 918"/>
                  <a:gd name="T116" fmla="*/ 890 w 890"/>
                  <a:gd name="T117" fmla="*/ 918 h 918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890" h="918">
                    <a:moveTo>
                      <a:pt x="890" y="437"/>
                    </a:moveTo>
                    <a:lnTo>
                      <a:pt x="889" y="0"/>
                    </a:lnTo>
                    <a:lnTo>
                      <a:pt x="0" y="454"/>
                    </a:lnTo>
                    <a:lnTo>
                      <a:pt x="1" y="918"/>
                    </a:lnTo>
                    <a:lnTo>
                      <a:pt x="27" y="881"/>
                    </a:lnTo>
                    <a:lnTo>
                      <a:pt x="60" y="838"/>
                    </a:lnTo>
                    <a:lnTo>
                      <a:pt x="98" y="791"/>
                    </a:lnTo>
                    <a:lnTo>
                      <a:pt x="140" y="741"/>
                    </a:lnTo>
                    <a:lnTo>
                      <a:pt x="187" y="689"/>
                    </a:lnTo>
                    <a:lnTo>
                      <a:pt x="212" y="663"/>
                    </a:lnTo>
                    <a:lnTo>
                      <a:pt x="238" y="638"/>
                    </a:lnTo>
                    <a:lnTo>
                      <a:pt x="266" y="613"/>
                    </a:lnTo>
                    <a:lnTo>
                      <a:pt x="293" y="588"/>
                    </a:lnTo>
                    <a:lnTo>
                      <a:pt x="322" y="564"/>
                    </a:lnTo>
                    <a:lnTo>
                      <a:pt x="352" y="541"/>
                    </a:lnTo>
                    <a:lnTo>
                      <a:pt x="382" y="518"/>
                    </a:lnTo>
                    <a:lnTo>
                      <a:pt x="413" y="498"/>
                    </a:lnTo>
                    <a:lnTo>
                      <a:pt x="445" y="479"/>
                    </a:lnTo>
                    <a:lnTo>
                      <a:pt x="477" y="461"/>
                    </a:lnTo>
                    <a:lnTo>
                      <a:pt x="509" y="444"/>
                    </a:lnTo>
                    <a:lnTo>
                      <a:pt x="542" y="430"/>
                    </a:lnTo>
                    <a:lnTo>
                      <a:pt x="576" y="418"/>
                    </a:lnTo>
                    <a:lnTo>
                      <a:pt x="609" y="409"/>
                    </a:lnTo>
                    <a:lnTo>
                      <a:pt x="644" y="402"/>
                    </a:lnTo>
                    <a:lnTo>
                      <a:pt x="678" y="398"/>
                    </a:lnTo>
                    <a:lnTo>
                      <a:pt x="696" y="397"/>
                    </a:lnTo>
                    <a:lnTo>
                      <a:pt x="714" y="396"/>
                    </a:lnTo>
                    <a:lnTo>
                      <a:pt x="731" y="397"/>
                    </a:lnTo>
                    <a:lnTo>
                      <a:pt x="749" y="397"/>
                    </a:lnTo>
                    <a:lnTo>
                      <a:pt x="766" y="399"/>
                    </a:lnTo>
                    <a:lnTo>
                      <a:pt x="784" y="402"/>
                    </a:lnTo>
                    <a:lnTo>
                      <a:pt x="801" y="405"/>
                    </a:lnTo>
                    <a:lnTo>
                      <a:pt x="819" y="410"/>
                    </a:lnTo>
                    <a:lnTo>
                      <a:pt x="837" y="416"/>
                    </a:lnTo>
                    <a:lnTo>
                      <a:pt x="855" y="422"/>
                    </a:lnTo>
                    <a:lnTo>
                      <a:pt x="872" y="429"/>
                    </a:lnTo>
                    <a:lnTo>
                      <a:pt x="890" y="437"/>
                    </a:lnTo>
                    <a:close/>
                  </a:path>
                </a:pathLst>
              </a:custGeom>
              <a:solidFill>
                <a:srgbClr val="79797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88" name="Freeform 3741"/>
              <p:cNvSpPr>
                <a:spLocks/>
              </p:cNvSpPr>
              <p:nvPr/>
            </p:nvSpPr>
            <p:spPr bwMode="auto">
              <a:xfrm>
                <a:off x="5172" y="403"/>
                <a:ext cx="223" cy="229"/>
              </a:xfrm>
              <a:custGeom>
                <a:avLst/>
                <a:gdLst>
                  <a:gd name="T0" fmla="*/ 0 w 890"/>
                  <a:gd name="T1" fmla="*/ 0 h 918"/>
                  <a:gd name="T2" fmla="*/ 0 w 890"/>
                  <a:gd name="T3" fmla="*/ 0 h 918"/>
                  <a:gd name="T4" fmla="*/ 0 w 890"/>
                  <a:gd name="T5" fmla="*/ 0 h 918"/>
                  <a:gd name="T6" fmla="*/ 0 w 890"/>
                  <a:gd name="T7" fmla="*/ 0 h 918"/>
                  <a:gd name="T8" fmla="*/ 0 w 890"/>
                  <a:gd name="T9" fmla="*/ 0 h 918"/>
                  <a:gd name="T10" fmla="*/ 0 w 890"/>
                  <a:gd name="T11" fmla="*/ 0 h 918"/>
                  <a:gd name="T12" fmla="*/ 0 w 890"/>
                  <a:gd name="T13" fmla="*/ 0 h 918"/>
                  <a:gd name="T14" fmla="*/ 0 w 890"/>
                  <a:gd name="T15" fmla="*/ 0 h 918"/>
                  <a:gd name="T16" fmla="*/ 0 w 890"/>
                  <a:gd name="T17" fmla="*/ 0 h 918"/>
                  <a:gd name="T18" fmla="*/ 0 w 890"/>
                  <a:gd name="T19" fmla="*/ 0 h 918"/>
                  <a:gd name="T20" fmla="*/ 0 w 890"/>
                  <a:gd name="T21" fmla="*/ 0 h 918"/>
                  <a:gd name="T22" fmla="*/ 0 w 890"/>
                  <a:gd name="T23" fmla="*/ 0 h 918"/>
                  <a:gd name="T24" fmla="*/ 0 w 890"/>
                  <a:gd name="T25" fmla="*/ 0 h 918"/>
                  <a:gd name="T26" fmla="*/ 0 w 890"/>
                  <a:gd name="T27" fmla="*/ 0 h 918"/>
                  <a:gd name="T28" fmla="*/ 0 w 890"/>
                  <a:gd name="T29" fmla="*/ 0 h 918"/>
                  <a:gd name="T30" fmla="*/ 0 w 890"/>
                  <a:gd name="T31" fmla="*/ 0 h 918"/>
                  <a:gd name="T32" fmla="*/ 0 w 890"/>
                  <a:gd name="T33" fmla="*/ 0 h 918"/>
                  <a:gd name="T34" fmla="*/ 0 w 890"/>
                  <a:gd name="T35" fmla="*/ 0 h 918"/>
                  <a:gd name="T36" fmla="*/ 0 w 890"/>
                  <a:gd name="T37" fmla="*/ 0 h 918"/>
                  <a:gd name="T38" fmla="*/ 0 w 890"/>
                  <a:gd name="T39" fmla="*/ 0 h 918"/>
                  <a:gd name="T40" fmla="*/ 0 w 890"/>
                  <a:gd name="T41" fmla="*/ 0 h 918"/>
                  <a:gd name="T42" fmla="*/ 0 w 890"/>
                  <a:gd name="T43" fmla="*/ 0 h 918"/>
                  <a:gd name="T44" fmla="*/ 0 w 890"/>
                  <a:gd name="T45" fmla="*/ 0 h 918"/>
                  <a:gd name="T46" fmla="*/ 0 w 890"/>
                  <a:gd name="T47" fmla="*/ 0 h 918"/>
                  <a:gd name="T48" fmla="*/ 0 w 890"/>
                  <a:gd name="T49" fmla="*/ 0 h 918"/>
                  <a:gd name="T50" fmla="*/ 0 w 890"/>
                  <a:gd name="T51" fmla="*/ 0 h 918"/>
                  <a:gd name="T52" fmla="*/ 0 w 890"/>
                  <a:gd name="T53" fmla="*/ 0 h 918"/>
                  <a:gd name="T54" fmla="*/ 0 w 890"/>
                  <a:gd name="T55" fmla="*/ 0 h 918"/>
                  <a:gd name="T56" fmla="*/ 0 w 890"/>
                  <a:gd name="T57" fmla="*/ 0 h 918"/>
                  <a:gd name="T58" fmla="*/ 0 w 890"/>
                  <a:gd name="T59" fmla="*/ 0 h 918"/>
                  <a:gd name="T60" fmla="*/ 0 w 890"/>
                  <a:gd name="T61" fmla="*/ 0 h 918"/>
                  <a:gd name="T62" fmla="*/ 0 w 890"/>
                  <a:gd name="T63" fmla="*/ 0 h 918"/>
                  <a:gd name="T64" fmla="*/ 0 w 890"/>
                  <a:gd name="T65" fmla="*/ 0 h 918"/>
                  <a:gd name="T66" fmla="*/ 0 w 890"/>
                  <a:gd name="T67" fmla="*/ 0 h 918"/>
                  <a:gd name="T68" fmla="*/ 0 w 890"/>
                  <a:gd name="T69" fmla="*/ 0 h 918"/>
                  <a:gd name="T70" fmla="*/ 0 w 890"/>
                  <a:gd name="T71" fmla="*/ 0 h 918"/>
                  <a:gd name="T72" fmla="*/ 0 w 890"/>
                  <a:gd name="T73" fmla="*/ 0 h 918"/>
                  <a:gd name="T74" fmla="*/ 0 w 890"/>
                  <a:gd name="T75" fmla="*/ 0 h 918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890"/>
                  <a:gd name="T115" fmla="*/ 0 h 918"/>
                  <a:gd name="T116" fmla="*/ 890 w 890"/>
                  <a:gd name="T117" fmla="*/ 918 h 918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890" h="918">
                    <a:moveTo>
                      <a:pt x="890" y="437"/>
                    </a:moveTo>
                    <a:lnTo>
                      <a:pt x="889" y="0"/>
                    </a:lnTo>
                    <a:lnTo>
                      <a:pt x="0" y="454"/>
                    </a:lnTo>
                    <a:lnTo>
                      <a:pt x="1" y="918"/>
                    </a:lnTo>
                    <a:lnTo>
                      <a:pt x="27" y="881"/>
                    </a:lnTo>
                    <a:lnTo>
                      <a:pt x="60" y="838"/>
                    </a:lnTo>
                    <a:lnTo>
                      <a:pt x="98" y="791"/>
                    </a:lnTo>
                    <a:lnTo>
                      <a:pt x="140" y="741"/>
                    </a:lnTo>
                    <a:lnTo>
                      <a:pt x="187" y="689"/>
                    </a:lnTo>
                    <a:lnTo>
                      <a:pt x="212" y="663"/>
                    </a:lnTo>
                    <a:lnTo>
                      <a:pt x="238" y="638"/>
                    </a:lnTo>
                    <a:lnTo>
                      <a:pt x="266" y="613"/>
                    </a:lnTo>
                    <a:lnTo>
                      <a:pt x="293" y="588"/>
                    </a:lnTo>
                    <a:lnTo>
                      <a:pt x="322" y="564"/>
                    </a:lnTo>
                    <a:lnTo>
                      <a:pt x="352" y="541"/>
                    </a:lnTo>
                    <a:lnTo>
                      <a:pt x="382" y="518"/>
                    </a:lnTo>
                    <a:lnTo>
                      <a:pt x="413" y="498"/>
                    </a:lnTo>
                    <a:lnTo>
                      <a:pt x="445" y="479"/>
                    </a:lnTo>
                    <a:lnTo>
                      <a:pt x="477" y="461"/>
                    </a:lnTo>
                    <a:lnTo>
                      <a:pt x="509" y="444"/>
                    </a:lnTo>
                    <a:lnTo>
                      <a:pt x="542" y="430"/>
                    </a:lnTo>
                    <a:lnTo>
                      <a:pt x="576" y="418"/>
                    </a:lnTo>
                    <a:lnTo>
                      <a:pt x="609" y="409"/>
                    </a:lnTo>
                    <a:lnTo>
                      <a:pt x="644" y="402"/>
                    </a:lnTo>
                    <a:lnTo>
                      <a:pt x="678" y="398"/>
                    </a:lnTo>
                    <a:lnTo>
                      <a:pt x="696" y="397"/>
                    </a:lnTo>
                    <a:lnTo>
                      <a:pt x="714" y="396"/>
                    </a:lnTo>
                    <a:lnTo>
                      <a:pt x="731" y="397"/>
                    </a:lnTo>
                    <a:lnTo>
                      <a:pt x="749" y="397"/>
                    </a:lnTo>
                    <a:lnTo>
                      <a:pt x="766" y="399"/>
                    </a:lnTo>
                    <a:lnTo>
                      <a:pt x="784" y="402"/>
                    </a:lnTo>
                    <a:lnTo>
                      <a:pt x="801" y="405"/>
                    </a:lnTo>
                    <a:lnTo>
                      <a:pt x="819" y="410"/>
                    </a:lnTo>
                    <a:lnTo>
                      <a:pt x="837" y="416"/>
                    </a:lnTo>
                    <a:lnTo>
                      <a:pt x="855" y="422"/>
                    </a:lnTo>
                    <a:lnTo>
                      <a:pt x="872" y="429"/>
                    </a:lnTo>
                    <a:lnTo>
                      <a:pt x="890" y="437"/>
                    </a:lnTo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89" name="Freeform 3742"/>
              <p:cNvSpPr>
                <a:spLocks/>
              </p:cNvSpPr>
              <p:nvPr/>
            </p:nvSpPr>
            <p:spPr bwMode="auto">
              <a:xfrm>
                <a:off x="5121" y="372"/>
                <a:ext cx="271" cy="316"/>
              </a:xfrm>
              <a:custGeom>
                <a:avLst/>
                <a:gdLst>
                  <a:gd name="T0" fmla="*/ 0 w 1084"/>
                  <a:gd name="T1" fmla="*/ 0 h 1261"/>
                  <a:gd name="T2" fmla="*/ 0 w 1084"/>
                  <a:gd name="T3" fmla="*/ 0 h 1261"/>
                  <a:gd name="T4" fmla="*/ 0 w 1084"/>
                  <a:gd name="T5" fmla="*/ 0 h 1261"/>
                  <a:gd name="T6" fmla="*/ 0 w 1084"/>
                  <a:gd name="T7" fmla="*/ 0 h 1261"/>
                  <a:gd name="T8" fmla="*/ 0 w 1084"/>
                  <a:gd name="T9" fmla="*/ 0 h 1261"/>
                  <a:gd name="T10" fmla="*/ 0 w 1084"/>
                  <a:gd name="T11" fmla="*/ 0 h 1261"/>
                  <a:gd name="T12" fmla="*/ 0 w 1084"/>
                  <a:gd name="T13" fmla="*/ 0 h 126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84"/>
                  <a:gd name="T22" fmla="*/ 0 h 1261"/>
                  <a:gd name="T23" fmla="*/ 1084 w 1084"/>
                  <a:gd name="T24" fmla="*/ 1261 h 126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84" h="1261">
                    <a:moveTo>
                      <a:pt x="0" y="438"/>
                    </a:moveTo>
                    <a:lnTo>
                      <a:pt x="82" y="506"/>
                    </a:lnTo>
                    <a:lnTo>
                      <a:pt x="93" y="1261"/>
                    </a:lnTo>
                    <a:lnTo>
                      <a:pt x="103" y="511"/>
                    </a:lnTo>
                    <a:lnTo>
                      <a:pt x="1084" y="0"/>
                    </a:lnTo>
                    <a:lnTo>
                      <a:pt x="96" y="493"/>
                    </a:lnTo>
                    <a:lnTo>
                      <a:pt x="0" y="438"/>
                    </a:lnTo>
                    <a:close/>
                  </a:path>
                </a:pathLst>
              </a:custGeom>
              <a:solidFill>
                <a:srgbClr val="79797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90" name="Freeform 3743"/>
              <p:cNvSpPr>
                <a:spLocks/>
              </p:cNvSpPr>
              <p:nvPr/>
            </p:nvSpPr>
            <p:spPr bwMode="auto">
              <a:xfrm>
                <a:off x="5240" y="662"/>
                <a:ext cx="88" cy="64"/>
              </a:xfrm>
              <a:custGeom>
                <a:avLst/>
                <a:gdLst>
                  <a:gd name="T0" fmla="*/ 0 w 352"/>
                  <a:gd name="T1" fmla="*/ 0 h 254"/>
                  <a:gd name="T2" fmla="*/ 0 w 352"/>
                  <a:gd name="T3" fmla="*/ 0 h 254"/>
                  <a:gd name="T4" fmla="*/ 0 w 352"/>
                  <a:gd name="T5" fmla="*/ 0 h 254"/>
                  <a:gd name="T6" fmla="*/ 0 w 352"/>
                  <a:gd name="T7" fmla="*/ 0 h 254"/>
                  <a:gd name="T8" fmla="*/ 0 w 352"/>
                  <a:gd name="T9" fmla="*/ 0 h 25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2"/>
                  <a:gd name="T16" fmla="*/ 0 h 254"/>
                  <a:gd name="T17" fmla="*/ 352 w 352"/>
                  <a:gd name="T18" fmla="*/ 254 h 25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2" h="254">
                    <a:moveTo>
                      <a:pt x="352" y="73"/>
                    </a:moveTo>
                    <a:lnTo>
                      <a:pt x="0" y="254"/>
                    </a:lnTo>
                    <a:lnTo>
                      <a:pt x="0" y="182"/>
                    </a:lnTo>
                    <a:lnTo>
                      <a:pt x="350" y="0"/>
                    </a:lnTo>
                    <a:lnTo>
                      <a:pt x="352" y="73"/>
                    </a:lnTo>
                    <a:close/>
                  </a:path>
                </a:pathLst>
              </a:custGeom>
              <a:solidFill>
                <a:srgbClr val="79797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91" name="Freeform 3744"/>
              <p:cNvSpPr>
                <a:spLocks/>
              </p:cNvSpPr>
              <p:nvPr/>
            </p:nvSpPr>
            <p:spPr bwMode="auto">
              <a:xfrm>
                <a:off x="5240" y="662"/>
                <a:ext cx="88" cy="64"/>
              </a:xfrm>
              <a:custGeom>
                <a:avLst/>
                <a:gdLst>
                  <a:gd name="T0" fmla="*/ 0 w 352"/>
                  <a:gd name="T1" fmla="*/ 0 h 254"/>
                  <a:gd name="T2" fmla="*/ 0 w 352"/>
                  <a:gd name="T3" fmla="*/ 0 h 254"/>
                  <a:gd name="T4" fmla="*/ 0 w 352"/>
                  <a:gd name="T5" fmla="*/ 0 h 254"/>
                  <a:gd name="T6" fmla="*/ 0 w 352"/>
                  <a:gd name="T7" fmla="*/ 0 h 254"/>
                  <a:gd name="T8" fmla="*/ 0 w 352"/>
                  <a:gd name="T9" fmla="*/ 0 h 25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2"/>
                  <a:gd name="T16" fmla="*/ 0 h 254"/>
                  <a:gd name="T17" fmla="*/ 352 w 352"/>
                  <a:gd name="T18" fmla="*/ 254 h 25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2" h="254">
                    <a:moveTo>
                      <a:pt x="352" y="73"/>
                    </a:moveTo>
                    <a:lnTo>
                      <a:pt x="0" y="254"/>
                    </a:lnTo>
                    <a:lnTo>
                      <a:pt x="0" y="182"/>
                    </a:lnTo>
                    <a:lnTo>
                      <a:pt x="350" y="0"/>
                    </a:lnTo>
                    <a:lnTo>
                      <a:pt x="352" y="73"/>
                    </a:lnTo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92" name="Freeform 3745"/>
              <p:cNvSpPr>
                <a:spLocks/>
              </p:cNvSpPr>
              <p:nvPr/>
            </p:nvSpPr>
            <p:spPr bwMode="auto">
              <a:xfrm>
                <a:off x="5212" y="667"/>
                <a:ext cx="184" cy="108"/>
              </a:xfrm>
              <a:custGeom>
                <a:avLst/>
                <a:gdLst>
                  <a:gd name="T0" fmla="*/ 0 w 735"/>
                  <a:gd name="T1" fmla="*/ 0 h 433"/>
                  <a:gd name="T2" fmla="*/ 0 w 735"/>
                  <a:gd name="T3" fmla="*/ 0 h 433"/>
                  <a:gd name="T4" fmla="*/ 0 w 735"/>
                  <a:gd name="T5" fmla="*/ 0 h 433"/>
                  <a:gd name="T6" fmla="*/ 0 w 735"/>
                  <a:gd name="T7" fmla="*/ 0 h 433"/>
                  <a:gd name="T8" fmla="*/ 0 w 735"/>
                  <a:gd name="T9" fmla="*/ 0 h 43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5"/>
                  <a:gd name="T16" fmla="*/ 0 h 433"/>
                  <a:gd name="T17" fmla="*/ 735 w 735"/>
                  <a:gd name="T18" fmla="*/ 433 h 43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5" h="433">
                    <a:moveTo>
                      <a:pt x="735" y="55"/>
                    </a:moveTo>
                    <a:lnTo>
                      <a:pt x="0" y="433"/>
                    </a:lnTo>
                    <a:lnTo>
                      <a:pt x="0" y="379"/>
                    </a:lnTo>
                    <a:lnTo>
                      <a:pt x="735" y="0"/>
                    </a:lnTo>
                    <a:lnTo>
                      <a:pt x="735" y="55"/>
                    </a:lnTo>
                    <a:close/>
                  </a:path>
                </a:pathLst>
              </a:custGeom>
              <a:solidFill>
                <a:srgbClr val="79797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93" name="Freeform 3746"/>
              <p:cNvSpPr>
                <a:spLocks/>
              </p:cNvSpPr>
              <p:nvPr/>
            </p:nvSpPr>
            <p:spPr bwMode="auto">
              <a:xfrm>
                <a:off x="5226" y="673"/>
                <a:ext cx="269" cy="150"/>
              </a:xfrm>
              <a:custGeom>
                <a:avLst/>
                <a:gdLst>
                  <a:gd name="T0" fmla="*/ 0 w 1077"/>
                  <a:gd name="T1" fmla="*/ 0 h 601"/>
                  <a:gd name="T2" fmla="*/ 0 w 1077"/>
                  <a:gd name="T3" fmla="*/ 0 h 601"/>
                  <a:gd name="T4" fmla="*/ 0 w 1077"/>
                  <a:gd name="T5" fmla="*/ 0 h 601"/>
                  <a:gd name="T6" fmla="*/ 0 w 1077"/>
                  <a:gd name="T7" fmla="*/ 0 h 601"/>
                  <a:gd name="T8" fmla="*/ 0 w 1077"/>
                  <a:gd name="T9" fmla="*/ 0 h 60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77"/>
                  <a:gd name="T16" fmla="*/ 0 h 601"/>
                  <a:gd name="T17" fmla="*/ 1077 w 1077"/>
                  <a:gd name="T18" fmla="*/ 601 h 60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77" h="601">
                    <a:moveTo>
                      <a:pt x="0" y="364"/>
                    </a:moveTo>
                    <a:lnTo>
                      <a:pt x="700" y="0"/>
                    </a:lnTo>
                    <a:lnTo>
                      <a:pt x="1077" y="237"/>
                    </a:lnTo>
                    <a:lnTo>
                      <a:pt x="376" y="601"/>
                    </a:lnTo>
                    <a:lnTo>
                      <a:pt x="0" y="364"/>
                    </a:lnTo>
                    <a:close/>
                  </a:path>
                </a:pathLst>
              </a:custGeom>
              <a:solidFill>
                <a:srgbClr val="79797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94" name="Freeform 3747"/>
              <p:cNvSpPr>
                <a:spLocks/>
              </p:cNvSpPr>
              <p:nvPr/>
            </p:nvSpPr>
            <p:spPr bwMode="auto">
              <a:xfrm>
                <a:off x="5226" y="764"/>
                <a:ext cx="94" cy="81"/>
              </a:xfrm>
              <a:custGeom>
                <a:avLst/>
                <a:gdLst>
                  <a:gd name="T0" fmla="*/ 0 w 376"/>
                  <a:gd name="T1" fmla="*/ 0 h 324"/>
                  <a:gd name="T2" fmla="*/ 0 w 376"/>
                  <a:gd name="T3" fmla="*/ 0 h 324"/>
                  <a:gd name="T4" fmla="*/ 0 w 376"/>
                  <a:gd name="T5" fmla="*/ 0 h 324"/>
                  <a:gd name="T6" fmla="*/ 0 w 376"/>
                  <a:gd name="T7" fmla="*/ 0 h 324"/>
                  <a:gd name="T8" fmla="*/ 0 w 376"/>
                  <a:gd name="T9" fmla="*/ 0 h 3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6"/>
                  <a:gd name="T16" fmla="*/ 0 h 324"/>
                  <a:gd name="T17" fmla="*/ 376 w 376"/>
                  <a:gd name="T18" fmla="*/ 324 h 3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6" h="324">
                    <a:moveTo>
                      <a:pt x="376" y="237"/>
                    </a:moveTo>
                    <a:lnTo>
                      <a:pt x="0" y="0"/>
                    </a:lnTo>
                    <a:lnTo>
                      <a:pt x="0" y="88"/>
                    </a:lnTo>
                    <a:lnTo>
                      <a:pt x="376" y="324"/>
                    </a:lnTo>
                    <a:lnTo>
                      <a:pt x="376" y="237"/>
                    </a:lnTo>
                    <a:close/>
                  </a:path>
                </a:pathLst>
              </a:custGeom>
              <a:solidFill>
                <a:srgbClr val="79797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95" name="Freeform 3748"/>
              <p:cNvSpPr>
                <a:spLocks/>
              </p:cNvSpPr>
              <p:nvPr/>
            </p:nvSpPr>
            <p:spPr bwMode="auto">
              <a:xfrm>
                <a:off x="5319" y="732"/>
                <a:ext cx="176" cy="113"/>
              </a:xfrm>
              <a:custGeom>
                <a:avLst/>
                <a:gdLst>
                  <a:gd name="T0" fmla="*/ 0 w 704"/>
                  <a:gd name="T1" fmla="*/ 0 h 452"/>
                  <a:gd name="T2" fmla="*/ 0 w 704"/>
                  <a:gd name="T3" fmla="*/ 0 h 452"/>
                  <a:gd name="T4" fmla="*/ 0 w 704"/>
                  <a:gd name="T5" fmla="*/ 0 h 452"/>
                  <a:gd name="T6" fmla="*/ 0 w 704"/>
                  <a:gd name="T7" fmla="*/ 0 h 452"/>
                  <a:gd name="T8" fmla="*/ 0 w 704"/>
                  <a:gd name="T9" fmla="*/ 0 h 4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4"/>
                  <a:gd name="T16" fmla="*/ 0 h 452"/>
                  <a:gd name="T17" fmla="*/ 704 w 704"/>
                  <a:gd name="T18" fmla="*/ 452 h 4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4" h="452">
                    <a:moveTo>
                      <a:pt x="704" y="0"/>
                    </a:moveTo>
                    <a:lnTo>
                      <a:pt x="0" y="369"/>
                    </a:lnTo>
                    <a:lnTo>
                      <a:pt x="1" y="452"/>
                    </a:lnTo>
                    <a:lnTo>
                      <a:pt x="704" y="83"/>
                    </a:lnTo>
                    <a:lnTo>
                      <a:pt x="704" y="0"/>
                    </a:lnTo>
                    <a:close/>
                  </a:path>
                </a:pathLst>
              </a:custGeom>
              <a:solidFill>
                <a:srgbClr val="79797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96" name="Freeform 3749"/>
              <p:cNvSpPr>
                <a:spLocks/>
              </p:cNvSpPr>
              <p:nvPr/>
            </p:nvSpPr>
            <p:spPr bwMode="auto">
              <a:xfrm>
                <a:off x="5273" y="701"/>
                <a:ext cx="202" cy="110"/>
              </a:xfrm>
              <a:custGeom>
                <a:avLst/>
                <a:gdLst>
                  <a:gd name="T0" fmla="*/ 0 w 810"/>
                  <a:gd name="T1" fmla="*/ 0 h 443"/>
                  <a:gd name="T2" fmla="*/ 0 w 810"/>
                  <a:gd name="T3" fmla="*/ 0 h 443"/>
                  <a:gd name="T4" fmla="*/ 0 w 810"/>
                  <a:gd name="T5" fmla="*/ 0 h 443"/>
                  <a:gd name="T6" fmla="*/ 0 w 810"/>
                  <a:gd name="T7" fmla="*/ 0 h 443"/>
                  <a:gd name="T8" fmla="*/ 0 w 810"/>
                  <a:gd name="T9" fmla="*/ 0 h 4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10"/>
                  <a:gd name="T16" fmla="*/ 0 h 443"/>
                  <a:gd name="T17" fmla="*/ 810 w 810"/>
                  <a:gd name="T18" fmla="*/ 443 h 4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10" h="443">
                    <a:moveTo>
                      <a:pt x="810" y="124"/>
                    </a:moveTo>
                    <a:lnTo>
                      <a:pt x="614" y="0"/>
                    </a:lnTo>
                    <a:lnTo>
                      <a:pt x="0" y="319"/>
                    </a:lnTo>
                    <a:lnTo>
                      <a:pt x="197" y="443"/>
                    </a:lnTo>
                    <a:lnTo>
                      <a:pt x="810" y="124"/>
                    </a:lnTo>
                    <a:close/>
                  </a:path>
                </a:pathLst>
              </a:custGeom>
              <a:solidFill>
                <a:srgbClr val="79797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97" name="Freeform 3750"/>
              <p:cNvSpPr>
                <a:spLocks/>
              </p:cNvSpPr>
              <p:nvPr/>
            </p:nvSpPr>
            <p:spPr bwMode="auto">
              <a:xfrm>
                <a:off x="5272" y="701"/>
                <a:ext cx="203" cy="82"/>
              </a:xfrm>
              <a:custGeom>
                <a:avLst/>
                <a:gdLst>
                  <a:gd name="T0" fmla="*/ 0 w 809"/>
                  <a:gd name="T1" fmla="*/ 0 h 327"/>
                  <a:gd name="T2" fmla="*/ 0 w 809"/>
                  <a:gd name="T3" fmla="*/ 0 h 327"/>
                  <a:gd name="T4" fmla="*/ 0 w 809"/>
                  <a:gd name="T5" fmla="*/ 0 h 327"/>
                  <a:gd name="T6" fmla="*/ 0 w 809"/>
                  <a:gd name="T7" fmla="*/ 0 h 327"/>
                  <a:gd name="T8" fmla="*/ 0 w 809"/>
                  <a:gd name="T9" fmla="*/ 0 h 327"/>
                  <a:gd name="T10" fmla="*/ 0 w 809"/>
                  <a:gd name="T11" fmla="*/ 0 h 327"/>
                  <a:gd name="T12" fmla="*/ 0 w 809"/>
                  <a:gd name="T13" fmla="*/ 0 h 3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09"/>
                  <a:gd name="T22" fmla="*/ 0 h 327"/>
                  <a:gd name="T23" fmla="*/ 809 w 809"/>
                  <a:gd name="T24" fmla="*/ 327 h 3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09" h="327">
                    <a:moveTo>
                      <a:pt x="610" y="15"/>
                    </a:moveTo>
                    <a:lnTo>
                      <a:pt x="794" y="131"/>
                    </a:lnTo>
                    <a:lnTo>
                      <a:pt x="809" y="123"/>
                    </a:lnTo>
                    <a:lnTo>
                      <a:pt x="613" y="0"/>
                    </a:lnTo>
                    <a:lnTo>
                      <a:pt x="0" y="319"/>
                    </a:lnTo>
                    <a:lnTo>
                      <a:pt x="13" y="327"/>
                    </a:lnTo>
                    <a:lnTo>
                      <a:pt x="610" y="15"/>
                    </a:lnTo>
                    <a:close/>
                  </a:path>
                </a:pathLst>
              </a:custGeom>
              <a:solidFill>
                <a:srgbClr val="79797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98" name="Freeform 3751"/>
              <p:cNvSpPr>
                <a:spLocks noEditPoints="1"/>
              </p:cNvSpPr>
              <p:nvPr/>
            </p:nvSpPr>
            <p:spPr bwMode="auto">
              <a:xfrm>
                <a:off x="5291" y="712"/>
                <a:ext cx="170" cy="90"/>
              </a:xfrm>
              <a:custGeom>
                <a:avLst/>
                <a:gdLst>
                  <a:gd name="T0" fmla="*/ 0 w 678"/>
                  <a:gd name="T1" fmla="*/ 0 h 360"/>
                  <a:gd name="T2" fmla="*/ 0 w 678"/>
                  <a:gd name="T3" fmla="*/ 0 h 360"/>
                  <a:gd name="T4" fmla="*/ 0 w 678"/>
                  <a:gd name="T5" fmla="*/ 0 h 360"/>
                  <a:gd name="T6" fmla="*/ 0 w 678"/>
                  <a:gd name="T7" fmla="*/ 0 h 360"/>
                  <a:gd name="T8" fmla="*/ 0 w 678"/>
                  <a:gd name="T9" fmla="*/ 0 h 360"/>
                  <a:gd name="T10" fmla="*/ 0 w 678"/>
                  <a:gd name="T11" fmla="*/ 0 h 360"/>
                  <a:gd name="T12" fmla="*/ 0 w 678"/>
                  <a:gd name="T13" fmla="*/ 0 h 360"/>
                  <a:gd name="T14" fmla="*/ 0 w 678"/>
                  <a:gd name="T15" fmla="*/ 0 h 360"/>
                  <a:gd name="T16" fmla="*/ 0 w 678"/>
                  <a:gd name="T17" fmla="*/ 0 h 360"/>
                  <a:gd name="T18" fmla="*/ 0 w 678"/>
                  <a:gd name="T19" fmla="*/ 0 h 360"/>
                  <a:gd name="T20" fmla="*/ 0 w 678"/>
                  <a:gd name="T21" fmla="*/ 0 h 360"/>
                  <a:gd name="T22" fmla="*/ 0 w 678"/>
                  <a:gd name="T23" fmla="*/ 0 h 360"/>
                  <a:gd name="T24" fmla="*/ 0 w 678"/>
                  <a:gd name="T25" fmla="*/ 0 h 360"/>
                  <a:gd name="T26" fmla="*/ 0 w 678"/>
                  <a:gd name="T27" fmla="*/ 0 h 360"/>
                  <a:gd name="T28" fmla="*/ 0 w 678"/>
                  <a:gd name="T29" fmla="*/ 0 h 360"/>
                  <a:gd name="T30" fmla="*/ 0 w 678"/>
                  <a:gd name="T31" fmla="*/ 0 h 360"/>
                  <a:gd name="T32" fmla="*/ 0 w 678"/>
                  <a:gd name="T33" fmla="*/ 0 h 360"/>
                  <a:gd name="T34" fmla="*/ 0 w 678"/>
                  <a:gd name="T35" fmla="*/ 0 h 360"/>
                  <a:gd name="T36" fmla="*/ 0 w 678"/>
                  <a:gd name="T37" fmla="*/ 0 h 360"/>
                  <a:gd name="T38" fmla="*/ 0 w 678"/>
                  <a:gd name="T39" fmla="*/ 0 h 360"/>
                  <a:gd name="T40" fmla="*/ 0 w 678"/>
                  <a:gd name="T41" fmla="*/ 0 h 360"/>
                  <a:gd name="T42" fmla="*/ 0 w 678"/>
                  <a:gd name="T43" fmla="*/ 0 h 360"/>
                  <a:gd name="T44" fmla="*/ 0 w 678"/>
                  <a:gd name="T45" fmla="*/ 0 h 360"/>
                  <a:gd name="T46" fmla="*/ 0 w 678"/>
                  <a:gd name="T47" fmla="*/ 0 h 360"/>
                  <a:gd name="T48" fmla="*/ 0 w 678"/>
                  <a:gd name="T49" fmla="*/ 0 h 360"/>
                  <a:gd name="T50" fmla="*/ 0 w 678"/>
                  <a:gd name="T51" fmla="*/ 0 h 360"/>
                  <a:gd name="T52" fmla="*/ 0 w 678"/>
                  <a:gd name="T53" fmla="*/ 0 h 360"/>
                  <a:gd name="T54" fmla="*/ 0 w 678"/>
                  <a:gd name="T55" fmla="*/ 0 h 360"/>
                  <a:gd name="T56" fmla="*/ 0 w 678"/>
                  <a:gd name="T57" fmla="*/ 0 h 360"/>
                  <a:gd name="T58" fmla="*/ 0 w 678"/>
                  <a:gd name="T59" fmla="*/ 0 h 360"/>
                  <a:gd name="T60" fmla="*/ 0 w 678"/>
                  <a:gd name="T61" fmla="*/ 0 h 360"/>
                  <a:gd name="T62" fmla="*/ 0 w 678"/>
                  <a:gd name="T63" fmla="*/ 0 h 360"/>
                  <a:gd name="T64" fmla="*/ 0 w 678"/>
                  <a:gd name="T65" fmla="*/ 0 h 360"/>
                  <a:gd name="T66" fmla="*/ 0 w 678"/>
                  <a:gd name="T67" fmla="*/ 0 h 360"/>
                  <a:gd name="T68" fmla="*/ 0 w 678"/>
                  <a:gd name="T69" fmla="*/ 0 h 360"/>
                  <a:gd name="T70" fmla="*/ 0 w 678"/>
                  <a:gd name="T71" fmla="*/ 0 h 360"/>
                  <a:gd name="T72" fmla="*/ 0 w 678"/>
                  <a:gd name="T73" fmla="*/ 0 h 360"/>
                  <a:gd name="T74" fmla="*/ 0 w 678"/>
                  <a:gd name="T75" fmla="*/ 0 h 360"/>
                  <a:gd name="T76" fmla="*/ 0 w 678"/>
                  <a:gd name="T77" fmla="*/ 0 h 360"/>
                  <a:gd name="T78" fmla="*/ 0 w 678"/>
                  <a:gd name="T79" fmla="*/ 0 h 360"/>
                  <a:gd name="T80" fmla="*/ 0 w 678"/>
                  <a:gd name="T81" fmla="*/ 0 h 360"/>
                  <a:gd name="T82" fmla="*/ 0 w 678"/>
                  <a:gd name="T83" fmla="*/ 0 h 360"/>
                  <a:gd name="T84" fmla="*/ 0 w 678"/>
                  <a:gd name="T85" fmla="*/ 0 h 360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678"/>
                  <a:gd name="T130" fmla="*/ 0 h 360"/>
                  <a:gd name="T131" fmla="*/ 678 w 678"/>
                  <a:gd name="T132" fmla="*/ 360 h 360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678" h="360">
                    <a:moveTo>
                      <a:pt x="678" y="42"/>
                    </a:moveTo>
                    <a:lnTo>
                      <a:pt x="676" y="41"/>
                    </a:lnTo>
                    <a:lnTo>
                      <a:pt x="570" y="97"/>
                    </a:lnTo>
                    <a:lnTo>
                      <a:pt x="507" y="57"/>
                    </a:lnTo>
                    <a:lnTo>
                      <a:pt x="613" y="1"/>
                    </a:lnTo>
                    <a:lnTo>
                      <a:pt x="612" y="0"/>
                    </a:lnTo>
                    <a:lnTo>
                      <a:pt x="504" y="55"/>
                    </a:lnTo>
                    <a:lnTo>
                      <a:pt x="432" y="10"/>
                    </a:lnTo>
                    <a:lnTo>
                      <a:pt x="431" y="12"/>
                    </a:lnTo>
                    <a:lnTo>
                      <a:pt x="502" y="57"/>
                    </a:lnTo>
                    <a:lnTo>
                      <a:pt x="417" y="100"/>
                    </a:lnTo>
                    <a:lnTo>
                      <a:pt x="346" y="57"/>
                    </a:lnTo>
                    <a:lnTo>
                      <a:pt x="344" y="58"/>
                    </a:lnTo>
                    <a:lnTo>
                      <a:pt x="414" y="102"/>
                    </a:lnTo>
                    <a:lnTo>
                      <a:pt x="328" y="147"/>
                    </a:lnTo>
                    <a:lnTo>
                      <a:pt x="257" y="102"/>
                    </a:lnTo>
                    <a:lnTo>
                      <a:pt x="256" y="104"/>
                    </a:lnTo>
                    <a:lnTo>
                      <a:pt x="325" y="148"/>
                    </a:lnTo>
                    <a:lnTo>
                      <a:pt x="253" y="186"/>
                    </a:lnTo>
                    <a:lnTo>
                      <a:pt x="180" y="140"/>
                    </a:lnTo>
                    <a:lnTo>
                      <a:pt x="178" y="142"/>
                    </a:lnTo>
                    <a:lnTo>
                      <a:pt x="251" y="187"/>
                    </a:lnTo>
                    <a:lnTo>
                      <a:pt x="164" y="231"/>
                    </a:lnTo>
                    <a:lnTo>
                      <a:pt x="93" y="186"/>
                    </a:lnTo>
                    <a:lnTo>
                      <a:pt x="93" y="188"/>
                    </a:lnTo>
                    <a:lnTo>
                      <a:pt x="163" y="232"/>
                    </a:lnTo>
                    <a:lnTo>
                      <a:pt x="77" y="277"/>
                    </a:lnTo>
                    <a:lnTo>
                      <a:pt x="4" y="232"/>
                    </a:lnTo>
                    <a:lnTo>
                      <a:pt x="3" y="233"/>
                    </a:lnTo>
                    <a:lnTo>
                      <a:pt x="74" y="278"/>
                    </a:lnTo>
                    <a:lnTo>
                      <a:pt x="0" y="316"/>
                    </a:lnTo>
                    <a:lnTo>
                      <a:pt x="1" y="319"/>
                    </a:lnTo>
                    <a:lnTo>
                      <a:pt x="77" y="280"/>
                    </a:lnTo>
                    <a:lnTo>
                      <a:pt x="139" y="320"/>
                    </a:lnTo>
                    <a:lnTo>
                      <a:pt x="65" y="358"/>
                    </a:lnTo>
                    <a:lnTo>
                      <a:pt x="66" y="360"/>
                    </a:lnTo>
                    <a:lnTo>
                      <a:pt x="142" y="321"/>
                    </a:lnTo>
                    <a:lnTo>
                      <a:pt x="199" y="357"/>
                    </a:lnTo>
                    <a:lnTo>
                      <a:pt x="200" y="355"/>
                    </a:lnTo>
                    <a:lnTo>
                      <a:pt x="144" y="320"/>
                    </a:lnTo>
                    <a:lnTo>
                      <a:pt x="229" y="275"/>
                    </a:lnTo>
                    <a:lnTo>
                      <a:pt x="289" y="312"/>
                    </a:lnTo>
                    <a:lnTo>
                      <a:pt x="290" y="310"/>
                    </a:lnTo>
                    <a:lnTo>
                      <a:pt x="232" y="274"/>
                    </a:lnTo>
                    <a:lnTo>
                      <a:pt x="318" y="230"/>
                    </a:lnTo>
                    <a:lnTo>
                      <a:pt x="375" y="265"/>
                    </a:lnTo>
                    <a:lnTo>
                      <a:pt x="376" y="263"/>
                    </a:lnTo>
                    <a:lnTo>
                      <a:pt x="320" y="229"/>
                    </a:lnTo>
                    <a:lnTo>
                      <a:pt x="393" y="191"/>
                    </a:lnTo>
                    <a:lnTo>
                      <a:pt x="451" y="227"/>
                    </a:lnTo>
                    <a:lnTo>
                      <a:pt x="452" y="225"/>
                    </a:lnTo>
                    <a:lnTo>
                      <a:pt x="395" y="189"/>
                    </a:lnTo>
                    <a:lnTo>
                      <a:pt x="482" y="144"/>
                    </a:lnTo>
                    <a:lnTo>
                      <a:pt x="541" y="182"/>
                    </a:lnTo>
                    <a:lnTo>
                      <a:pt x="542" y="180"/>
                    </a:lnTo>
                    <a:lnTo>
                      <a:pt x="484" y="143"/>
                    </a:lnTo>
                    <a:lnTo>
                      <a:pt x="570" y="99"/>
                    </a:lnTo>
                    <a:lnTo>
                      <a:pt x="628" y="135"/>
                    </a:lnTo>
                    <a:lnTo>
                      <a:pt x="629" y="134"/>
                    </a:lnTo>
                    <a:lnTo>
                      <a:pt x="572" y="98"/>
                    </a:lnTo>
                    <a:lnTo>
                      <a:pt x="678" y="42"/>
                    </a:lnTo>
                    <a:close/>
                    <a:moveTo>
                      <a:pt x="142" y="319"/>
                    </a:moveTo>
                    <a:lnTo>
                      <a:pt x="79" y="278"/>
                    </a:lnTo>
                    <a:lnTo>
                      <a:pt x="164" y="233"/>
                    </a:lnTo>
                    <a:lnTo>
                      <a:pt x="228" y="274"/>
                    </a:lnTo>
                    <a:lnTo>
                      <a:pt x="142" y="319"/>
                    </a:lnTo>
                    <a:close/>
                    <a:moveTo>
                      <a:pt x="229" y="272"/>
                    </a:moveTo>
                    <a:lnTo>
                      <a:pt x="167" y="232"/>
                    </a:lnTo>
                    <a:lnTo>
                      <a:pt x="253" y="188"/>
                    </a:lnTo>
                    <a:lnTo>
                      <a:pt x="316" y="227"/>
                    </a:lnTo>
                    <a:lnTo>
                      <a:pt x="229" y="272"/>
                    </a:lnTo>
                    <a:close/>
                    <a:moveTo>
                      <a:pt x="318" y="226"/>
                    </a:moveTo>
                    <a:lnTo>
                      <a:pt x="254" y="187"/>
                    </a:lnTo>
                    <a:lnTo>
                      <a:pt x="328" y="149"/>
                    </a:lnTo>
                    <a:lnTo>
                      <a:pt x="391" y="189"/>
                    </a:lnTo>
                    <a:lnTo>
                      <a:pt x="318" y="226"/>
                    </a:lnTo>
                    <a:close/>
                    <a:moveTo>
                      <a:pt x="393" y="188"/>
                    </a:moveTo>
                    <a:lnTo>
                      <a:pt x="330" y="148"/>
                    </a:lnTo>
                    <a:lnTo>
                      <a:pt x="417" y="103"/>
                    </a:lnTo>
                    <a:lnTo>
                      <a:pt x="480" y="143"/>
                    </a:lnTo>
                    <a:lnTo>
                      <a:pt x="393" y="188"/>
                    </a:lnTo>
                    <a:close/>
                    <a:moveTo>
                      <a:pt x="482" y="142"/>
                    </a:moveTo>
                    <a:lnTo>
                      <a:pt x="419" y="102"/>
                    </a:lnTo>
                    <a:lnTo>
                      <a:pt x="504" y="58"/>
                    </a:lnTo>
                    <a:lnTo>
                      <a:pt x="567" y="97"/>
                    </a:lnTo>
                    <a:lnTo>
                      <a:pt x="482" y="142"/>
                    </a:lnTo>
                    <a:close/>
                  </a:path>
                </a:pathLst>
              </a:custGeom>
              <a:solidFill>
                <a:srgbClr val="79797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99" name="Freeform 3752"/>
              <p:cNvSpPr>
                <a:spLocks/>
              </p:cNvSpPr>
              <p:nvPr/>
            </p:nvSpPr>
            <p:spPr bwMode="auto">
              <a:xfrm>
                <a:off x="5229" y="752"/>
                <a:ext cx="227" cy="93"/>
              </a:xfrm>
              <a:custGeom>
                <a:avLst/>
                <a:gdLst>
                  <a:gd name="T0" fmla="*/ 0 w 910"/>
                  <a:gd name="T1" fmla="*/ 0 h 369"/>
                  <a:gd name="T2" fmla="*/ 0 w 910"/>
                  <a:gd name="T3" fmla="*/ 0 h 369"/>
                  <a:gd name="T4" fmla="*/ 0 w 910"/>
                  <a:gd name="T5" fmla="*/ 0 h 369"/>
                  <a:gd name="T6" fmla="*/ 0 w 910"/>
                  <a:gd name="T7" fmla="*/ 0 h 369"/>
                  <a:gd name="T8" fmla="*/ 0 w 910"/>
                  <a:gd name="T9" fmla="*/ 0 h 369"/>
                  <a:gd name="T10" fmla="*/ 0 w 910"/>
                  <a:gd name="T11" fmla="*/ 0 h 369"/>
                  <a:gd name="T12" fmla="*/ 0 w 910"/>
                  <a:gd name="T13" fmla="*/ 0 h 36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10"/>
                  <a:gd name="T22" fmla="*/ 0 h 369"/>
                  <a:gd name="T23" fmla="*/ 910 w 910"/>
                  <a:gd name="T24" fmla="*/ 369 h 36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10" h="369">
                    <a:moveTo>
                      <a:pt x="0" y="53"/>
                    </a:moveTo>
                    <a:lnTo>
                      <a:pt x="356" y="283"/>
                    </a:lnTo>
                    <a:lnTo>
                      <a:pt x="361" y="369"/>
                    </a:lnTo>
                    <a:lnTo>
                      <a:pt x="365" y="285"/>
                    </a:lnTo>
                    <a:lnTo>
                      <a:pt x="910" y="0"/>
                    </a:lnTo>
                    <a:lnTo>
                      <a:pt x="360" y="275"/>
                    </a:lnTo>
                    <a:lnTo>
                      <a:pt x="0" y="53"/>
                    </a:lnTo>
                    <a:close/>
                  </a:path>
                </a:pathLst>
              </a:custGeom>
              <a:solidFill>
                <a:srgbClr val="79797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pic>
            <p:nvPicPr>
              <p:cNvPr id="200" name="Picture 3753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5179" y="641"/>
                <a:ext cx="213" cy="11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01" name="Picture 3754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5175" y="733"/>
                <a:ext cx="6" cy="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02" name="Freeform 3755"/>
              <p:cNvSpPr>
                <a:spLocks/>
              </p:cNvSpPr>
              <p:nvPr/>
            </p:nvSpPr>
            <p:spPr bwMode="auto">
              <a:xfrm>
                <a:off x="5176" y="733"/>
                <a:ext cx="1" cy="1"/>
              </a:xfrm>
              <a:custGeom>
                <a:avLst/>
                <a:gdLst>
                  <a:gd name="T0" fmla="*/ 0 w 4"/>
                  <a:gd name="T1" fmla="*/ 0 h 2"/>
                  <a:gd name="T2" fmla="*/ 0 w 4"/>
                  <a:gd name="T3" fmla="*/ 1 h 2"/>
                  <a:gd name="T4" fmla="*/ 0 w 4"/>
                  <a:gd name="T5" fmla="*/ 1 h 2"/>
                  <a:gd name="T6" fmla="*/ 0 w 4"/>
                  <a:gd name="T7" fmla="*/ 1 h 2"/>
                  <a:gd name="T8" fmla="*/ 0 w 4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"/>
                  <a:gd name="T16" fmla="*/ 0 h 2"/>
                  <a:gd name="T17" fmla="*/ 4 w 4"/>
                  <a:gd name="T18" fmla="*/ 2 h 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" h="2">
                    <a:moveTo>
                      <a:pt x="1" y="0"/>
                    </a:moveTo>
                    <a:lnTo>
                      <a:pt x="0" y="1"/>
                    </a:lnTo>
                    <a:lnTo>
                      <a:pt x="3" y="2"/>
                    </a:lnTo>
                    <a:lnTo>
                      <a:pt x="4" y="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62626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203" name="Freeform 3756"/>
              <p:cNvSpPr>
                <a:spLocks/>
              </p:cNvSpPr>
              <p:nvPr/>
            </p:nvSpPr>
            <p:spPr bwMode="auto">
              <a:xfrm>
                <a:off x="5176" y="733"/>
                <a:ext cx="1" cy="1"/>
              </a:xfrm>
              <a:custGeom>
                <a:avLst/>
                <a:gdLst>
                  <a:gd name="T0" fmla="*/ 0 w 4"/>
                  <a:gd name="T1" fmla="*/ 0 h 2"/>
                  <a:gd name="T2" fmla="*/ 0 w 4"/>
                  <a:gd name="T3" fmla="*/ 1 h 2"/>
                  <a:gd name="T4" fmla="*/ 0 w 4"/>
                  <a:gd name="T5" fmla="*/ 1 h 2"/>
                  <a:gd name="T6" fmla="*/ 0 w 4"/>
                  <a:gd name="T7" fmla="*/ 1 h 2"/>
                  <a:gd name="T8" fmla="*/ 0 w 4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"/>
                  <a:gd name="T16" fmla="*/ 0 h 2"/>
                  <a:gd name="T17" fmla="*/ 4 w 4"/>
                  <a:gd name="T18" fmla="*/ 2 h 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" h="2">
                    <a:moveTo>
                      <a:pt x="1" y="0"/>
                    </a:moveTo>
                    <a:lnTo>
                      <a:pt x="0" y="1"/>
                    </a:lnTo>
                    <a:lnTo>
                      <a:pt x="3" y="2"/>
                    </a:lnTo>
                    <a:lnTo>
                      <a:pt x="4" y="1"/>
                    </a:lnTo>
                    <a:lnTo>
                      <a:pt x="1" y="0"/>
                    </a:lnTo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pic>
            <p:nvPicPr>
              <p:cNvPr id="204" name="Picture 3757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5175" y="642"/>
                <a:ext cx="198" cy="1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05" name="Freeform 3758"/>
              <p:cNvSpPr>
                <a:spLocks/>
              </p:cNvSpPr>
              <p:nvPr/>
            </p:nvSpPr>
            <p:spPr bwMode="auto">
              <a:xfrm>
                <a:off x="5221" y="692"/>
                <a:ext cx="21" cy="31"/>
              </a:xfrm>
              <a:custGeom>
                <a:avLst/>
                <a:gdLst>
                  <a:gd name="T0" fmla="*/ 0 w 83"/>
                  <a:gd name="T1" fmla="*/ 0 h 121"/>
                  <a:gd name="T2" fmla="*/ 0 w 83"/>
                  <a:gd name="T3" fmla="*/ 0 h 121"/>
                  <a:gd name="T4" fmla="*/ 0 w 83"/>
                  <a:gd name="T5" fmla="*/ 0 h 121"/>
                  <a:gd name="T6" fmla="*/ 0 w 83"/>
                  <a:gd name="T7" fmla="*/ 0 h 121"/>
                  <a:gd name="T8" fmla="*/ 0 w 83"/>
                  <a:gd name="T9" fmla="*/ 0 h 1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3"/>
                  <a:gd name="T16" fmla="*/ 0 h 121"/>
                  <a:gd name="T17" fmla="*/ 83 w 83"/>
                  <a:gd name="T18" fmla="*/ 121 h 12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3" h="121">
                    <a:moveTo>
                      <a:pt x="1" y="68"/>
                    </a:moveTo>
                    <a:lnTo>
                      <a:pt x="83" y="121"/>
                    </a:lnTo>
                    <a:lnTo>
                      <a:pt x="83" y="52"/>
                    </a:lnTo>
                    <a:lnTo>
                      <a:pt x="0" y="0"/>
                    </a:lnTo>
                    <a:lnTo>
                      <a:pt x="1" y="68"/>
                    </a:lnTo>
                    <a:close/>
                  </a:path>
                </a:pathLst>
              </a:custGeom>
              <a:solidFill>
                <a:srgbClr val="6B6B6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206" name="Freeform 3759"/>
              <p:cNvSpPr>
                <a:spLocks/>
              </p:cNvSpPr>
              <p:nvPr/>
            </p:nvSpPr>
            <p:spPr bwMode="auto">
              <a:xfrm>
                <a:off x="5221" y="648"/>
                <a:ext cx="106" cy="57"/>
              </a:xfrm>
              <a:custGeom>
                <a:avLst/>
                <a:gdLst>
                  <a:gd name="T0" fmla="*/ 0 w 422"/>
                  <a:gd name="T1" fmla="*/ 0 h 227"/>
                  <a:gd name="T2" fmla="*/ 0 w 422"/>
                  <a:gd name="T3" fmla="*/ 0 h 227"/>
                  <a:gd name="T4" fmla="*/ 0 w 422"/>
                  <a:gd name="T5" fmla="*/ 0 h 227"/>
                  <a:gd name="T6" fmla="*/ 0 w 422"/>
                  <a:gd name="T7" fmla="*/ 0 h 227"/>
                  <a:gd name="T8" fmla="*/ 0 w 422"/>
                  <a:gd name="T9" fmla="*/ 0 h 2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22"/>
                  <a:gd name="T16" fmla="*/ 0 h 227"/>
                  <a:gd name="T17" fmla="*/ 422 w 422"/>
                  <a:gd name="T18" fmla="*/ 227 h 2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22" h="227">
                    <a:moveTo>
                      <a:pt x="422" y="52"/>
                    </a:moveTo>
                    <a:lnTo>
                      <a:pt x="339" y="0"/>
                    </a:lnTo>
                    <a:lnTo>
                      <a:pt x="0" y="175"/>
                    </a:lnTo>
                    <a:lnTo>
                      <a:pt x="83" y="227"/>
                    </a:lnTo>
                    <a:lnTo>
                      <a:pt x="422" y="52"/>
                    </a:lnTo>
                    <a:close/>
                  </a:path>
                </a:pathLst>
              </a:custGeom>
              <a:solidFill>
                <a:srgbClr val="90909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207" name="Freeform 3760"/>
              <p:cNvSpPr>
                <a:spLocks/>
              </p:cNvSpPr>
              <p:nvPr/>
            </p:nvSpPr>
            <p:spPr bwMode="auto">
              <a:xfrm>
                <a:off x="5157" y="721"/>
                <a:ext cx="59" cy="50"/>
              </a:xfrm>
              <a:custGeom>
                <a:avLst/>
                <a:gdLst>
                  <a:gd name="T0" fmla="*/ 0 w 234"/>
                  <a:gd name="T1" fmla="*/ 0 h 203"/>
                  <a:gd name="T2" fmla="*/ 0 w 234"/>
                  <a:gd name="T3" fmla="*/ 0 h 203"/>
                  <a:gd name="T4" fmla="*/ 0 w 234"/>
                  <a:gd name="T5" fmla="*/ 0 h 203"/>
                  <a:gd name="T6" fmla="*/ 0 w 234"/>
                  <a:gd name="T7" fmla="*/ 0 h 203"/>
                  <a:gd name="T8" fmla="*/ 0 w 234"/>
                  <a:gd name="T9" fmla="*/ 0 h 20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4"/>
                  <a:gd name="T16" fmla="*/ 0 h 203"/>
                  <a:gd name="T17" fmla="*/ 234 w 234"/>
                  <a:gd name="T18" fmla="*/ 203 h 20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4" h="203">
                    <a:moveTo>
                      <a:pt x="0" y="0"/>
                    </a:moveTo>
                    <a:lnTo>
                      <a:pt x="0" y="52"/>
                    </a:lnTo>
                    <a:lnTo>
                      <a:pt x="234" y="203"/>
                    </a:lnTo>
                    <a:lnTo>
                      <a:pt x="234" y="1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0B0B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pic>
            <p:nvPicPr>
              <p:cNvPr id="208" name="Picture 3761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5122" y="482"/>
                <a:ext cx="30" cy="2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09" name="Picture 3762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5149" y="371"/>
                <a:ext cx="252" cy="3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10" name="Picture 3763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5121" y="354"/>
                <a:ext cx="279" cy="1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11" name="Picture 3764"/>
              <p:cNvPicPr>
                <a:picLocks noChangeAspect="1" noChangeArrowheads="1"/>
              </p:cNvPicPr>
              <p:nvPr/>
            </p:nvPicPr>
            <p:blipFill>
              <a:blip r:embed="rId8" cstate="print"/>
              <a:srcRect/>
              <a:stretch>
                <a:fillRect/>
              </a:stretch>
            </p:blipFill>
            <p:spPr bwMode="auto">
              <a:xfrm>
                <a:off x="5172" y="406"/>
                <a:ext cx="216" cy="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12" name="Picture 3765"/>
              <p:cNvPicPr>
                <a:picLocks noChangeAspect="1" noChangeArrowheads="1"/>
              </p:cNvPicPr>
              <p:nvPr/>
            </p:nvPicPr>
            <p:blipFill>
              <a:blip r:embed="rId9" cstate="print"/>
              <a:srcRect/>
              <a:stretch>
                <a:fillRect/>
              </a:stretch>
            </p:blipFill>
            <p:spPr bwMode="auto">
              <a:xfrm>
                <a:off x="5173" y="406"/>
                <a:ext cx="216" cy="30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13" name="Picture 3766"/>
              <p:cNvPicPr>
                <a:picLocks noChangeAspect="1" noChangeArrowheads="1"/>
              </p:cNvPicPr>
              <p:nvPr/>
            </p:nvPicPr>
            <p:blipFill>
              <a:blip r:embed="rId10" cstate="print"/>
              <a:srcRect/>
              <a:stretch>
                <a:fillRect/>
              </a:stretch>
            </p:blipFill>
            <p:spPr bwMode="auto">
              <a:xfrm>
                <a:off x="5173" y="406"/>
                <a:ext cx="216" cy="3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14" name="Picture 3767"/>
              <p:cNvPicPr>
                <a:picLocks noChangeAspect="1" noChangeArrowheads="1"/>
              </p:cNvPicPr>
              <p:nvPr/>
            </p:nvPicPr>
            <p:blipFill>
              <a:blip r:embed="rId11" cstate="print"/>
              <a:srcRect/>
              <a:stretch>
                <a:fillRect/>
              </a:stretch>
            </p:blipFill>
            <p:spPr bwMode="auto">
              <a:xfrm>
                <a:off x="5386" y="409"/>
                <a:ext cx="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15" name="Picture 3768"/>
              <p:cNvPicPr>
                <a:picLocks noChangeAspect="1" noChangeArrowheads="1"/>
              </p:cNvPicPr>
              <p:nvPr/>
            </p:nvPicPr>
            <p:blipFill>
              <a:blip r:embed="rId12" cstate="print"/>
              <a:srcRect/>
              <a:stretch>
                <a:fillRect/>
              </a:stretch>
            </p:blipFill>
            <p:spPr bwMode="auto">
              <a:xfrm>
                <a:off x="5175" y="412"/>
                <a:ext cx="208" cy="2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16" name="Picture 3769"/>
              <p:cNvPicPr>
                <a:picLocks noChangeAspect="1" noChangeArrowheads="1"/>
              </p:cNvPicPr>
              <p:nvPr/>
            </p:nvPicPr>
            <p:blipFill>
              <a:blip r:embed="rId13"/>
              <a:srcRect/>
              <a:stretch>
                <a:fillRect/>
              </a:stretch>
            </p:blipFill>
            <p:spPr bwMode="auto">
              <a:xfrm>
                <a:off x="5386" y="410"/>
                <a:ext cx="3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17" name="Picture 3770"/>
              <p:cNvPicPr>
                <a:picLocks noChangeAspect="1" noChangeArrowheads="1"/>
              </p:cNvPicPr>
              <p:nvPr/>
            </p:nvPicPr>
            <p:blipFill>
              <a:blip r:embed="rId14" cstate="print"/>
              <a:srcRect/>
              <a:stretch>
                <a:fillRect/>
              </a:stretch>
            </p:blipFill>
            <p:spPr bwMode="auto">
              <a:xfrm>
                <a:off x="5381" y="410"/>
                <a:ext cx="8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18" name="Freeform 3771"/>
              <p:cNvSpPr>
                <a:spLocks/>
              </p:cNvSpPr>
              <p:nvPr/>
            </p:nvSpPr>
            <p:spPr bwMode="auto">
              <a:xfrm>
                <a:off x="5127" y="380"/>
                <a:ext cx="261" cy="306"/>
              </a:xfrm>
              <a:custGeom>
                <a:avLst/>
                <a:gdLst>
                  <a:gd name="T0" fmla="*/ 0 w 1042"/>
                  <a:gd name="T1" fmla="*/ 0 h 1226"/>
                  <a:gd name="T2" fmla="*/ 0 w 1042"/>
                  <a:gd name="T3" fmla="*/ 0 h 1226"/>
                  <a:gd name="T4" fmla="*/ 0 w 1042"/>
                  <a:gd name="T5" fmla="*/ 0 h 1226"/>
                  <a:gd name="T6" fmla="*/ 0 w 1042"/>
                  <a:gd name="T7" fmla="*/ 0 h 1226"/>
                  <a:gd name="T8" fmla="*/ 0 w 1042"/>
                  <a:gd name="T9" fmla="*/ 0 h 1226"/>
                  <a:gd name="T10" fmla="*/ 0 w 1042"/>
                  <a:gd name="T11" fmla="*/ 0 h 1226"/>
                  <a:gd name="T12" fmla="*/ 0 w 1042"/>
                  <a:gd name="T13" fmla="*/ 0 h 122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42"/>
                  <a:gd name="T22" fmla="*/ 0 h 1226"/>
                  <a:gd name="T23" fmla="*/ 1042 w 1042"/>
                  <a:gd name="T24" fmla="*/ 1226 h 122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42" h="1226">
                    <a:moveTo>
                      <a:pt x="0" y="426"/>
                    </a:moveTo>
                    <a:lnTo>
                      <a:pt x="78" y="491"/>
                    </a:lnTo>
                    <a:lnTo>
                      <a:pt x="90" y="1226"/>
                    </a:lnTo>
                    <a:lnTo>
                      <a:pt x="100" y="496"/>
                    </a:lnTo>
                    <a:lnTo>
                      <a:pt x="1042" y="0"/>
                    </a:lnTo>
                    <a:lnTo>
                      <a:pt x="92" y="480"/>
                    </a:lnTo>
                    <a:lnTo>
                      <a:pt x="0" y="426"/>
                    </a:lnTo>
                    <a:close/>
                  </a:path>
                </a:pathLst>
              </a:custGeom>
              <a:solidFill>
                <a:srgbClr val="FBFBF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219" name="Freeform 3772"/>
              <p:cNvSpPr>
                <a:spLocks/>
              </p:cNvSpPr>
              <p:nvPr/>
            </p:nvSpPr>
            <p:spPr bwMode="auto">
              <a:xfrm>
                <a:off x="5242" y="661"/>
                <a:ext cx="84" cy="62"/>
              </a:xfrm>
              <a:custGeom>
                <a:avLst/>
                <a:gdLst>
                  <a:gd name="T0" fmla="*/ 0 w 338"/>
                  <a:gd name="T1" fmla="*/ 0 h 247"/>
                  <a:gd name="T2" fmla="*/ 0 w 338"/>
                  <a:gd name="T3" fmla="*/ 0 h 247"/>
                  <a:gd name="T4" fmla="*/ 0 w 338"/>
                  <a:gd name="T5" fmla="*/ 0 h 247"/>
                  <a:gd name="T6" fmla="*/ 0 w 338"/>
                  <a:gd name="T7" fmla="*/ 0 h 247"/>
                  <a:gd name="T8" fmla="*/ 0 w 338"/>
                  <a:gd name="T9" fmla="*/ 0 h 2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38"/>
                  <a:gd name="T16" fmla="*/ 0 h 247"/>
                  <a:gd name="T17" fmla="*/ 338 w 338"/>
                  <a:gd name="T18" fmla="*/ 247 h 2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38" h="247">
                    <a:moveTo>
                      <a:pt x="338" y="70"/>
                    </a:moveTo>
                    <a:lnTo>
                      <a:pt x="0" y="247"/>
                    </a:lnTo>
                    <a:lnTo>
                      <a:pt x="0" y="175"/>
                    </a:lnTo>
                    <a:lnTo>
                      <a:pt x="338" y="0"/>
                    </a:lnTo>
                    <a:lnTo>
                      <a:pt x="338" y="70"/>
                    </a:lnTo>
                    <a:close/>
                  </a:path>
                </a:pathLst>
              </a:custGeom>
              <a:solidFill>
                <a:srgbClr val="D3D3D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220" name="Freeform 3773"/>
              <p:cNvSpPr>
                <a:spLocks/>
              </p:cNvSpPr>
              <p:nvPr/>
            </p:nvSpPr>
            <p:spPr bwMode="auto">
              <a:xfrm>
                <a:off x="5215" y="666"/>
                <a:ext cx="177" cy="105"/>
              </a:xfrm>
              <a:custGeom>
                <a:avLst/>
                <a:gdLst>
                  <a:gd name="T0" fmla="*/ 0 w 706"/>
                  <a:gd name="T1" fmla="*/ 0 h 421"/>
                  <a:gd name="T2" fmla="*/ 0 w 706"/>
                  <a:gd name="T3" fmla="*/ 0 h 421"/>
                  <a:gd name="T4" fmla="*/ 0 w 706"/>
                  <a:gd name="T5" fmla="*/ 0 h 421"/>
                  <a:gd name="T6" fmla="*/ 0 w 706"/>
                  <a:gd name="T7" fmla="*/ 0 h 421"/>
                  <a:gd name="T8" fmla="*/ 0 w 706"/>
                  <a:gd name="T9" fmla="*/ 0 h 4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6"/>
                  <a:gd name="T16" fmla="*/ 0 h 421"/>
                  <a:gd name="T17" fmla="*/ 706 w 706"/>
                  <a:gd name="T18" fmla="*/ 421 h 42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6" h="421">
                    <a:moveTo>
                      <a:pt x="706" y="53"/>
                    </a:moveTo>
                    <a:lnTo>
                      <a:pt x="1" y="421"/>
                    </a:lnTo>
                    <a:lnTo>
                      <a:pt x="0" y="368"/>
                    </a:lnTo>
                    <a:lnTo>
                      <a:pt x="706" y="0"/>
                    </a:lnTo>
                    <a:lnTo>
                      <a:pt x="706" y="53"/>
                    </a:lnTo>
                    <a:close/>
                  </a:path>
                </a:pathLst>
              </a:custGeom>
              <a:solidFill>
                <a:srgbClr val="8B8B8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221" name="Freeform 3774"/>
              <p:cNvSpPr>
                <a:spLocks/>
              </p:cNvSpPr>
              <p:nvPr/>
            </p:nvSpPr>
            <p:spPr bwMode="auto">
              <a:xfrm>
                <a:off x="5228" y="672"/>
                <a:ext cx="259" cy="146"/>
              </a:xfrm>
              <a:custGeom>
                <a:avLst/>
                <a:gdLst>
                  <a:gd name="T0" fmla="*/ 0 w 1035"/>
                  <a:gd name="T1" fmla="*/ 0 h 585"/>
                  <a:gd name="T2" fmla="*/ 0 w 1035"/>
                  <a:gd name="T3" fmla="*/ 0 h 585"/>
                  <a:gd name="T4" fmla="*/ 0 w 1035"/>
                  <a:gd name="T5" fmla="*/ 0 h 585"/>
                  <a:gd name="T6" fmla="*/ 0 w 1035"/>
                  <a:gd name="T7" fmla="*/ 0 h 585"/>
                  <a:gd name="T8" fmla="*/ 0 w 1035"/>
                  <a:gd name="T9" fmla="*/ 0 h 58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35"/>
                  <a:gd name="T16" fmla="*/ 0 h 585"/>
                  <a:gd name="T17" fmla="*/ 1035 w 1035"/>
                  <a:gd name="T18" fmla="*/ 585 h 58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35" h="585">
                    <a:moveTo>
                      <a:pt x="0" y="355"/>
                    </a:moveTo>
                    <a:lnTo>
                      <a:pt x="673" y="0"/>
                    </a:lnTo>
                    <a:lnTo>
                      <a:pt x="1035" y="232"/>
                    </a:lnTo>
                    <a:lnTo>
                      <a:pt x="362" y="585"/>
                    </a:lnTo>
                    <a:lnTo>
                      <a:pt x="0" y="355"/>
                    </a:lnTo>
                    <a:close/>
                  </a:path>
                </a:pathLst>
              </a:custGeom>
              <a:solidFill>
                <a:srgbClr val="EDED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222" name="Freeform 3775"/>
              <p:cNvSpPr>
                <a:spLocks/>
              </p:cNvSpPr>
              <p:nvPr/>
            </p:nvSpPr>
            <p:spPr bwMode="auto">
              <a:xfrm>
                <a:off x="5228" y="760"/>
                <a:ext cx="91" cy="79"/>
              </a:xfrm>
              <a:custGeom>
                <a:avLst/>
                <a:gdLst>
                  <a:gd name="T0" fmla="*/ 0 w 363"/>
                  <a:gd name="T1" fmla="*/ 0 h 314"/>
                  <a:gd name="T2" fmla="*/ 0 w 363"/>
                  <a:gd name="T3" fmla="*/ 0 h 314"/>
                  <a:gd name="T4" fmla="*/ 0 w 363"/>
                  <a:gd name="T5" fmla="*/ 0 h 314"/>
                  <a:gd name="T6" fmla="*/ 0 w 363"/>
                  <a:gd name="T7" fmla="*/ 0 h 314"/>
                  <a:gd name="T8" fmla="*/ 0 w 363"/>
                  <a:gd name="T9" fmla="*/ 0 h 3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3"/>
                  <a:gd name="T16" fmla="*/ 0 h 314"/>
                  <a:gd name="T17" fmla="*/ 363 w 363"/>
                  <a:gd name="T18" fmla="*/ 314 h 3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3" h="314">
                    <a:moveTo>
                      <a:pt x="362" y="230"/>
                    </a:moveTo>
                    <a:lnTo>
                      <a:pt x="0" y="0"/>
                    </a:lnTo>
                    <a:lnTo>
                      <a:pt x="0" y="85"/>
                    </a:lnTo>
                    <a:lnTo>
                      <a:pt x="363" y="314"/>
                    </a:lnTo>
                    <a:lnTo>
                      <a:pt x="362" y="23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223" name="Freeform 3776"/>
              <p:cNvSpPr>
                <a:spLocks/>
              </p:cNvSpPr>
              <p:nvPr/>
            </p:nvSpPr>
            <p:spPr bwMode="auto">
              <a:xfrm>
                <a:off x="5318" y="729"/>
                <a:ext cx="169" cy="110"/>
              </a:xfrm>
              <a:custGeom>
                <a:avLst/>
                <a:gdLst>
                  <a:gd name="T0" fmla="*/ 0 w 676"/>
                  <a:gd name="T1" fmla="*/ 0 h 439"/>
                  <a:gd name="T2" fmla="*/ 0 w 676"/>
                  <a:gd name="T3" fmla="*/ 0 h 439"/>
                  <a:gd name="T4" fmla="*/ 0 w 676"/>
                  <a:gd name="T5" fmla="*/ 0 h 439"/>
                  <a:gd name="T6" fmla="*/ 0 w 676"/>
                  <a:gd name="T7" fmla="*/ 0 h 439"/>
                  <a:gd name="T8" fmla="*/ 0 w 676"/>
                  <a:gd name="T9" fmla="*/ 0 h 4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76"/>
                  <a:gd name="T16" fmla="*/ 0 h 439"/>
                  <a:gd name="T17" fmla="*/ 676 w 676"/>
                  <a:gd name="T18" fmla="*/ 439 h 4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76" h="439">
                    <a:moveTo>
                      <a:pt x="676" y="0"/>
                    </a:moveTo>
                    <a:lnTo>
                      <a:pt x="0" y="358"/>
                    </a:lnTo>
                    <a:lnTo>
                      <a:pt x="0" y="439"/>
                    </a:lnTo>
                    <a:lnTo>
                      <a:pt x="676" y="81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224" name="Freeform 3777"/>
              <p:cNvSpPr>
                <a:spLocks/>
              </p:cNvSpPr>
              <p:nvPr/>
            </p:nvSpPr>
            <p:spPr bwMode="auto">
              <a:xfrm>
                <a:off x="5273" y="699"/>
                <a:ext cx="195" cy="107"/>
              </a:xfrm>
              <a:custGeom>
                <a:avLst/>
                <a:gdLst>
                  <a:gd name="T0" fmla="*/ 0 w 778"/>
                  <a:gd name="T1" fmla="*/ 0 h 430"/>
                  <a:gd name="T2" fmla="*/ 0 w 778"/>
                  <a:gd name="T3" fmla="*/ 0 h 430"/>
                  <a:gd name="T4" fmla="*/ 0 w 778"/>
                  <a:gd name="T5" fmla="*/ 0 h 430"/>
                  <a:gd name="T6" fmla="*/ 0 w 778"/>
                  <a:gd name="T7" fmla="*/ 0 h 430"/>
                  <a:gd name="T8" fmla="*/ 0 w 778"/>
                  <a:gd name="T9" fmla="*/ 0 h 4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78"/>
                  <a:gd name="T16" fmla="*/ 0 h 430"/>
                  <a:gd name="T17" fmla="*/ 778 w 778"/>
                  <a:gd name="T18" fmla="*/ 430 h 43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78" h="430">
                    <a:moveTo>
                      <a:pt x="778" y="120"/>
                    </a:moveTo>
                    <a:lnTo>
                      <a:pt x="589" y="0"/>
                    </a:lnTo>
                    <a:lnTo>
                      <a:pt x="0" y="310"/>
                    </a:lnTo>
                    <a:lnTo>
                      <a:pt x="189" y="430"/>
                    </a:lnTo>
                    <a:lnTo>
                      <a:pt x="778" y="12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225" name="Freeform 3778"/>
              <p:cNvSpPr>
                <a:spLocks/>
              </p:cNvSpPr>
              <p:nvPr/>
            </p:nvSpPr>
            <p:spPr bwMode="auto">
              <a:xfrm>
                <a:off x="5273" y="699"/>
                <a:ext cx="194" cy="80"/>
              </a:xfrm>
              <a:custGeom>
                <a:avLst/>
                <a:gdLst>
                  <a:gd name="T0" fmla="*/ 0 w 778"/>
                  <a:gd name="T1" fmla="*/ 0 h 320"/>
                  <a:gd name="T2" fmla="*/ 0 w 778"/>
                  <a:gd name="T3" fmla="*/ 0 h 320"/>
                  <a:gd name="T4" fmla="*/ 0 w 778"/>
                  <a:gd name="T5" fmla="*/ 0 h 320"/>
                  <a:gd name="T6" fmla="*/ 0 w 778"/>
                  <a:gd name="T7" fmla="*/ 0 h 320"/>
                  <a:gd name="T8" fmla="*/ 0 w 778"/>
                  <a:gd name="T9" fmla="*/ 0 h 320"/>
                  <a:gd name="T10" fmla="*/ 0 w 778"/>
                  <a:gd name="T11" fmla="*/ 0 h 320"/>
                  <a:gd name="T12" fmla="*/ 0 w 778"/>
                  <a:gd name="T13" fmla="*/ 0 h 3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78"/>
                  <a:gd name="T22" fmla="*/ 0 h 320"/>
                  <a:gd name="T23" fmla="*/ 778 w 778"/>
                  <a:gd name="T24" fmla="*/ 320 h 3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78" h="320">
                    <a:moveTo>
                      <a:pt x="587" y="17"/>
                    </a:moveTo>
                    <a:lnTo>
                      <a:pt x="762" y="129"/>
                    </a:lnTo>
                    <a:lnTo>
                      <a:pt x="778" y="121"/>
                    </a:lnTo>
                    <a:lnTo>
                      <a:pt x="589" y="0"/>
                    </a:lnTo>
                    <a:lnTo>
                      <a:pt x="0" y="311"/>
                    </a:lnTo>
                    <a:lnTo>
                      <a:pt x="12" y="320"/>
                    </a:lnTo>
                    <a:lnTo>
                      <a:pt x="587" y="17"/>
                    </a:lnTo>
                    <a:close/>
                  </a:path>
                </a:pathLst>
              </a:custGeom>
              <a:solidFill>
                <a:srgbClr val="BCBCB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226" name="Freeform 3779"/>
              <p:cNvSpPr>
                <a:spLocks noEditPoints="1"/>
              </p:cNvSpPr>
              <p:nvPr/>
            </p:nvSpPr>
            <p:spPr bwMode="auto">
              <a:xfrm>
                <a:off x="5291" y="710"/>
                <a:ext cx="163" cy="88"/>
              </a:xfrm>
              <a:custGeom>
                <a:avLst/>
                <a:gdLst>
                  <a:gd name="T0" fmla="*/ 0 w 650"/>
                  <a:gd name="T1" fmla="*/ 0 h 350"/>
                  <a:gd name="T2" fmla="*/ 0 w 650"/>
                  <a:gd name="T3" fmla="*/ 0 h 350"/>
                  <a:gd name="T4" fmla="*/ 0 w 650"/>
                  <a:gd name="T5" fmla="*/ 0 h 350"/>
                  <a:gd name="T6" fmla="*/ 0 w 650"/>
                  <a:gd name="T7" fmla="*/ 0 h 350"/>
                  <a:gd name="T8" fmla="*/ 0 w 650"/>
                  <a:gd name="T9" fmla="*/ 0 h 350"/>
                  <a:gd name="T10" fmla="*/ 0 w 650"/>
                  <a:gd name="T11" fmla="*/ 0 h 350"/>
                  <a:gd name="T12" fmla="*/ 0 w 650"/>
                  <a:gd name="T13" fmla="*/ 0 h 350"/>
                  <a:gd name="T14" fmla="*/ 0 w 650"/>
                  <a:gd name="T15" fmla="*/ 0 h 350"/>
                  <a:gd name="T16" fmla="*/ 0 w 650"/>
                  <a:gd name="T17" fmla="*/ 0 h 350"/>
                  <a:gd name="T18" fmla="*/ 0 w 650"/>
                  <a:gd name="T19" fmla="*/ 0 h 350"/>
                  <a:gd name="T20" fmla="*/ 0 w 650"/>
                  <a:gd name="T21" fmla="*/ 0 h 350"/>
                  <a:gd name="T22" fmla="*/ 0 w 650"/>
                  <a:gd name="T23" fmla="*/ 0 h 350"/>
                  <a:gd name="T24" fmla="*/ 0 w 650"/>
                  <a:gd name="T25" fmla="*/ 0 h 350"/>
                  <a:gd name="T26" fmla="*/ 0 w 650"/>
                  <a:gd name="T27" fmla="*/ 0 h 350"/>
                  <a:gd name="T28" fmla="*/ 0 w 650"/>
                  <a:gd name="T29" fmla="*/ 0 h 350"/>
                  <a:gd name="T30" fmla="*/ 0 w 650"/>
                  <a:gd name="T31" fmla="*/ 0 h 350"/>
                  <a:gd name="T32" fmla="*/ 0 w 650"/>
                  <a:gd name="T33" fmla="*/ 0 h 350"/>
                  <a:gd name="T34" fmla="*/ 0 w 650"/>
                  <a:gd name="T35" fmla="*/ 0 h 350"/>
                  <a:gd name="T36" fmla="*/ 0 w 650"/>
                  <a:gd name="T37" fmla="*/ 0 h 350"/>
                  <a:gd name="T38" fmla="*/ 0 w 650"/>
                  <a:gd name="T39" fmla="*/ 0 h 350"/>
                  <a:gd name="T40" fmla="*/ 0 w 650"/>
                  <a:gd name="T41" fmla="*/ 0 h 350"/>
                  <a:gd name="T42" fmla="*/ 0 w 650"/>
                  <a:gd name="T43" fmla="*/ 0 h 350"/>
                  <a:gd name="T44" fmla="*/ 0 w 650"/>
                  <a:gd name="T45" fmla="*/ 0 h 350"/>
                  <a:gd name="T46" fmla="*/ 0 w 650"/>
                  <a:gd name="T47" fmla="*/ 0 h 350"/>
                  <a:gd name="T48" fmla="*/ 0 w 650"/>
                  <a:gd name="T49" fmla="*/ 0 h 350"/>
                  <a:gd name="T50" fmla="*/ 0 w 650"/>
                  <a:gd name="T51" fmla="*/ 0 h 350"/>
                  <a:gd name="T52" fmla="*/ 0 w 650"/>
                  <a:gd name="T53" fmla="*/ 0 h 350"/>
                  <a:gd name="T54" fmla="*/ 0 w 650"/>
                  <a:gd name="T55" fmla="*/ 0 h 350"/>
                  <a:gd name="T56" fmla="*/ 0 w 650"/>
                  <a:gd name="T57" fmla="*/ 0 h 350"/>
                  <a:gd name="T58" fmla="*/ 0 w 650"/>
                  <a:gd name="T59" fmla="*/ 0 h 350"/>
                  <a:gd name="T60" fmla="*/ 0 w 650"/>
                  <a:gd name="T61" fmla="*/ 0 h 350"/>
                  <a:gd name="T62" fmla="*/ 0 w 650"/>
                  <a:gd name="T63" fmla="*/ 0 h 350"/>
                  <a:gd name="T64" fmla="*/ 0 w 650"/>
                  <a:gd name="T65" fmla="*/ 0 h 350"/>
                  <a:gd name="T66" fmla="*/ 0 w 650"/>
                  <a:gd name="T67" fmla="*/ 0 h 350"/>
                  <a:gd name="T68" fmla="*/ 0 w 650"/>
                  <a:gd name="T69" fmla="*/ 0 h 350"/>
                  <a:gd name="T70" fmla="*/ 0 w 650"/>
                  <a:gd name="T71" fmla="*/ 0 h 350"/>
                  <a:gd name="T72" fmla="*/ 0 w 650"/>
                  <a:gd name="T73" fmla="*/ 0 h 350"/>
                  <a:gd name="T74" fmla="*/ 0 w 650"/>
                  <a:gd name="T75" fmla="*/ 0 h 350"/>
                  <a:gd name="T76" fmla="*/ 0 w 650"/>
                  <a:gd name="T77" fmla="*/ 0 h 350"/>
                  <a:gd name="T78" fmla="*/ 0 w 650"/>
                  <a:gd name="T79" fmla="*/ 0 h 350"/>
                  <a:gd name="T80" fmla="*/ 0 w 650"/>
                  <a:gd name="T81" fmla="*/ 0 h 350"/>
                  <a:gd name="T82" fmla="*/ 0 w 650"/>
                  <a:gd name="T83" fmla="*/ 0 h 350"/>
                  <a:gd name="T84" fmla="*/ 0 w 650"/>
                  <a:gd name="T85" fmla="*/ 0 h 350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650"/>
                  <a:gd name="T130" fmla="*/ 0 h 350"/>
                  <a:gd name="T131" fmla="*/ 650 w 650"/>
                  <a:gd name="T132" fmla="*/ 350 h 350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650" h="350">
                    <a:moveTo>
                      <a:pt x="650" y="42"/>
                    </a:moveTo>
                    <a:lnTo>
                      <a:pt x="649" y="41"/>
                    </a:lnTo>
                    <a:lnTo>
                      <a:pt x="546" y="94"/>
                    </a:lnTo>
                    <a:lnTo>
                      <a:pt x="485" y="55"/>
                    </a:lnTo>
                    <a:lnTo>
                      <a:pt x="589" y="2"/>
                    </a:lnTo>
                    <a:lnTo>
                      <a:pt x="587" y="0"/>
                    </a:lnTo>
                    <a:lnTo>
                      <a:pt x="484" y="54"/>
                    </a:lnTo>
                    <a:lnTo>
                      <a:pt x="414" y="10"/>
                    </a:lnTo>
                    <a:lnTo>
                      <a:pt x="413" y="12"/>
                    </a:lnTo>
                    <a:lnTo>
                      <a:pt x="482" y="55"/>
                    </a:lnTo>
                    <a:lnTo>
                      <a:pt x="399" y="99"/>
                    </a:lnTo>
                    <a:lnTo>
                      <a:pt x="331" y="55"/>
                    </a:lnTo>
                    <a:lnTo>
                      <a:pt x="330" y="57"/>
                    </a:lnTo>
                    <a:lnTo>
                      <a:pt x="398" y="100"/>
                    </a:lnTo>
                    <a:lnTo>
                      <a:pt x="314" y="143"/>
                    </a:lnTo>
                    <a:lnTo>
                      <a:pt x="246" y="99"/>
                    </a:lnTo>
                    <a:lnTo>
                      <a:pt x="245" y="101"/>
                    </a:lnTo>
                    <a:lnTo>
                      <a:pt x="312" y="144"/>
                    </a:lnTo>
                    <a:lnTo>
                      <a:pt x="242" y="181"/>
                    </a:lnTo>
                    <a:lnTo>
                      <a:pt x="173" y="137"/>
                    </a:lnTo>
                    <a:lnTo>
                      <a:pt x="171" y="138"/>
                    </a:lnTo>
                    <a:lnTo>
                      <a:pt x="240" y="182"/>
                    </a:lnTo>
                    <a:lnTo>
                      <a:pt x="157" y="225"/>
                    </a:lnTo>
                    <a:lnTo>
                      <a:pt x="90" y="182"/>
                    </a:lnTo>
                    <a:lnTo>
                      <a:pt x="88" y="183"/>
                    </a:lnTo>
                    <a:lnTo>
                      <a:pt x="155" y="226"/>
                    </a:lnTo>
                    <a:lnTo>
                      <a:pt x="72" y="270"/>
                    </a:lnTo>
                    <a:lnTo>
                      <a:pt x="3" y="226"/>
                    </a:lnTo>
                    <a:lnTo>
                      <a:pt x="2" y="227"/>
                    </a:lnTo>
                    <a:lnTo>
                      <a:pt x="71" y="271"/>
                    </a:lnTo>
                    <a:lnTo>
                      <a:pt x="0" y="308"/>
                    </a:lnTo>
                    <a:lnTo>
                      <a:pt x="1" y="310"/>
                    </a:lnTo>
                    <a:lnTo>
                      <a:pt x="72" y="272"/>
                    </a:lnTo>
                    <a:lnTo>
                      <a:pt x="132" y="311"/>
                    </a:lnTo>
                    <a:lnTo>
                      <a:pt x="61" y="348"/>
                    </a:lnTo>
                    <a:lnTo>
                      <a:pt x="62" y="350"/>
                    </a:lnTo>
                    <a:lnTo>
                      <a:pt x="135" y="312"/>
                    </a:lnTo>
                    <a:lnTo>
                      <a:pt x="190" y="348"/>
                    </a:lnTo>
                    <a:lnTo>
                      <a:pt x="192" y="345"/>
                    </a:lnTo>
                    <a:lnTo>
                      <a:pt x="137" y="311"/>
                    </a:lnTo>
                    <a:lnTo>
                      <a:pt x="220" y="267"/>
                    </a:lnTo>
                    <a:lnTo>
                      <a:pt x="277" y="303"/>
                    </a:lnTo>
                    <a:lnTo>
                      <a:pt x="278" y="302"/>
                    </a:lnTo>
                    <a:lnTo>
                      <a:pt x="222" y="266"/>
                    </a:lnTo>
                    <a:lnTo>
                      <a:pt x="304" y="223"/>
                    </a:lnTo>
                    <a:lnTo>
                      <a:pt x="360" y="258"/>
                    </a:lnTo>
                    <a:lnTo>
                      <a:pt x="361" y="257"/>
                    </a:lnTo>
                    <a:lnTo>
                      <a:pt x="307" y="222"/>
                    </a:lnTo>
                    <a:lnTo>
                      <a:pt x="376" y="185"/>
                    </a:lnTo>
                    <a:lnTo>
                      <a:pt x="433" y="221"/>
                    </a:lnTo>
                    <a:lnTo>
                      <a:pt x="435" y="220"/>
                    </a:lnTo>
                    <a:lnTo>
                      <a:pt x="379" y="184"/>
                    </a:lnTo>
                    <a:lnTo>
                      <a:pt x="462" y="140"/>
                    </a:lnTo>
                    <a:lnTo>
                      <a:pt x="519" y="177"/>
                    </a:lnTo>
                    <a:lnTo>
                      <a:pt x="520" y="176"/>
                    </a:lnTo>
                    <a:lnTo>
                      <a:pt x="464" y="139"/>
                    </a:lnTo>
                    <a:lnTo>
                      <a:pt x="546" y="96"/>
                    </a:lnTo>
                    <a:lnTo>
                      <a:pt x="602" y="132"/>
                    </a:lnTo>
                    <a:lnTo>
                      <a:pt x="603" y="130"/>
                    </a:lnTo>
                    <a:lnTo>
                      <a:pt x="548" y="95"/>
                    </a:lnTo>
                    <a:lnTo>
                      <a:pt x="650" y="42"/>
                    </a:lnTo>
                    <a:close/>
                    <a:moveTo>
                      <a:pt x="135" y="310"/>
                    </a:moveTo>
                    <a:lnTo>
                      <a:pt x="74" y="271"/>
                    </a:lnTo>
                    <a:lnTo>
                      <a:pt x="157" y="228"/>
                    </a:lnTo>
                    <a:lnTo>
                      <a:pt x="218" y="266"/>
                    </a:lnTo>
                    <a:lnTo>
                      <a:pt x="135" y="310"/>
                    </a:lnTo>
                    <a:close/>
                    <a:moveTo>
                      <a:pt x="220" y="265"/>
                    </a:moveTo>
                    <a:lnTo>
                      <a:pt x="160" y="227"/>
                    </a:lnTo>
                    <a:lnTo>
                      <a:pt x="242" y="183"/>
                    </a:lnTo>
                    <a:lnTo>
                      <a:pt x="303" y="222"/>
                    </a:lnTo>
                    <a:lnTo>
                      <a:pt x="220" y="265"/>
                    </a:lnTo>
                    <a:close/>
                    <a:moveTo>
                      <a:pt x="304" y="221"/>
                    </a:moveTo>
                    <a:lnTo>
                      <a:pt x="244" y="182"/>
                    </a:lnTo>
                    <a:lnTo>
                      <a:pt x="314" y="145"/>
                    </a:lnTo>
                    <a:lnTo>
                      <a:pt x="374" y="184"/>
                    </a:lnTo>
                    <a:lnTo>
                      <a:pt x="304" y="221"/>
                    </a:lnTo>
                    <a:close/>
                    <a:moveTo>
                      <a:pt x="376" y="183"/>
                    </a:moveTo>
                    <a:lnTo>
                      <a:pt x="316" y="144"/>
                    </a:lnTo>
                    <a:lnTo>
                      <a:pt x="399" y="101"/>
                    </a:lnTo>
                    <a:lnTo>
                      <a:pt x="459" y="139"/>
                    </a:lnTo>
                    <a:lnTo>
                      <a:pt x="376" y="183"/>
                    </a:lnTo>
                    <a:close/>
                    <a:moveTo>
                      <a:pt x="462" y="138"/>
                    </a:moveTo>
                    <a:lnTo>
                      <a:pt x="401" y="100"/>
                    </a:lnTo>
                    <a:lnTo>
                      <a:pt x="484" y="56"/>
                    </a:lnTo>
                    <a:lnTo>
                      <a:pt x="545" y="95"/>
                    </a:lnTo>
                    <a:lnTo>
                      <a:pt x="462" y="138"/>
                    </a:lnTo>
                    <a:close/>
                  </a:path>
                </a:pathLst>
              </a:custGeom>
              <a:solidFill>
                <a:srgbClr val="BCBCB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227" name="Freeform 3780"/>
              <p:cNvSpPr>
                <a:spLocks/>
              </p:cNvSpPr>
              <p:nvPr/>
            </p:nvSpPr>
            <p:spPr bwMode="auto">
              <a:xfrm>
                <a:off x="5231" y="749"/>
                <a:ext cx="219" cy="90"/>
              </a:xfrm>
              <a:custGeom>
                <a:avLst/>
                <a:gdLst>
                  <a:gd name="T0" fmla="*/ 0 w 875"/>
                  <a:gd name="T1" fmla="*/ 0 h 359"/>
                  <a:gd name="T2" fmla="*/ 0 w 875"/>
                  <a:gd name="T3" fmla="*/ 0 h 359"/>
                  <a:gd name="T4" fmla="*/ 0 w 875"/>
                  <a:gd name="T5" fmla="*/ 0 h 359"/>
                  <a:gd name="T6" fmla="*/ 0 w 875"/>
                  <a:gd name="T7" fmla="*/ 0 h 359"/>
                  <a:gd name="T8" fmla="*/ 0 w 875"/>
                  <a:gd name="T9" fmla="*/ 0 h 359"/>
                  <a:gd name="T10" fmla="*/ 0 w 875"/>
                  <a:gd name="T11" fmla="*/ 0 h 359"/>
                  <a:gd name="T12" fmla="*/ 0 w 875"/>
                  <a:gd name="T13" fmla="*/ 0 h 35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75"/>
                  <a:gd name="T22" fmla="*/ 0 h 359"/>
                  <a:gd name="T23" fmla="*/ 875 w 875"/>
                  <a:gd name="T24" fmla="*/ 359 h 35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75" h="359">
                    <a:moveTo>
                      <a:pt x="0" y="53"/>
                    </a:moveTo>
                    <a:lnTo>
                      <a:pt x="344" y="276"/>
                    </a:lnTo>
                    <a:lnTo>
                      <a:pt x="347" y="359"/>
                    </a:lnTo>
                    <a:lnTo>
                      <a:pt x="351" y="277"/>
                    </a:lnTo>
                    <a:lnTo>
                      <a:pt x="875" y="0"/>
                    </a:lnTo>
                    <a:lnTo>
                      <a:pt x="347" y="268"/>
                    </a:lnTo>
                    <a:lnTo>
                      <a:pt x="0" y="5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 sz="1100" b="1"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174" name="직사각형 1982"/>
            <p:cNvSpPr>
              <a:spLocks noChangeArrowheads="1"/>
            </p:cNvSpPr>
            <p:nvPr/>
          </p:nvSpPr>
          <p:spPr bwMode="auto">
            <a:xfrm>
              <a:off x="7787925" y="5910668"/>
              <a:ext cx="1470997" cy="4138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000066"/>
                  </a:solidFill>
                  <a:latin typeface="맑은 고딕" pitchFamily="50" charset="-127"/>
                  <a:ea typeface="맑은 고딕" pitchFamily="50" charset="-127"/>
                </a:rPr>
                <a:t>작업자</a:t>
              </a:r>
              <a:r>
                <a:rPr lang="en-US" altLang="ko-KR" sz="1100" b="1" dirty="0">
                  <a:solidFill>
                    <a:srgbClr val="000066"/>
                  </a:solidFill>
                  <a:latin typeface="맑은 고딕" pitchFamily="50" charset="-127"/>
                  <a:ea typeface="맑은 고딕" pitchFamily="50" charset="-127"/>
                </a:rPr>
                <a:t> UI</a:t>
              </a:r>
            </a:p>
            <a:p>
              <a:pPr algn="ctr"/>
              <a:r>
                <a:rPr lang="en-US" altLang="ko-KR" sz="1100" b="1" dirty="0">
                  <a:solidFill>
                    <a:srgbClr val="000066"/>
                  </a:solidFill>
                  <a:latin typeface="맑은 고딕" pitchFamily="50" charset="-127"/>
                  <a:ea typeface="맑은 고딕" pitchFamily="50" charset="-127"/>
                </a:rPr>
                <a:t>(Cell </a:t>
              </a:r>
              <a:r>
                <a:rPr lang="ko-KR" altLang="en-US" sz="1100" b="1" dirty="0">
                  <a:solidFill>
                    <a:srgbClr val="000066"/>
                  </a:solidFill>
                  <a:latin typeface="맑은 고딕" pitchFamily="50" charset="-127"/>
                  <a:ea typeface="맑은 고딕" pitchFamily="50" charset="-127"/>
                </a:rPr>
                <a:t>정보 생성 화면</a:t>
              </a:r>
              <a:r>
                <a:rPr lang="en-US" altLang="ko-KR" sz="1100" b="1" dirty="0">
                  <a:solidFill>
                    <a:srgbClr val="000066"/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  <a:endParaRPr lang="ko-KR" altLang="en-US" sz="1100" b="1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438" y="2420747"/>
            <a:ext cx="663034" cy="704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1" name="TextBox 240"/>
          <p:cNvSpPr txBox="1"/>
          <p:nvPr/>
        </p:nvSpPr>
        <p:spPr>
          <a:xfrm>
            <a:off x="126315" y="3170418"/>
            <a:ext cx="13662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작업자 </a:t>
            </a:r>
            <a:r>
              <a:rPr lang="en-US" altLang="ko-KR" sz="1200" b="1" dirty="0"/>
              <a:t>Tray</a:t>
            </a:r>
            <a:r>
              <a:rPr lang="ko-KR" altLang="en-US" sz="1200" b="1" dirty="0"/>
              <a:t> 투입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3270063" y="1431193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err="1"/>
              <a:t>Bcr</a:t>
            </a:r>
            <a:endParaRPr lang="en-US" altLang="ko-KR" sz="1200" b="1" dirty="0"/>
          </a:p>
        </p:txBody>
      </p:sp>
      <p:cxnSp>
        <p:nvCxnSpPr>
          <p:cNvPr id="1032" name="직선 화살표 연결선 1031"/>
          <p:cNvCxnSpPr/>
          <p:nvPr/>
        </p:nvCxnSpPr>
        <p:spPr>
          <a:xfrm flipH="1">
            <a:off x="894825" y="1741092"/>
            <a:ext cx="1173762" cy="92198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직사각형 249"/>
          <p:cNvSpPr/>
          <p:nvPr/>
        </p:nvSpPr>
        <p:spPr>
          <a:xfrm>
            <a:off x="9068747" y="3235065"/>
            <a:ext cx="366066" cy="221359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33" name="TextBox 1032"/>
          <p:cNvSpPr txBox="1"/>
          <p:nvPr/>
        </p:nvSpPr>
        <p:spPr>
          <a:xfrm>
            <a:off x="9053363" y="3735449"/>
            <a:ext cx="461665" cy="125290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ko-KR" altLang="en-US" dirty="0"/>
              <a:t>가상 </a:t>
            </a:r>
            <a:r>
              <a:rPr lang="en-US" altLang="ko-KR"/>
              <a:t>Jig </a:t>
            </a:r>
            <a:r>
              <a:rPr lang="en-US" altLang="ko-KR" dirty="0"/>
              <a:t>ID</a:t>
            </a:r>
            <a:endParaRPr lang="ko-KR" altLang="en-US" dirty="0"/>
          </a:p>
        </p:txBody>
      </p:sp>
      <p:grpSp>
        <p:nvGrpSpPr>
          <p:cNvPr id="33" name="그룹 32"/>
          <p:cNvGrpSpPr/>
          <p:nvPr/>
        </p:nvGrpSpPr>
        <p:grpSpPr>
          <a:xfrm>
            <a:off x="2151845" y="1007946"/>
            <a:ext cx="960858" cy="733146"/>
            <a:chOff x="641673" y="998369"/>
            <a:chExt cx="960858" cy="733146"/>
          </a:xfrm>
        </p:grpSpPr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616" y="998369"/>
              <a:ext cx="458938" cy="4681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783" y="1103692"/>
              <a:ext cx="133350" cy="3047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42" name="TextBox 241"/>
            <p:cNvSpPr txBox="1"/>
            <p:nvPr/>
          </p:nvSpPr>
          <p:spPr>
            <a:xfrm>
              <a:off x="641673" y="1454516"/>
              <a:ext cx="4828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/>
                <a:t>Tray</a:t>
              </a:r>
              <a:endParaRPr lang="ko-KR" altLang="en-US" sz="1200" b="1" dirty="0"/>
            </a:p>
          </p:txBody>
        </p:sp>
        <p:sp>
          <p:nvSpPr>
            <p:cNvPr id="243" name="TextBox 242"/>
            <p:cNvSpPr txBox="1"/>
            <p:nvPr/>
          </p:nvSpPr>
          <p:spPr>
            <a:xfrm>
              <a:off x="1151767" y="1454516"/>
              <a:ext cx="45076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/>
                <a:t>Cell</a:t>
              </a:r>
              <a:endParaRPr lang="ko-KR" altLang="en-US" sz="1200" b="1" dirty="0"/>
            </a:p>
          </p:txBody>
        </p:sp>
        <p:sp>
          <p:nvSpPr>
            <p:cNvPr id="1034" name="TextBox 1033"/>
            <p:cNvSpPr txBox="1"/>
            <p:nvPr/>
          </p:nvSpPr>
          <p:spPr>
            <a:xfrm>
              <a:off x="1060475" y="1137492"/>
              <a:ext cx="2808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/>
                <a:t>+</a:t>
              </a:r>
              <a:endParaRPr lang="ko-KR" altLang="en-US" sz="1200" b="1" dirty="0"/>
            </a:p>
          </p:txBody>
        </p:sp>
      </p:grpSp>
      <p:sp>
        <p:nvSpPr>
          <p:cNvPr id="1035" name="TextBox 1034"/>
          <p:cNvSpPr txBox="1"/>
          <p:nvPr/>
        </p:nvSpPr>
        <p:spPr>
          <a:xfrm>
            <a:off x="5977538" y="5389604"/>
            <a:ext cx="6254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10101</a:t>
            </a:r>
            <a:endParaRPr lang="ko-KR" altLang="en-US" sz="1200" dirty="0"/>
          </a:p>
        </p:txBody>
      </p:sp>
      <p:sp>
        <p:nvSpPr>
          <p:cNvPr id="254" name="TextBox 253"/>
          <p:cNvSpPr txBox="1"/>
          <p:nvPr/>
        </p:nvSpPr>
        <p:spPr>
          <a:xfrm>
            <a:off x="6447651" y="5389604"/>
            <a:ext cx="6254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10102</a:t>
            </a:r>
            <a:endParaRPr lang="ko-KR" altLang="en-US" sz="1200" dirty="0"/>
          </a:p>
        </p:txBody>
      </p:sp>
      <p:sp>
        <p:nvSpPr>
          <p:cNvPr id="255" name="TextBox 254"/>
          <p:cNvSpPr txBox="1"/>
          <p:nvPr/>
        </p:nvSpPr>
        <p:spPr>
          <a:xfrm>
            <a:off x="6951707" y="5389604"/>
            <a:ext cx="6254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10103</a:t>
            </a:r>
            <a:endParaRPr lang="ko-KR" altLang="en-US" sz="1200" dirty="0"/>
          </a:p>
        </p:txBody>
      </p:sp>
      <p:sp>
        <p:nvSpPr>
          <p:cNvPr id="256" name="TextBox 255"/>
          <p:cNvSpPr txBox="1"/>
          <p:nvPr/>
        </p:nvSpPr>
        <p:spPr>
          <a:xfrm>
            <a:off x="7442951" y="5389604"/>
            <a:ext cx="6254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10104</a:t>
            </a:r>
            <a:endParaRPr lang="ko-KR" altLang="en-US" sz="1200" dirty="0"/>
          </a:p>
        </p:txBody>
      </p:sp>
      <p:sp>
        <p:nvSpPr>
          <p:cNvPr id="257" name="TextBox 256"/>
          <p:cNvSpPr txBox="1"/>
          <p:nvPr/>
        </p:nvSpPr>
        <p:spPr>
          <a:xfrm>
            <a:off x="7959819" y="5389604"/>
            <a:ext cx="6254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10105</a:t>
            </a:r>
            <a:endParaRPr lang="ko-KR" altLang="en-US" sz="1200" dirty="0"/>
          </a:p>
        </p:txBody>
      </p:sp>
      <p:sp>
        <p:nvSpPr>
          <p:cNvPr id="258" name="TextBox 257"/>
          <p:cNvSpPr txBox="1"/>
          <p:nvPr/>
        </p:nvSpPr>
        <p:spPr>
          <a:xfrm>
            <a:off x="8463875" y="5389604"/>
            <a:ext cx="6254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10106</a:t>
            </a:r>
            <a:endParaRPr lang="ko-KR" altLang="en-US" sz="1200" dirty="0"/>
          </a:p>
        </p:txBody>
      </p:sp>
      <p:sp>
        <p:nvSpPr>
          <p:cNvPr id="259" name="TextBox 258"/>
          <p:cNvSpPr txBox="1"/>
          <p:nvPr/>
        </p:nvSpPr>
        <p:spPr>
          <a:xfrm>
            <a:off x="8945351" y="5389604"/>
            <a:ext cx="6254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10107</a:t>
            </a:r>
            <a:endParaRPr lang="ko-KR" altLang="en-US" sz="1200" dirty="0"/>
          </a:p>
        </p:txBody>
      </p:sp>
      <p:sp>
        <p:nvSpPr>
          <p:cNvPr id="260" name="TextBox 259"/>
          <p:cNvSpPr txBox="1"/>
          <p:nvPr/>
        </p:nvSpPr>
        <p:spPr>
          <a:xfrm>
            <a:off x="9449407" y="5389604"/>
            <a:ext cx="6254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10108</a:t>
            </a:r>
            <a:endParaRPr lang="ko-KR" altLang="en-US" sz="1200" dirty="0"/>
          </a:p>
        </p:txBody>
      </p:sp>
      <p:cxnSp>
        <p:nvCxnSpPr>
          <p:cNvPr id="1040" name="직선 화살표 연결선 1039"/>
          <p:cNvCxnSpPr>
            <a:stCxn id="112" idx="1"/>
          </p:cNvCxnSpPr>
          <p:nvPr/>
        </p:nvCxnSpPr>
        <p:spPr>
          <a:xfrm flipH="1">
            <a:off x="4081218" y="5903353"/>
            <a:ext cx="345850" cy="283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타원 269">
            <a:extLst>
              <a:ext uri="{FF2B5EF4-FFF2-40B4-BE49-F238E27FC236}">
                <a16:creationId xmlns:a16="http://schemas.microsoft.com/office/drawing/2014/main" id="{AB6A7FE7-2A3D-4A2D-8AEE-AB317E5D9188}"/>
              </a:ext>
            </a:extLst>
          </p:cNvPr>
          <p:cNvSpPr/>
          <p:nvPr/>
        </p:nvSpPr>
        <p:spPr>
          <a:xfrm>
            <a:off x="5289975" y="2985929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Malgun Gothic Semilight" panose="020B0502040204020203" pitchFamily="50" charset="-127"/>
              </a:rPr>
              <a:t>1</a:t>
            </a:r>
            <a:endParaRPr lang="ko-KR" altLang="en-US" sz="1200" b="1" dirty="0">
              <a:latin typeface="+mn-ea"/>
              <a:cs typeface="Malgun Gothic Semilight" panose="020B0502040204020203" pitchFamily="50" charset="-127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2866366" y="2314649"/>
            <a:ext cx="3126657" cy="0"/>
          </a:xfrm>
          <a:prstGeom prst="line">
            <a:avLst/>
          </a:prstGeom>
          <a:ln w="158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767499" y="1961961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PLC</a:t>
            </a:r>
            <a:endParaRPr lang="ko-KR" altLang="en-US" dirty="0"/>
          </a:p>
        </p:txBody>
      </p:sp>
      <p:cxnSp>
        <p:nvCxnSpPr>
          <p:cNvPr id="147" name="직선 연결선 146"/>
          <p:cNvCxnSpPr/>
          <p:nvPr/>
        </p:nvCxnSpPr>
        <p:spPr>
          <a:xfrm>
            <a:off x="6101035" y="2314649"/>
            <a:ext cx="3973864" cy="0"/>
          </a:xfrm>
          <a:prstGeom prst="line">
            <a:avLst/>
          </a:prstGeom>
          <a:ln w="158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7193589" y="1929695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PC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76095" y="6462565"/>
            <a:ext cx="45304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/>
              <a:t>프로그램 종류</a:t>
            </a:r>
            <a:r>
              <a:rPr lang="en-US" altLang="ko-KR" sz="1000" b="1" dirty="0"/>
              <a:t>: Jig Formation</a:t>
            </a:r>
            <a:r>
              <a:rPr lang="ko-KR" altLang="en-US" sz="1000" b="1" dirty="0"/>
              <a:t>단 </a:t>
            </a:r>
            <a:r>
              <a:rPr lang="en-US" altLang="ko-KR" sz="1000" b="1" dirty="0"/>
              <a:t>plc controller, Jig </a:t>
            </a:r>
            <a:r>
              <a:rPr lang="en-US" altLang="ko-KR" sz="1000" b="1" dirty="0" err="1"/>
              <a:t>fomation</a:t>
            </a:r>
            <a:r>
              <a:rPr lang="en-US" altLang="ko-KR" sz="1000" b="1" dirty="0"/>
              <a:t> controller, </a:t>
            </a:r>
          </a:p>
          <a:p>
            <a:r>
              <a:rPr lang="ko-KR" altLang="en-US" sz="1000" b="1" dirty="0"/>
              <a:t>가압</a:t>
            </a:r>
            <a:r>
              <a:rPr lang="en-US" altLang="ko-KR" sz="1000" b="1" dirty="0"/>
              <a:t>IR/OCV Controller </a:t>
            </a:r>
            <a:endParaRPr lang="ko-KR" altLang="en-US" sz="1000" b="1" dirty="0"/>
          </a:p>
        </p:txBody>
      </p:sp>
      <p:grpSp>
        <p:nvGrpSpPr>
          <p:cNvPr id="21" name="그룹 20"/>
          <p:cNvGrpSpPr/>
          <p:nvPr/>
        </p:nvGrpSpPr>
        <p:grpSpPr>
          <a:xfrm>
            <a:off x="3317607" y="1109887"/>
            <a:ext cx="703759" cy="343173"/>
            <a:chOff x="2954166" y="1241737"/>
            <a:chExt cx="703759" cy="343173"/>
          </a:xfrm>
        </p:grpSpPr>
        <p:pic>
          <p:nvPicPr>
            <p:cNvPr id="171" name="Picture 76" descr="p300fzy">
              <a:hlinkClick r:id="rId18"/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2954166" y="1241737"/>
              <a:ext cx="260008" cy="2244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9" name="자유형 28"/>
            <p:cNvSpPr/>
            <p:nvPr/>
          </p:nvSpPr>
          <p:spPr>
            <a:xfrm>
              <a:off x="3087513" y="1332764"/>
              <a:ext cx="570412" cy="252146"/>
            </a:xfrm>
            <a:custGeom>
              <a:avLst/>
              <a:gdLst>
                <a:gd name="connsiteX0" fmla="*/ 457200 w 457200"/>
                <a:gd name="connsiteY0" fmla="*/ 0 h 91635"/>
                <a:gd name="connsiteX1" fmla="*/ 274320 w 457200"/>
                <a:gd name="connsiteY1" fmla="*/ 91440 h 91635"/>
                <a:gd name="connsiteX2" fmla="*/ 0 w 457200"/>
                <a:gd name="connsiteY2" fmla="*/ 26126 h 91635"/>
                <a:gd name="connsiteX3" fmla="*/ 0 w 457200"/>
                <a:gd name="connsiteY3" fmla="*/ 26126 h 91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7200" h="91635">
                  <a:moveTo>
                    <a:pt x="457200" y="0"/>
                  </a:moveTo>
                  <a:cubicBezTo>
                    <a:pt x="403860" y="43543"/>
                    <a:pt x="350520" y="87086"/>
                    <a:pt x="274320" y="91440"/>
                  </a:cubicBezTo>
                  <a:cubicBezTo>
                    <a:pt x="198120" y="95794"/>
                    <a:pt x="0" y="26126"/>
                    <a:pt x="0" y="26126"/>
                  </a:cubicBezTo>
                  <a:lnTo>
                    <a:pt x="0" y="26126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709367" y="2728983"/>
            <a:ext cx="295512" cy="274429"/>
            <a:chOff x="709367" y="2728983"/>
            <a:chExt cx="295512" cy="274429"/>
          </a:xfrm>
        </p:grpSpPr>
        <p:sp>
          <p:nvSpPr>
            <p:cNvPr id="2" name="직사각형 1"/>
            <p:cNvSpPr/>
            <p:nvPr/>
          </p:nvSpPr>
          <p:spPr>
            <a:xfrm>
              <a:off x="709367" y="2728983"/>
              <a:ext cx="295512" cy="2685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753169" y="2957693"/>
              <a:ext cx="248139" cy="4571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" name="직사각형 147"/>
            <p:cNvSpPr/>
            <p:nvPr/>
          </p:nvSpPr>
          <p:spPr>
            <a:xfrm>
              <a:off x="753169" y="2884595"/>
              <a:ext cx="248139" cy="4571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" name="직사각형 150"/>
            <p:cNvSpPr/>
            <p:nvPr/>
          </p:nvSpPr>
          <p:spPr>
            <a:xfrm>
              <a:off x="753169" y="2813242"/>
              <a:ext cx="248139" cy="4571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53" name="Picture 4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4611" y="2439305"/>
            <a:ext cx="458938" cy="468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338626" y="1185552"/>
            <a:ext cx="17299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Tray ID</a:t>
            </a:r>
            <a:r>
              <a:rPr lang="ko-KR" altLang="en-US" sz="1200" dirty="0"/>
              <a:t> </a:t>
            </a:r>
            <a:r>
              <a:rPr lang="en-US" altLang="ko-KR" sz="1200" dirty="0"/>
              <a:t>&amp;</a:t>
            </a:r>
            <a:r>
              <a:rPr lang="ko-KR" altLang="en-US" sz="1200" dirty="0"/>
              <a:t> </a:t>
            </a:r>
            <a:r>
              <a:rPr lang="en-US" altLang="ko-KR" sz="1200" dirty="0"/>
              <a:t>Cell ID </a:t>
            </a:r>
            <a:r>
              <a:rPr lang="ko-KR" altLang="en-US" sz="1200" dirty="0" err="1"/>
              <a:t>리딩</a:t>
            </a:r>
            <a:endParaRPr lang="en-US" altLang="ko-KR" sz="1200" dirty="0"/>
          </a:p>
          <a:p>
            <a:r>
              <a:rPr lang="en-US" altLang="ko-KR" sz="1200" dirty="0"/>
              <a:t>Cell </a:t>
            </a:r>
            <a:r>
              <a:rPr lang="ko-KR" altLang="en-US" sz="1200" dirty="0"/>
              <a:t>정보 생성 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60866" y="1925084"/>
            <a:ext cx="8242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Tray </a:t>
            </a:r>
            <a:r>
              <a:rPr lang="ko-KR" altLang="en-US" sz="1200" dirty="0"/>
              <a:t>이동</a:t>
            </a:r>
          </a:p>
        </p:txBody>
      </p:sp>
    </p:spTree>
    <p:extLst>
      <p:ext uri="{BB962C8B-B14F-4D97-AF65-F5344CB8AC3E}">
        <p14:creationId xmlns:p14="http://schemas.microsoft.com/office/powerpoint/2010/main" val="1929153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Jig Formation Message</a:t>
            </a:r>
            <a:endParaRPr lang="ko-KR" altLang="en-US" dirty="0"/>
          </a:p>
        </p:txBody>
      </p:sp>
      <p:sp>
        <p:nvSpPr>
          <p:cNvPr id="10" name="텍스트 개체 틀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 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752625"/>
              </p:ext>
            </p:extLst>
          </p:nvPr>
        </p:nvGraphicFramePr>
        <p:xfrm>
          <a:off x="1168487" y="1035149"/>
          <a:ext cx="7380820" cy="49442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8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1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21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20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556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400" b="1" kern="100" dirty="0">
                          <a:effectLst/>
                        </a:rPr>
                        <a:t>번호</a:t>
                      </a:r>
                      <a:endParaRPr lang="ko-KR" sz="1400" b="1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Command</a:t>
                      </a:r>
                      <a:endParaRPr lang="ko-KR" sz="1400" b="1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400" b="1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분류</a:t>
                      </a:r>
                      <a:endParaRPr lang="ko-KR" sz="1400" b="1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Command</a:t>
                      </a:r>
                      <a:endParaRPr lang="ko-KR" sz="1400" b="1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Direction</a:t>
                      </a:r>
                      <a:endParaRPr lang="ko-KR" sz="1400" b="1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Reply</a:t>
                      </a:r>
                      <a:endParaRPr lang="ko-KR" sz="1400" b="1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200" kern="100" dirty="0">
                          <a:effectLst/>
                        </a:rPr>
                        <a:t>작업 실 처리</a:t>
                      </a:r>
                      <a:r>
                        <a:rPr lang="en-US" sz="1200" kern="100" dirty="0">
                          <a:effectLst/>
                        </a:rPr>
                        <a:t> Data </a:t>
                      </a:r>
                      <a:r>
                        <a:rPr lang="ko-KR" sz="1200" kern="100" dirty="0">
                          <a:effectLst/>
                        </a:rPr>
                        <a:t>보고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공통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901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H &lt;- M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902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2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200" kern="100" dirty="0">
                          <a:effectLst/>
                        </a:rPr>
                        <a:t>작업 실 처리</a:t>
                      </a:r>
                      <a:r>
                        <a:rPr lang="en-US" sz="1200" kern="100" dirty="0">
                          <a:effectLst/>
                        </a:rPr>
                        <a:t> Data </a:t>
                      </a:r>
                      <a:r>
                        <a:rPr lang="ko-KR" sz="1200" kern="100" dirty="0">
                          <a:effectLst/>
                        </a:rPr>
                        <a:t>보고 응답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공통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902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 -&gt; M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X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3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200" kern="100" dirty="0">
                          <a:effectLst/>
                        </a:rPr>
                        <a:t>작업 시작</a:t>
                      </a:r>
                      <a:r>
                        <a:rPr lang="en-US" sz="1200" kern="100" dirty="0">
                          <a:effectLst/>
                        </a:rPr>
                        <a:t>/ </a:t>
                      </a:r>
                      <a:r>
                        <a:rPr lang="ko-KR" sz="1200" kern="100" dirty="0">
                          <a:effectLst/>
                        </a:rPr>
                        <a:t>종료 보고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공통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905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 &lt;- M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906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4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200" kern="100">
                          <a:effectLst/>
                        </a:rPr>
                        <a:t>작업 시작</a:t>
                      </a:r>
                      <a:r>
                        <a:rPr lang="en-US" sz="1200" kern="100">
                          <a:effectLst/>
                        </a:rPr>
                        <a:t>/ </a:t>
                      </a:r>
                      <a:r>
                        <a:rPr lang="ko-KR" sz="1200" kern="100">
                          <a:effectLst/>
                        </a:rPr>
                        <a:t>종료 보고 응답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공통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906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 -&gt; M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X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5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200" kern="100">
                          <a:effectLst/>
                        </a:rPr>
                        <a:t>설비상태 보고 지시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공통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909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 -&gt; M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910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6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200" kern="100" dirty="0">
                          <a:effectLst/>
                        </a:rPr>
                        <a:t>설비상태 보고 지시 응답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공통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910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 &lt;- M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X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7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200" kern="100">
                          <a:effectLst/>
                        </a:rPr>
                        <a:t>작업 실 처리 </a:t>
                      </a:r>
                      <a:r>
                        <a:rPr lang="en-US" sz="1200" kern="100">
                          <a:effectLst/>
                        </a:rPr>
                        <a:t>Data </a:t>
                      </a:r>
                      <a:r>
                        <a:rPr lang="ko-KR" sz="1200" kern="100">
                          <a:effectLst/>
                        </a:rPr>
                        <a:t>재 보고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공통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911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 -&gt; M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912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8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200" kern="100">
                          <a:effectLst/>
                        </a:rPr>
                        <a:t>작업 실 처리 </a:t>
                      </a:r>
                      <a:r>
                        <a:rPr lang="en-US" sz="1200" kern="100">
                          <a:effectLst/>
                        </a:rPr>
                        <a:t>Data </a:t>
                      </a:r>
                      <a:r>
                        <a:rPr lang="ko-KR" sz="1200" kern="100">
                          <a:effectLst/>
                        </a:rPr>
                        <a:t>재 보고 응답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공통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912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 &lt;- M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X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9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200" kern="100" dirty="0">
                          <a:effectLst/>
                        </a:rPr>
                        <a:t>설비 상태 보고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공통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913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 &lt;- M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X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10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200" kern="100">
                          <a:effectLst/>
                        </a:rPr>
                        <a:t>작업</a:t>
                      </a:r>
                      <a:r>
                        <a:rPr lang="en-US" sz="1200" kern="100">
                          <a:effectLst/>
                        </a:rPr>
                        <a:t> Mode </a:t>
                      </a:r>
                      <a:r>
                        <a:rPr lang="ko-KR" sz="1200" kern="100">
                          <a:effectLst/>
                        </a:rPr>
                        <a:t>보고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공통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917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 &lt;- M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918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11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200" kern="100">
                          <a:effectLst/>
                        </a:rPr>
                        <a:t>작업</a:t>
                      </a:r>
                      <a:r>
                        <a:rPr lang="en-US" sz="1200" kern="100">
                          <a:effectLst/>
                        </a:rPr>
                        <a:t> Mode </a:t>
                      </a:r>
                      <a:r>
                        <a:rPr lang="ko-KR" sz="1200" kern="100">
                          <a:effectLst/>
                        </a:rPr>
                        <a:t>보고 응답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공통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918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 -&gt; M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X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12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200" kern="100">
                          <a:effectLst/>
                        </a:rPr>
                        <a:t>작업</a:t>
                      </a:r>
                      <a:r>
                        <a:rPr lang="en-US" sz="1200" kern="100">
                          <a:effectLst/>
                        </a:rPr>
                        <a:t> Mode </a:t>
                      </a:r>
                      <a:r>
                        <a:rPr lang="ko-KR" sz="1200" kern="100">
                          <a:effectLst/>
                        </a:rPr>
                        <a:t>지시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공통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921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 -&gt; M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922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13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200" kern="100">
                          <a:effectLst/>
                        </a:rPr>
                        <a:t>작업</a:t>
                      </a:r>
                      <a:r>
                        <a:rPr lang="en-US" sz="1200" kern="100">
                          <a:effectLst/>
                        </a:rPr>
                        <a:t> Mode </a:t>
                      </a:r>
                      <a:r>
                        <a:rPr lang="ko-KR" sz="1200" kern="100">
                          <a:effectLst/>
                        </a:rPr>
                        <a:t>지시 응답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공통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922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H &lt;- M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X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strike="sngStrike" kern="100">
                          <a:effectLst/>
                        </a:rPr>
                        <a:t>14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200" kern="100">
                          <a:effectLst/>
                        </a:rPr>
                        <a:t>통신상태 보고 요청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공통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925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 &lt;-&gt; M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926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strike="sngStrike" kern="100">
                          <a:effectLst/>
                        </a:rPr>
                        <a:t>15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200" kern="100">
                          <a:effectLst/>
                        </a:rPr>
                        <a:t>통신상태 보고 요청 응답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공통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926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 &lt;-&gt; M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X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16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Tray Load</a:t>
                      </a:r>
                      <a:r>
                        <a:rPr lang="ko-KR" sz="1200" kern="100" dirty="0">
                          <a:effectLst/>
                        </a:rPr>
                        <a:t>요청</a:t>
                      </a:r>
                      <a:r>
                        <a:rPr lang="en-US" sz="1200" kern="100" dirty="0">
                          <a:effectLst/>
                        </a:rPr>
                        <a:t>/</a:t>
                      </a:r>
                      <a:r>
                        <a:rPr lang="ko-KR" sz="1200" kern="100" dirty="0">
                          <a:effectLst/>
                        </a:rPr>
                        <a:t>도착 보고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공통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933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 &lt;- M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934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17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Tray Load</a:t>
                      </a:r>
                      <a:r>
                        <a:rPr lang="ko-KR" sz="1200" kern="100" dirty="0">
                          <a:effectLst/>
                        </a:rPr>
                        <a:t>요청</a:t>
                      </a:r>
                      <a:r>
                        <a:rPr lang="en-US" sz="1200" kern="100" dirty="0">
                          <a:effectLst/>
                        </a:rPr>
                        <a:t>/</a:t>
                      </a:r>
                      <a:r>
                        <a:rPr lang="ko-KR" sz="1200" kern="100" dirty="0">
                          <a:effectLst/>
                        </a:rPr>
                        <a:t>도착 보고 응답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공통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934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H -&gt; M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X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18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Tray Unload </a:t>
                      </a:r>
                      <a:r>
                        <a:rPr lang="ko-KR" sz="1200" kern="100">
                          <a:effectLst/>
                        </a:rPr>
                        <a:t>요청</a:t>
                      </a:r>
                      <a:r>
                        <a:rPr lang="en-US" sz="1200" kern="100">
                          <a:effectLst/>
                        </a:rPr>
                        <a:t>/</a:t>
                      </a:r>
                      <a:r>
                        <a:rPr lang="ko-KR" sz="1200" kern="100">
                          <a:effectLst/>
                        </a:rPr>
                        <a:t>완료 보고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공통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937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H &lt;- M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938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19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Tray Unload </a:t>
                      </a:r>
                      <a:r>
                        <a:rPr lang="ko-KR" sz="1200" kern="100">
                          <a:effectLst/>
                        </a:rPr>
                        <a:t>요청</a:t>
                      </a:r>
                      <a:r>
                        <a:rPr lang="en-US" sz="1200" kern="100">
                          <a:effectLst/>
                        </a:rPr>
                        <a:t>/</a:t>
                      </a:r>
                      <a:r>
                        <a:rPr lang="ko-KR" sz="1200" kern="100">
                          <a:effectLst/>
                        </a:rPr>
                        <a:t>완료 보고 응답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공통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938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 -&gt; M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X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strike="sngStrike" kern="100">
                          <a:effectLst/>
                        </a:rPr>
                        <a:t>20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200" strike="sngStrike" kern="100" dirty="0" err="1">
                          <a:effectLst/>
                        </a:rPr>
                        <a:t>통신처</a:t>
                      </a:r>
                      <a:r>
                        <a:rPr lang="ko-KR" sz="1200" strike="sngStrike" kern="100" dirty="0">
                          <a:effectLst/>
                        </a:rPr>
                        <a:t> 설정 변경 지시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공통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strike="sngStrike" kern="100" dirty="0">
                          <a:effectLst/>
                        </a:rPr>
                        <a:t>949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strike="sngStrike" kern="100">
                          <a:effectLst/>
                        </a:rPr>
                        <a:t>H -&gt; M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strike="sngStrike" kern="100" dirty="0">
                          <a:effectLst/>
                        </a:rPr>
                        <a:t>950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strike="sngStrike" kern="100">
                          <a:effectLst/>
                        </a:rPr>
                        <a:t>21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200" strike="sngStrike" kern="100">
                          <a:effectLst/>
                        </a:rPr>
                        <a:t>통신처 설정 변경 지시 응답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공통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strike="sngStrike" kern="100" dirty="0">
                          <a:effectLst/>
                        </a:rPr>
                        <a:t>950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strike="sngStrike" kern="100">
                          <a:effectLst/>
                        </a:rPr>
                        <a:t>H &lt;- M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strike="sngStrike" kern="100" dirty="0">
                          <a:effectLst/>
                        </a:rPr>
                        <a:t>X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22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200" kern="100">
                          <a:effectLst/>
                        </a:rPr>
                        <a:t>통신 개통보고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공통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961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 &lt;- M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962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23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200" kern="100">
                          <a:effectLst/>
                        </a:rPr>
                        <a:t>통신 개통보고에 대한 응답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공통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962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 -&gt; M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X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24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Unknown Command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공통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981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 &lt;-&gt; M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X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25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200" kern="100">
                          <a:effectLst/>
                        </a:rPr>
                        <a:t>설비</a:t>
                      </a:r>
                      <a:r>
                        <a:rPr lang="en-US" sz="1200" kern="100">
                          <a:effectLst/>
                        </a:rPr>
                        <a:t> Trouble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공통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985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 &lt;- M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X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9187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Jig Formation Message</a:t>
            </a:r>
            <a:endParaRPr lang="ko-KR" altLang="en-US" dirty="0"/>
          </a:p>
        </p:txBody>
      </p:sp>
      <p:sp>
        <p:nvSpPr>
          <p:cNvPr id="10" name="텍스트 개체 틀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 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615432"/>
              </p:ext>
            </p:extLst>
          </p:nvPr>
        </p:nvGraphicFramePr>
        <p:xfrm>
          <a:off x="1168487" y="1035149"/>
          <a:ext cx="7380820" cy="39612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2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4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1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41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20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556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400" b="1" kern="100" dirty="0">
                          <a:effectLst/>
                        </a:rPr>
                        <a:t>번호</a:t>
                      </a:r>
                      <a:endParaRPr lang="ko-KR" sz="1400" b="1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Command</a:t>
                      </a:r>
                      <a:endParaRPr lang="ko-KR" sz="1400" b="1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400" b="1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분류</a:t>
                      </a:r>
                      <a:endParaRPr lang="ko-KR" sz="1400" b="1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Command</a:t>
                      </a:r>
                      <a:endParaRPr lang="ko-KR" sz="1400" b="1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Direction</a:t>
                      </a:r>
                      <a:endParaRPr lang="ko-KR" sz="1400" b="1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Reply</a:t>
                      </a:r>
                      <a:endParaRPr lang="ko-KR" sz="1400" b="1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Recipe </a:t>
                      </a:r>
                      <a:r>
                        <a:rPr lang="ko-KR" sz="1200" kern="100" dirty="0">
                          <a:effectLst/>
                        </a:rPr>
                        <a:t>요청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Formation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101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 &lt;- M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102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2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Recipe </a:t>
                      </a:r>
                      <a:r>
                        <a:rPr lang="ko-KR" sz="1200" kern="100" dirty="0">
                          <a:effectLst/>
                        </a:rPr>
                        <a:t>통보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Formation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102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 -&gt; M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X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3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200" kern="100" dirty="0">
                          <a:effectLst/>
                        </a:rPr>
                        <a:t>설비 작업 정지 지시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Formation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129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 -&gt; M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130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4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200" kern="100" dirty="0">
                          <a:effectLst/>
                        </a:rPr>
                        <a:t>설비 작업 정지 지시 응답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Formation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130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 &lt;- M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X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5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200" kern="100">
                          <a:effectLst/>
                        </a:rPr>
                        <a:t>설비 작업 재 시작 지시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Formation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133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 -&gt; M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134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6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200" kern="100" dirty="0">
                          <a:effectLst/>
                        </a:rPr>
                        <a:t>설비 작업 재 시작 지시 응답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Formation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134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H &lt;- M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X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7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200" kern="100" dirty="0">
                          <a:effectLst/>
                        </a:rPr>
                        <a:t>설비 마지막 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Formation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135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H -&gt; M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136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8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200" kern="100" dirty="0">
                          <a:effectLst/>
                        </a:rPr>
                        <a:t>설비 마지막 상태보고 지시 응답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Formation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136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 &lt;- M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X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9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200" kern="100" dirty="0">
                          <a:effectLst/>
                        </a:rPr>
                        <a:t>설비</a:t>
                      </a:r>
                      <a:r>
                        <a:rPr lang="en-US" sz="1200" kern="100" dirty="0">
                          <a:effectLst/>
                        </a:rPr>
                        <a:t> Tray Unload </a:t>
                      </a:r>
                      <a:r>
                        <a:rPr lang="ko-KR" sz="1200" kern="100" dirty="0">
                          <a:effectLst/>
                        </a:rPr>
                        <a:t>요청 지시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Formation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137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 -&gt; M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138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10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1200" kern="100">
                          <a:effectLst/>
                        </a:rPr>
                        <a:t>설비</a:t>
                      </a:r>
                      <a:r>
                        <a:rPr lang="en-US" sz="1200" kern="100">
                          <a:effectLst/>
                        </a:rPr>
                        <a:t> Tray Unload </a:t>
                      </a:r>
                      <a:r>
                        <a:rPr lang="ko-KR" sz="1200" kern="100">
                          <a:effectLst/>
                        </a:rPr>
                        <a:t>요청 지시 응답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Formation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138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H &lt;- M</a:t>
                      </a: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X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200" kern="100" dirty="0">
                        <a:solidFill>
                          <a:schemeClr val="dk1"/>
                        </a:solidFill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11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Cell Information </a:t>
                      </a:r>
                      <a:r>
                        <a:rPr lang="ko-KR" altLang="en-US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요청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Formation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151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H &lt;- M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152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12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Cell Information </a:t>
                      </a:r>
                      <a:r>
                        <a:rPr lang="ko-KR" altLang="en-US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요청 응답</a:t>
                      </a:r>
                      <a:r>
                        <a:rPr lang="en-US" altLang="ko-KR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en-US" altLang="ko-KR" sz="1200" kern="100" dirty="0">
                          <a:solidFill>
                            <a:srgbClr val="FF0000"/>
                          </a:solidFill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with</a:t>
                      </a:r>
                      <a:r>
                        <a:rPr lang="en-US" altLang="ko-KR" sz="1200" kern="100" baseline="0" dirty="0">
                          <a:solidFill>
                            <a:srgbClr val="FF0000"/>
                          </a:solidFill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 recipe</a:t>
                      </a:r>
                      <a:endParaRPr lang="ko-KR" altLang="ko-KR" sz="1200" kern="100" dirty="0">
                        <a:solidFill>
                          <a:srgbClr val="FF0000"/>
                        </a:solidFill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Formation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152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H -&gt;</a:t>
                      </a:r>
                      <a:r>
                        <a:rPr lang="en-US" altLang="ko-KR" sz="1200" kern="100" baseline="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 M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X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13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marL="0" marR="0" indent="0" algn="just" defTabSz="967344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Cell </a:t>
                      </a:r>
                      <a:r>
                        <a:rPr lang="ko-KR" altLang="en-US" sz="1200" kern="100" dirty="0" err="1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실처리</a:t>
                      </a:r>
                      <a:r>
                        <a:rPr lang="ko-KR" altLang="en-US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 데이터 보고</a:t>
                      </a:r>
                      <a:endParaRPr lang="ko-KR" alt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Formation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153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H &lt;- M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154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14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Cell </a:t>
                      </a:r>
                      <a:r>
                        <a:rPr lang="ko-KR" altLang="en-US" sz="1200" kern="100" dirty="0" err="1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실처리</a:t>
                      </a:r>
                      <a:r>
                        <a:rPr lang="ko-KR" altLang="en-US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 데이터 보고 응답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Formation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154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H -&gt;</a:t>
                      </a:r>
                      <a:r>
                        <a:rPr lang="en-US" altLang="ko-KR" sz="1200" kern="100" baseline="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 M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200" kern="100" dirty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X</a:t>
                      </a: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marL="0" marR="0" indent="0" algn="just" defTabSz="967344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167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200" kern="10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ko-KR" sz="12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45020" marR="45020" marT="0" marB="0" anchor="ctr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3066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Jig Formation </a:t>
            </a:r>
            <a:r>
              <a:rPr lang="ko-KR" altLang="en-US" dirty="0"/>
              <a:t>공정흐름 상세 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Jig Formation </a:t>
            </a:r>
            <a:r>
              <a:rPr lang="ko-KR" altLang="en-US" dirty="0"/>
              <a:t>물류</a:t>
            </a:r>
            <a:r>
              <a:rPr lang="en-US" altLang="ko-KR" dirty="0"/>
              <a:t> Zone</a:t>
            </a:r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529940" y="1467058"/>
            <a:ext cx="4058927" cy="5014819"/>
            <a:chOff x="817972" y="1467058"/>
            <a:chExt cx="4058927" cy="5014819"/>
          </a:xfrm>
        </p:grpSpPr>
        <p:sp>
          <p:nvSpPr>
            <p:cNvPr id="223" name="TextBox 7"/>
            <p:cNvSpPr txBox="1">
              <a:spLocks noChangeArrowheads="1"/>
            </p:cNvSpPr>
            <p:nvPr/>
          </p:nvSpPr>
          <p:spPr bwMode="auto">
            <a:xfrm>
              <a:off x="817972" y="1467058"/>
              <a:ext cx="157267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2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400" b="1" dirty="0">
                  <a:solidFill>
                    <a:srgbClr val="0000FF"/>
                  </a:solidFill>
                  <a:latin typeface="맑은 고딕" pitchFamily="50" charset="-127"/>
                  <a:ea typeface="맑은 고딕" pitchFamily="50" charset="-127"/>
                </a:rPr>
                <a:t>EQP(PLC) </a:t>
              </a:r>
              <a:r>
                <a:rPr lang="ko-KR" altLang="en-US" sz="1400" b="1" dirty="0" err="1">
                  <a:solidFill>
                    <a:srgbClr val="0000FF"/>
                  </a:solidFill>
                  <a:latin typeface="맑은 고딕" pitchFamily="50" charset="-127"/>
                  <a:ea typeface="맑은 고딕" pitchFamily="50" charset="-127"/>
                </a:rPr>
                <a:t>투입부</a:t>
              </a:r>
              <a:endParaRPr lang="ko-KR" altLang="en-US" sz="1400" b="1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24" name="TextBox 8"/>
            <p:cNvSpPr txBox="1">
              <a:spLocks noChangeArrowheads="1"/>
            </p:cNvSpPr>
            <p:nvPr/>
          </p:nvSpPr>
          <p:spPr bwMode="auto">
            <a:xfrm>
              <a:off x="4291482" y="1467058"/>
              <a:ext cx="58541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2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400" b="1" dirty="0">
                  <a:solidFill>
                    <a:srgbClr val="0000FF"/>
                  </a:solidFill>
                  <a:latin typeface="맑은 고딕" pitchFamily="50" charset="-127"/>
                  <a:ea typeface="맑은 고딕" pitchFamily="50" charset="-127"/>
                </a:rPr>
                <a:t>Host</a:t>
              </a:r>
              <a:endParaRPr lang="ko-KR" altLang="en-US" sz="1400" b="1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25" name="직선 연결선 5"/>
            <p:cNvCxnSpPr>
              <a:cxnSpLocks noChangeShapeType="1"/>
            </p:cNvCxnSpPr>
            <p:nvPr/>
          </p:nvCxnSpPr>
          <p:spPr bwMode="auto">
            <a:xfrm flipH="1">
              <a:off x="1272436" y="1957780"/>
              <a:ext cx="45795" cy="4524097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" name="직선 연결선 6"/>
            <p:cNvCxnSpPr>
              <a:cxnSpLocks noChangeShapeType="1"/>
            </p:cNvCxnSpPr>
            <p:nvPr/>
          </p:nvCxnSpPr>
          <p:spPr bwMode="auto">
            <a:xfrm flipH="1">
              <a:off x="4584190" y="1957780"/>
              <a:ext cx="36618" cy="4496622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7" name="TextBox 226"/>
            <p:cNvSpPr txBox="1"/>
            <p:nvPr/>
          </p:nvSpPr>
          <p:spPr>
            <a:xfrm>
              <a:off x="1960575" y="1933361"/>
              <a:ext cx="2002471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ko-KR" altLang="en-US" sz="1050" dirty="0" err="1">
                  <a:ea typeface="돋움" pitchFamily="50" charset="-127"/>
                </a:rPr>
                <a:t>투입부</a:t>
              </a:r>
              <a:r>
                <a:rPr lang="ko-KR" altLang="en-US" sz="1050" dirty="0">
                  <a:ea typeface="돋움" pitchFamily="50" charset="-127"/>
                </a:rPr>
                <a:t> </a:t>
              </a:r>
              <a:r>
                <a:rPr lang="en-US" altLang="ko-KR" sz="1050" dirty="0">
                  <a:ea typeface="돋움" pitchFamily="50" charset="-127"/>
                </a:rPr>
                <a:t>Tray </a:t>
              </a:r>
              <a:r>
                <a:rPr lang="ko-KR" altLang="en-US" sz="1050" dirty="0">
                  <a:ea typeface="돋움" pitchFamily="50" charset="-127"/>
                </a:rPr>
                <a:t>도착 </a:t>
              </a:r>
              <a:r>
                <a:rPr lang="en-US" altLang="ko-KR" sz="1050" dirty="0">
                  <a:ea typeface="돋움" pitchFamily="50" charset="-127"/>
                </a:rPr>
                <a:t>with Tray ID</a:t>
              </a:r>
              <a:endParaRPr lang="ko-KR" altLang="en-US" sz="1050" dirty="0">
                <a:ea typeface="돋움" pitchFamily="50" charset="-127"/>
              </a:endParaRPr>
            </a:p>
          </p:txBody>
        </p:sp>
        <p:sp>
          <p:nvSpPr>
            <p:cNvPr id="228" name="TextBox 227"/>
            <p:cNvSpPr txBox="1"/>
            <p:nvPr/>
          </p:nvSpPr>
          <p:spPr>
            <a:xfrm>
              <a:off x="1528527" y="2151273"/>
              <a:ext cx="3086101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ko-KR" altLang="en-US" sz="1050" dirty="0" err="1">
                  <a:ea typeface="돋움" pitchFamily="50" charset="-127"/>
                </a:rPr>
                <a:t>투입부</a:t>
              </a:r>
              <a:r>
                <a:rPr lang="ko-KR" altLang="en-US" sz="1050" dirty="0">
                  <a:ea typeface="돋움" pitchFamily="50" charset="-127"/>
                </a:rPr>
                <a:t> </a:t>
              </a:r>
              <a:r>
                <a:rPr lang="en-US" altLang="ko-KR" sz="1050" dirty="0">
                  <a:ea typeface="돋움" pitchFamily="50" charset="-127"/>
                </a:rPr>
                <a:t>Tray </a:t>
              </a:r>
              <a:r>
                <a:rPr lang="ko-KR" altLang="en-US" sz="1050" dirty="0">
                  <a:ea typeface="돋움" pitchFamily="50" charset="-127"/>
                </a:rPr>
                <a:t>도착 </a:t>
              </a:r>
              <a:r>
                <a:rPr lang="en-US" altLang="ko-KR" sz="1050" dirty="0">
                  <a:ea typeface="돋움" pitchFamily="50" charset="-127"/>
                </a:rPr>
                <a:t>Confirm(Tray </a:t>
              </a:r>
              <a:r>
                <a:rPr lang="ko-KR" altLang="en-US" sz="1050" dirty="0">
                  <a:ea typeface="돋움" pitchFamily="50" charset="-127"/>
                </a:rPr>
                <a:t>투입 가능  체크</a:t>
              </a:r>
              <a:r>
                <a:rPr lang="en-US" altLang="ko-KR" sz="1050" dirty="0">
                  <a:ea typeface="돋움" pitchFamily="50" charset="-127"/>
                </a:rPr>
                <a:t>)</a:t>
              </a:r>
              <a:endParaRPr lang="ko-KR" altLang="en-US" sz="1050" dirty="0">
                <a:ea typeface="돋움" pitchFamily="50" charset="-127"/>
              </a:endParaRPr>
            </a:p>
          </p:txBody>
        </p:sp>
        <p:sp>
          <p:nvSpPr>
            <p:cNvPr id="231" name="TextBox 230"/>
            <p:cNvSpPr txBox="1"/>
            <p:nvPr/>
          </p:nvSpPr>
          <p:spPr>
            <a:xfrm>
              <a:off x="1784707" y="2367297"/>
              <a:ext cx="215315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1050" dirty="0">
                  <a:ea typeface="돋움" pitchFamily="50" charset="-127"/>
                </a:rPr>
                <a:t>Cell </a:t>
              </a:r>
              <a:r>
                <a:rPr lang="ko-KR" altLang="en-US" sz="1050" dirty="0">
                  <a:ea typeface="돋움" pitchFamily="50" charset="-127"/>
                </a:rPr>
                <a:t>이재 작업 시작 </a:t>
              </a:r>
              <a:r>
                <a:rPr lang="en-US" altLang="ko-KR" sz="1050" dirty="0">
                  <a:ea typeface="돋움" pitchFamily="50" charset="-127"/>
                </a:rPr>
                <a:t>with Tray ID</a:t>
              </a:r>
              <a:endParaRPr lang="ko-KR" altLang="en-US" sz="1050" dirty="0">
                <a:ea typeface="돋움" pitchFamily="50" charset="-127"/>
              </a:endParaRPr>
            </a:p>
          </p:txBody>
        </p:sp>
        <p:sp>
          <p:nvSpPr>
            <p:cNvPr id="232" name="TextBox 231"/>
            <p:cNvSpPr txBox="1"/>
            <p:nvPr/>
          </p:nvSpPr>
          <p:spPr>
            <a:xfrm>
              <a:off x="1604687" y="2619325"/>
              <a:ext cx="2884123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1050" dirty="0">
                  <a:ea typeface="돋움" pitchFamily="50" charset="-127"/>
                </a:rPr>
                <a:t>Cell </a:t>
              </a:r>
              <a:r>
                <a:rPr lang="ko-KR" altLang="en-US" sz="1050" dirty="0">
                  <a:ea typeface="돋움" pitchFamily="50" charset="-127"/>
                </a:rPr>
                <a:t>이재 작업 시작 </a:t>
              </a:r>
              <a:r>
                <a:rPr lang="en-US" altLang="ko-KR" sz="1050" dirty="0">
                  <a:ea typeface="돋움" pitchFamily="50" charset="-127"/>
                </a:rPr>
                <a:t>Confirm(</a:t>
              </a:r>
              <a:r>
                <a:rPr lang="ko-KR" altLang="en-US" sz="1050" dirty="0">
                  <a:ea typeface="돋움" pitchFamily="50" charset="-127"/>
                </a:rPr>
                <a:t>투입 가능 체크</a:t>
              </a:r>
              <a:r>
                <a:rPr lang="en-US" altLang="ko-KR" sz="1050" dirty="0">
                  <a:ea typeface="돋움" pitchFamily="50" charset="-127"/>
                </a:rPr>
                <a:t>)</a:t>
              </a:r>
              <a:endParaRPr lang="ko-KR" altLang="en-US" sz="1050" dirty="0">
                <a:ea typeface="돋움" pitchFamily="50" charset="-127"/>
              </a:endParaRPr>
            </a:p>
          </p:txBody>
        </p:sp>
        <p:sp>
          <p:nvSpPr>
            <p:cNvPr id="233" name="TextBox 232"/>
            <p:cNvSpPr txBox="1"/>
            <p:nvPr/>
          </p:nvSpPr>
          <p:spPr>
            <a:xfrm>
              <a:off x="1928723" y="3373437"/>
              <a:ext cx="220124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1050" dirty="0">
                  <a:ea typeface="돋움" pitchFamily="50" charset="-127"/>
                </a:rPr>
                <a:t>Cell  </a:t>
              </a:r>
              <a:r>
                <a:rPr lang="ko-KR" altLang="en-US" sz="1050" dirty="0">
                  <a:ea typeface="돋움" pitchFamily="50" charset="-127"/>
                </a:rPr>
                <a:t>이재 작업 완료 </a:t>
              </a:r>
              <a:r>
                <a:rPr lang="en-US" altLang="ko-KR" sz="1050" dirty="0">
                  <a:ea typeface="돋움" pitchFamily="50" charset="-127"/>
                </a:rPr>
                <a:t>with Tray ID</a:t>
              </a:r>
              <a:endParaRPr lang="ko-KR" altLang="en-US" sz="1050" dirty="0">
                <a:ea typeface="돋움" pitchFamily="50" charset="-127"/>
              </a:endParaRPr>
            </a:p>
          </p:txBody>
        </p:sp>
        <p:sp>
          <p:nvSpPr>
            <p:cNvPr id="234" name="TextBox 233"/>
            <p:cNvSpPr txBox="1"/>
            <p:nvPr/>
          </p:nvSpPr>
          <p:spPr>
            <a:xfrm>
              <a:off x="1460671" y="3625465"/>
              <a:ext cx="323678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1050" dirty="0">
                  <a:ea typeface="돋움" pitchFamily="50" charset="-127"/>
                </a:rPr>
                <a:t>Cell </a:t>
              </a:r>
              <a:r>
                <a:rPr lang="ko-KR" altLang="en-US" sz="1050" dirty="0">
                  <a:ea typeface="돋움" pitchFamily="50" charset="-127"/>
                </a:rPr>
                <a:t>이재 작업 완료 </a:t>
              </a:r>
              <a:r>
                <a:rPr lang="en-US" altLang="ko-KR" sz="1050" dirty="0">
                  <a:ea typeface="돋움" pitchFamily="50" charset="-127"/>
                </a:rPr>
                <a:t>Confirm(Tray  </a:t>
              </a:r>
              <a:r>
                <a:rPr lang="ko-KR" altLang="en-US" sz="1050" dirty="0">
                  <a:ea typeface="돋움" pitchFamily="50" charset="-127"/>
                </a:rPr>
                <a:t>배출 가능 체크</a:t>
              </a:r>
              <a:r>
                <a:rPr lang="en-US" altLang="ko-KR" sz="1050" dirty="0">
                  <a:ea typeface="돋움" pitchFamily="50" charset="-127"/>
                </a:rPr>
                <a:t>)</a:t>
              </a:r>
              <a:endParaRPr lang="ko-KR" altLang="en-US" sz="1050" dirty="0">
                <a:ea typeface="돋움" pitchFamily="50" charset="-127"/>
              </a:endParaRPr>
            </a:p>
          </p:txBody>
        </p:sp>
        <p:sp>
          <p:nvSpPr>
            <p:cNvPr id="235" name="TextBox 234"/>
            <p:cNvSpPr txBox="1"/>
            <p:nvPr/>
          </p:nvSpPr>
          <p:spPr>
            <a:xfrm>
              <a:off x="2213886" y="3875521"/>
              <a:ext cx="1576072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1050" dirty="0">
                  <a:ea typeface="돋움" pitchFamily="50" charset="-127"/>
                </a:rPr>
                <a:t>Load Buffer </a:t>
              </a:r>
              <a:r>
                <a:rPr lang="ko-KR" altLang="en-US" sz="1050" dirty="0">
                  <a:ea typeface="돋움" pitchFamily="50" charset="-127"/>
                </a:rPr>
                <a:t>이재 완료 </a:t>
              </a:r>
            </a:p>
          </p:txBody>
        </p:sp>
        <p:sp>
          <p:nvSpPr>
            <p:cNvPr id="236" name="TextBox 235"/>
            <p:cNvSpPr txBox="1"/>
            <p:nvPr/>
          </p:nvSpPr>
          <p:spPr>
            <a:xfrm>
              <a:off x="1424667" y="4127549"/>
              <a:ext cx="3079689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1050" dirty="0">
                  <a:ea typeface="돋움" pitchFamily="50" charset="-127"/>
                </a:rPr>
                <a:t>Load Buffer </a:t>
              </a:r>
              <a:r>
                <a:rPr lang="ko-KR" altLang="en-US" sz="1050" dirty="0">
                  <a:ea typeface="돋움" pitchFamily="50" charset="-127"/>
                </a:rPr>
                <a:t>이재 완료 </a:t>
              </a:r>
              <a:r>
                <a:rPr lang="en-US" altLang="ko-KR" sz="1050" dirty="0">
                  <a:ea typeface="돋움" pitchFamily="50" charset="-127"/>
                </a:rPr>
                <a:t>Confirm with </a:t>
              </a:r>
              <a:r>
                <a:rPr lang="ko-KR" altLang="en-US" sz="1050" b="1" dirty="0">
                  <a:solidFill>
                    <a:srgbClr val="FF0000"/>
                  </a:solidFill>
                  <a:ea typeface="돋움" pitchFamily="50" charset="-127"/>
                </a:rPr>
                <a:t>가상 </a:t>
              </a:r>
              <a:r>
                <a:rPr lang="en-US" altLang="ko-KR" sz="1050" b="1" dirty="0">
                  <a:solidFill>
                    <a:srgbClr val="FF0000"/>
                  </a:solidFill>
                  <a:ea typeface="돋움" pitchFamily="50" charset="-127"/>
                </a:rPr>
                <a:t>Jig ID</a:t>
              </a:r>
              <a:endParaRPr lang="ko-KR" altLang="en-US" sz="1050" b="1" dirty="0">
                <a:solidFill>
                  <a:srgbClr val="FF0000"/>
                </a:solidFill>
                <a:ea typeface="돋움" pitchFamily="50" charset="-127"/>
              </a:endParaRPr>
            </a:p>
          </p:txBody>
        </p:sp>
        <p:sp>
          <p:nvSpPr>
            <p:cNvPr id="237" name="TextBox 236"/>
            <p:cNvSpPr txBox="1"/>
            <p:nvPr/>
          </p:nvSpPr>
          <p:spPr>
            <a:xfrm>
              <a:off x="1424667" y="4957697"/>
              <a:ext cx="278313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1050" dirty="0">
                  <a:ea typeface="돋움" pitchFamily="50" charset="-127"/>
                </a:rPr>
                <a:t>Unload Buffer </a:t>
              </a:r>
              <a:r>
                <a:rPr lang="ko-KR" altLang="en-US" sz="1050" dirty="0">
                  <a:ea typeface="돋움" pitchFamily="50" charset="-127"/>
                </a:rPr>
                <a:t>이재 완료 </a:t>
              </a:r>
              <a:r>
                <a:rPr lang="en-US" altLang="ko-KR" sz="1050" dirty="0">
                  <a:ea typeface="돋움" pitchFamily="50" charset="-127"/>
                </a:rPr>
                <a:t>with </a:t>
              </a:r>
              <a:r>
                <a:rPr lang="ko-KR" altLang="en-US" sz="1050" dirty="0">
                  <a:solidFill>
                    <a:srgbClr val="FF0000"/>
                  </a:solidFill>
                  <a:ea typeface="돋움" pitchFamily="50" charset="-127"/>
                </a:rPr>
                <a:t>가상 </a:t>
              </a:r>
              <a:r>
                <a:rPr lang="en-US" altLang="ko-KR" sz="1050" dirty="0">
                  <a:solidFill>
                    <a:srgbClr val="FF0000"/>
                  </a:solidFill>
                  <a:ea typeface="돋움" pitchFamily="50" charset="-127"/>
                </a:rPr>
                <a:t>Jig ID</a:t>
              </a:r>
              <a:r>
                <a:rPr lang="ko-KR" altLang="en-US" sz="1050" dirty="0">
                  <a:solidFill>
                    <a:srgbClr val="FF0000"/>
                  </a:solidFill>
                  <a:ea typeface="돋움" pitchFamily="50" charset="-127"/>
                </a:rPr>
                <a:t> </a:t>
              </a:r>
            </a:p>
          </p:txBody>
        </p:sp>
        <p:cxnSp>
          <p:nvCxnSpPr>
            <p:cNvPr id="238" name="직선 화살표 연결선 19"/>
            <p:cNvCxnSpPr>
              <a:cxnSpLocks noChangeShapeType="1"/>
            </p:cNvCxnSpPr>
            <p:nvPr/>
          </p:nvCxnSpPr>
          <p:spPr bwMode="auto">
            <a:xfrm>
              <a:off x="1318231" y="2179284"/>
              <a:ext cx="3245758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9" name="직선 화살표 연결선 21"/>
            <p:cNvCxnSpPr>
              <a:cxnSpLocks noChangeShapeType="1"/>
            </p:cNvCxnSpPr>
            <p:nvPr/>
          </p:nvCxnSpPr>
          <p:spPr bwMode="auto">
            <a:xfrm flipH="1">
              <a:off x="1318231" y="2403301"/>
              <a:ext cx="3245758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2" name="직선 화살표 연결선 40"/>
            <p:cNvCxnSpPr>
              <a:cxnSpLocks noChangeShapeType="1"/>
            </p:cNvCxnSpPr>
            <p:nvPr/>
          </p:nvCxnSpPr>
          <p:spPr bwMode="auto">
            <a:xfrm>
              <a:off x="1311258" y="2619325"/>
              <a:ext cx="3245757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3" name="직선 화살표 연결선 42"/>
            <p:cNvCxnSpPr>
              <a:cxnSpLocks noChangeShapeType="1"/>
            </p:cNvCxnSpPr>
            <p:nvPr/>
          </p:nvCxnSpPr>
          <p:spPr bwMode="auto">
            <a:xfrm flipH="1">
              <a:off x="1318231" y="2871353"/>
              <a:ext cx="3245758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4" name="직선 화살표 연결선 48"/>
            <p:cNvCxnSpPr>
              <a:cxnSpLocks noChangeShapeType="1"/>
            </p:cNvCxnSpPr>
            <p:nvPr/>
          </p:nvCxnSpPr>
          <p:spPr bwMode="auto">
            <a:xfrm>
              <a:off x="1318231" y="3625465"/>
              <a:ext cx="3245758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" name="직선 화살표 연결선 50"/>
            <p:cNvCxnSpPr>
              <a:cxnSpLocks noChangeShapeType="1"/>
            </p:cNvCxnSpPr>
            <p:nvPr/>
          </p:nvCxnSpPr>
          <p:spPr bwMode="auto">
            <a:xfrm flipH="1">
              <a:off x="1316655" y="3877493"/>
              <a:ext cx="3245758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6" name="직선 화살표 연결선 55"/>
            <p:cNvCxnSpPr>
              <a:cxnSpLocks noChangeShapeType="1"/>
            </p:cNvCxnSpPr>
            <p:nvPr/>
          </p:nvCxnSpPr>
          <p:spPr bwMode="auto">
            <a:xfrm>
              <a:off x="1318231" y="4127549"/>
              <a:ext cx="3245758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7" name="직선 화살표 연결선 56"/>
            <p:cNvCxnSpPr>
              <a:cxnSpLocks noChangeShapeType="1"/>
            </p:cNvCxnSpPr>
            <p:nvPr/>
          </p:nvCxnSpPr>
          <p:spPr bwMode="auto">
            <a:xfrm flipH="1">
              <a:off x="1318231" y="4379577"/>
              <a:ext cx="3245758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8" name="직선 화살표 연결선 59"/>
            <p:cNvCxnSpPr>
              <a:cxnSpLocks noChangeShapeType="1"/>
            </p:cNvCxnSpPr>
            <p:nvPr/>
          </p:nvCxnSpPr>
          <p:spPr bwMode="auto">
            <a:xfrm>
              <a:off x="1318231" y="5209725"/>
              <a:ext cx="3245758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9" name="직선 화살표 연결선 60"/>
            <p:cNvCxnSpPr>
              <a:cxnSpLocks noChangeShapeType="1"/>
            </p:cNvCxnSpPr>
            <p:nvPr/>
          </p:nvCxnSpPr>
          <p:spPr bwMode="auto">
            <a:xfrm flipH="1">
              <a:off x="1318231" y="5425749"/>
              <a:ext cx="3245758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0" name="TextBox 249"/>
            <p:cNvSpPr txBox="1"/>
            <p:nvPr/>
          </p:nvSpPr>
          <p:spPr>
            <a:xfrm>
              <a:off x="1962006" y="5173721"/>
              <a:ext cx="2254143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1050" dirty="0">
                  <a:ea typeface="돋움" pitchFamily="50" charset="-127"/>
                </a:rPr>
                <a:t>Unload Buffer </a:t>
              </a:r>
              <a:r>
                <a:rPr lang="ko-KR" altLang="en-US" sz="1050" dirty="0">
                  <a:ea typeface="돋움" pitchFamily="50" charset="-127"/>
                </a:rPr>
                <a:t>이재 완료 </a:t>
              </a:r>
              <a:r>
                <a:rPr lang="en-US" altLang="ko-KR" sz="1050" dirty="0">
                  <a:ea typeface="돋움" pitchFamily="50" charset="-127"/>
                </a:rPr>
                <a:t>Confirm </a:t>
              </a:r>
              <a:endParaRPr lang="ko-KR" altLang="en-US" sz="1050" dirty="0">
                <a:ea typeface="돋움" pitchFamily="50" charset="-127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928723" y="2867493"/>
              <a:ext cx="216918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1050" dirty="0">
                  <a:ea typeface="돋움" pitchFamily="50" charset="-127"/>
                </a:rPr>
                <a:t>Cell  </a:t>
              </a:r>
              <a:r>
                <a:rPr lang="ko-KR" altLang="en-US" sz="1050" dirty="0">
                  <a:ea typeface="돋움" pitchFamily="50" charset="-127"/>
                </a:rPr>
                <a:t>정보 확인 요청 </a:t>
              </a:r>
              <a:r>
                <a:rPr lang="en-US" altLang="ko-KR" sz="1050" dirty="0">
                  <a:ea typeface="돋움" pitchFamily="50" charset="-127"/>
                </a:rPr>
                <a:t>with </a:t>
              </a:r>
              <a:r>
                <a:rPr lang="en-US" altLang="ko-KR" sz="1050" dirty="0">
                  <a:solidFill>
                    <a:srgbClr val="0000FF"/>
                  </a:solidFill>
                  <a:ea typeface="돋움" pitchFamily="50" charset="-127"/>
                </a:rPr>
                <a:t>Cell ID</a:t>
              </a:r>
              <a:endParaRPr lang="ko-KR" altLang="en-US" sz="1050" dirty="0">
                <a:solidFill>
                  <a:srgbClr val="0000FF"/>
                </a:solidFill>
                <a:ea typeface="돋움" pitchFamily="50" charset="-127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963950" y="3119521"/>
              <a:ext cx="1620957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1050" dirty="0">
                  <a:ea typeface="돋움" pitchFamily="50" charset="-127"/>
                </a:rPr>
                <a:t>Cell </a:t>
              </a:r>
              <a:r>
                <a:rPr lang="ko-KR" altLang="en-US" sz="1050" dirty="0">
                  <a:ea typeface="돋움" pitchFamily="50" charset="-127"/>
                </a:rPr>
                <a:t>정보 확인 </a:t>
              </a:r>
              <a:r>
                <a:rPr lang="en-US" altLang="ko-KR" sz="1050" dirty="0">
                  <a:ea typeface="돋움" pitchFamily="50" charset="-127"/>
                </a:rPr>
                <a:t>Confirm</a:t>
              </a:r>
              <a:endParaRPr lang="ko-KR" altLang="en-US" sz="1050" dirty="0">
                <a:ea typeface="돋움" pitchFamily="50" charset="-127"/>
              </a:endParaRPr>
            </a:p>
          </p:txBody>
        </p:sp>
        <p:cxnSp>
          <p:nvCxnSpPr>
            <p:cNvPr id="52" name="직선 화살표 연결선 48"/>
            <p:cNvCxnSpPr>
              <a:cxnSpLocks noChangeShapeType="1"/>
            </p:cNvCxnSpPr>
            <p:nvPr/>
          </p:nvCxnSpPr>
          <p:spPr bwMode="auto">
            <a:xfrm>
              <a:off x="1318231" y="3119521"/>
              <a:ext cx="3245758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직선 화살표 연결선 50"/>
            <p:cNvCxnSpPr>
              <a:cxnSpLocks noChangeShapeType="1"/>
            </p:cNvCxnSpPr>
            <p:nvPr/>
          </p:nvCxnSpPr>
          <p:spPr bwMode="auto">
            <a:xfrm flipH="1">
              <a:off x="1316655" y="3371549"/>
              <a:ext cx="3245758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" name="직사각형 2"/>
            <p:cNvSpPr/>
            <p:nvPr/>
          </p:nvSpPr>
          <p:spPr>
            <a:xfrm>
              <a:off x="2360771" y="4597657"/>
              <a:ext cx="1080120" cy="3240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Jig Formation </a:t>
              </a:r>
              <a:r>
                <a:rPr lang="ko-KR" altLang="en-US" sz="1000" dirty="0"/>
                <a:t>작업</a:t>
              </a: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2360771" y="5679665"/>
              <a:ext cx="1080120" cy="3240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가압 </a:t>
              </a:r>
              <a:r>
                <a:rPr lang="en-US" altLang="ko-KR" sz="1000" dirty="0"/>
                <a:t>IR/OCV </a:t>
              </a:r>
              <a:r>
                <a:rPr lang="ko-KR" altLang="en-US" sz="1000" dirty="0"/>
                <a:t>작업</a:t>
              </a:r>
            </a:p>
          </p:txBody>
        </p:sp>
      </p:grpSp>
      <p:sp>
        <p:nvSpPr>
          <p:cNvPr id="60" name="TextBox 7"/>
          <p:cNvSpPr txBox="1">
            <a:spLocks noChangeArrowheads="1"/>
          </p:cNvSpPr>
          <p:nvPr/>
        </p:nvSpPr>
        <p:spPr bwMode="auto">
          <a:xfrm>
            <a:off x="5282468" y="1467197"/>
            <a:ext cx="15726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400" b="1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</a:rPr>
              <a:t>EQP(PLC) </a:t>
            </a:r>
            <a:r>
              <a:rPr lang="ko-KR" altLang="en-US" sz="1400" b="1" dirty="0" err="1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</a:rPr>
              <a:t>배출부</a:t>
            </a:r>
            <a:endParaRPr lang="ko-KR" altLang="en-US" sz="1400" b="1" dirty="0">
              <a:solidFill>
                <a:srgbClr val="0000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1" name="TextBox 8"/>
          <p:cNvSpPr txBox="1">
            <a:spLocks noChangeArrowheads="1"/>
          </p:cNvSpPr>
          <p:nvPr/>
        </p:nvSpPr>
        <p:spPr bwMode="auto">
          <a:xfrm>
            <a:off x="8755978" y="1467197"/>
            <a:ext cx="5854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400" b="1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</a:rPr>
              <a:t>Host</a:t>
            </a:r>
            <a:endParaRPr lang="ko-KR" altLang="en-US" sz="1400" b="1" dirty="0">
              <a:solidFill>
                <a:srgbClr val="0000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62" name="직선 연결선 5"/>
          <p:cNvCxnSpPr>
            <a:cxnSpLocks noChangeShapeType="1"/>
          </p:cNvCxnSpPr>
          <p:nvPr/>
        </p:nvCxnSpPr>
        <p:spPr bwMode="auto">
          <a:xfrm>
            <a:off x="5742571" y="1983322"/>
            <a:ext cx="1" cy="4524236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3" name="직선 연결선 6"/>
          <p:cNvCxnSpPr>
            <a:cxnSpLocks noChangeShapeType="1"/>
          </p:cNvCxnSpPr>
          <p:nvPr/>
        </p:nvCxnSpPr>
        <p:spPr bwMode="auto">
          <a:xfrm>
            <a:off x="9017359" y="1957919"/>
            <a:ext cx="31327" cy="4524097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" name="TextBox 63"/>
          <p:cNvSpPr txBox="1"/>
          <p:nvPr/>
        </p:nvSpPr>
        <p:spPr>
          <a:xfrm>
            <a:off x="6575777" y="2327517"/>
            <a:ext cx="2002471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050" dirty="0" err="1">
                <a:ea typeface="돋움" pitchFamily="50" charset="-127"/>
              </a:rPr>
              <a:t>배출부</a:t>
            </a:r>
            <a:r>
              <a:rPr lang="ko-KR" altLang="en-US" sz="1050" dirty="0">
                <a:ea typeface="돋움" pitchFamily="50" charset="-127"/>
              </a:rPr>
              <a:t> </a:t>
            </a:r>
            <a:r>
              <a:rPr lang="en-US" altLang="ko-KR" sz="1050" dirty="0">
                <a:ea typeface="돋움" pitchFamily="50" charset="-127"/>
              </a:rPr>
              <a:t>Tray </a:t>
            </a:r>
            <a:r>
              <a:rPr lang="ko-KR" altLang="en-US" sz="1050" dirty="0">
                <a:ea typeface="돋움" pitchFamily="50" charset="-127"/>
              </a:rPr>
              <a:t>도착 </a:t>
            </a:r>
            <a:r>
              <a:rPr lang="en-US" altLang="ko-KR" sz="1050" dirty="0">
                <a:ea typeface="돋움" pitchFamily="50" charset="-127"/>
              </a:rPr>
              <a:t>with Tray ID</a:t>
            </a:r>
            <a:endParaRPr lang="ko-KR" altLang="en-US" sz="1050" dirty="0">
              <a:ea typeface="돋움" pitchFamily="50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952867" y="2545429"/>
            <a:ext cx="2951449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050" dirty="0" err="1">
                <a:ea typeface="돋움" pitchFamily="50" charset="-127"/>
              </a:rPr>
              <a:t>배출부</a:t>
            </a:r>
            <a:r>
              <a:rPr lang="ko-KR" altLang="en-US" sz="1050" dirty="0">
                <a:ea typeface="돋움" pitchFamily="50" charset="-127"/>
              </a:rPr>
              <a:t> </a:t>
            </a:r>
            <a:r>
              <a:rPr lang="en-US" altLang="ko-KR" sz="1050" dirty="0">
                <a:ea typeface="돋움" pitchFamily="50" charset="-127"/>
              </a:rPr>
              <a:t>Tray </a:t>
            </a:r>
            <a:r>
              <a:rPr lang="ko-KR" altLang="en-US" sz="1050" dirty="0">
                <a:ea typeface="돋움" pitchFamily="50" charset="-127"/>
              </a:rPr>
              <a:t>도착 </a:t>
            </a:r>
            <a:r>
              <a:rPr lang="en-US" altLang="ko-KR" sz="1050" dirty="0">
                <a:ea typeface="돋움" pitchFamily="50" charset="-127"/>
              </a:rPr>
              <a:t>Confirm(</a:t>
            </a:r>
            <a:r>
              <a:rPr lang="ko-KR" altLang="en-US" sz="1050" dirty="0">
                <a:ea typeface="돋움" pitchFamily="50" charset="-127"/>
              </a:rPr>
              <a:t>공 </a:t>
            </a:r>
            <a:r>
              <a:rPr lang="en-US" altLang="ko-KR" sz="1050" dirty="0">
                <a:ea typeface="돋움" pitchFamily="50" charset="-127"/>
              </a:rPr>
              <a:t>Tray </a:t>
            </a:r>
            <a:r>
              <a:rPr lang="ko-KR" altLang="en-US" sz="1050" dirty="0">
                <a:ea typeface="돋움" pitchFamily="50" charset="-127"/>
              </a:rPr>
              <a:t>여부 체크</a:t>
            </a:r>
            <a:r>
              <a:rPr lang="en-US" altLang="ko-KR" sz="1050" dirty="0">
                <a:ea typeface="돋움" pitchFamily="50" charset="-127"/>
              </a:rPr>
              <a:t>)</a:t>
            </a:r>
            <a:endParaRPr lang="ko-KR" altLang="en-US" sz="1050" dirty="0">
              <a:ea typeface="돋움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353063" y="2907357"/>
            <a:ext cx="2201244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050" dirty="0">
                <a:ea typeface="돋움" pitchFamily="50" charset="-127"/>
              </a:rPr>
              <a:t>Cell  </a:t>
            </a:r>
            <a:r>
              <a:rPr lang="ko-KR" altLang="en-US" sz="1050" dirty="0">
                <a:ea typeface="돋움" pitchFamily="50" charset="-127"/>
              </a:rPr>
              <a:t>배출 작업 완료 </a:t>
            </a:r>
            <a:r>
              <a:rPr lang="en-US" altLang="ko-KR" sz="1050" dirty="0">
                <a:ea typeface="돋움" pitchFamily="50" charset="-127"/>
              </a:rPr>
              <a:t>with Tray ID</a:t>
            </a:r>
            <a:endParaRPr lang="ko-KR" altLang="en-US" sz="1050" dirty="0">
              <a:ea typeface="돋움" pitchFamily="50" charset="-127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885011" y="3159385"/>
            <a:ext cx="3236784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050" dirty="0">
                <a:ea typeface="돋움" pitchFamily="50" charset="-127"/>
              </a:rPr>
              <a:t>Cell </a:t>
            </a:r>
            <a:r>
              <a:rPr lang="ko-KR" altLang="en-US" sz="1050" dirty="0">
                <a:ea typeface="돋움" pitchFamily="50" charset="-127"/>
              </a:rPr>
              <a:t>배출 작업 완료 </a:t>
            </a:r>
            <a:r>
              <a:rPr lang="en-US" altLang="ko-KR" sz="1050" dirty="0">
                <a:ea typeface="돋움" pitchFamily="50" charset="-127"/>
              </a:rPr>
              <a:t>Confirm(Tray  </a:t>
            </a:r>
            <a:r>
              <a:rPr lang="ko-KR" altLang="en-US" sz="1050" dirty="0">
                <a:ea typeface="돋움" pitchFamily="50" charset="-127"/>
              </a:rPr>
              <a:t>배출 가능 체크</a:t>
            </a:r>
            <a:r>
              <a:rPr lang="en-US" altLang="ko-KR" sz="1050" dirty="0">
                <a:ea typeface="돋움" pitchFamily="50" charset="-127"/>
              </a:rPr>
              <a:t>)</a:t>
            </a:r>
            <a:endParaRPr lang="ko-KR" altLang="en-US" sz="1050" dirty="0">
              <a:ea typeface="돋움" pitchFamily="50" charset="-127"/>
            </a:endParaRPr>
          </a:p>
        </p:txBody>
      </p:sp>
      <p:cxnSp>
        <p:nvCxnSpPr>
          <p:cNvPr id="73" name="직선 화살표 연결선 19"/>
          <p:cNvCxnSpPr>
            <a:cxnSpLocks noChangeShapeType="1"/>
          </p:cNvCxnSpPr>
          <p:nvPr/>
        </p:nvCxnSpPr>
        <p:spPr bwMode="auto">
          <a:xfrm>
            <a:off x="5742571" y="2573440"/>
            <a:ext cx="324575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" name="직선 화살표 연결선 21"/>
          <p:cNvCxnSpPr>
            <a:cxnSpLocks noChangeShapeType="1"/>
          </p:cNvCxnSpPr>
          <p:nvPr/>
        </p:nvCxnSpPr>
        <p:spPr bwMode="auto">
          <a:xfrm flipH="1">
            <a:off x="5742571" y="2797457"/>
            <a:ext cx="324575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7" name="직선 화살표 연결선 48"/>
          <p:cNvCxnSpPr>
            <a:cxnSpLocks noChangeShapeType="1"/>
          </p:cNvCxnSpPr>
          <p:nvPr/>
        </p:nvCxnSpPr>
        <p:spPr bwMode="auto">
          <a:xfrm>
            <a:off x="5742571" y="3159385"/>
            <a:ext cx="324575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" name="직선 화살표 연결선 50"/>
          <p:cNvCxnSpPr>
            <a:cxnSpLocks noChangeShapeType="1"/>
          </p:cNvCxnSpPr>
          <p:nvPr/>
        </p:nvCxnSpPr>
        <p:spPr bwMode="auto">
          <a:xfrm flipH="1">
            <a:off x="5740995" y="3411413"/>
            <a:ext cx="324575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447709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Jig Formation </a:t>
            </a:r>
            <a:r>
              <a:rPr lang="ko-KR" altLang="en-US" dirty="0"/>
              <a:t>공정흐름 상세 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Jig Formation Heating Jig Zone</a:t>
            </a:r>
            <a:endParaRPr lang="ko-KR" altLang="en-US" dirty="0"/>
          </a:p>
        </p:txBody>
      </p:sp>
      <p:sp>
        <p:nvSpPr>
          <p:cNvPr id="223" name="TextBox 7"/>
          <p:cNvSpPr txBox="1">
            <a:spLocks noChangeArrowheads="1"/>
          </p:cNvSpPr>
          <p:nvPr/>
        </p:nvSpPr>
        <p:spPr bwMode="auto">
          <a:xfrm>
            <a:off x="2650024" y="1467058"/>
            <a:ext cx="88517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400" b="1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</a:rPr>
              <a:t>EQP(PC)</a:t>
            </a:r>
            <a:endParaRPr lang="ko-KR" altLang="en-US" sz="1400" b="1" dirty="0">
              <a:solidFill>
                <a:srgbClr val="0000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4" name="TextBox 8"/>
          <p:cNvSpPr txBox="1">
            <a:spLocks noChangeArrowheads="1"/>
          </p:cNvSpPr>
          <p:nvPr/>
        </p:nvSpPr>
        <p:spPr bwMode="auto">
          <a:xfrm>
            <a:off x="6123534" y="1467058"/>
            <a:ext cx="5854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400" b="1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</a:rPr>
              <a:t>Host</a:t>
            </a:r>
            <a:endParaRPr lang="ko-KR" altLang="en-US" sz="1400" b="1" dirty="0">
              <a:solidFill>
                <a:srgbClr val="0000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25" name="직선 연결선 5"/>
          <p:cNvCxnSpPr>
            <a:cxnSpLocks noChangeShapeType="1"/>
          </p:cNvCxnSpPr>
          <p:nvPr/>
        </p:nvCxnSpPr>
        <p:spPr bwMode="auto">
          <a:xfrm flipH="1">
            <a:off x="3150283" y="1957780"/>
            <a:ext cx="2" cy="4524097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6" name="직선 연결선 6"/>
          <p:cNvCxnSpPr>
            <a:cxnSpLocks noChangeShapeType="1"/>
          </p:cNvCxnSpPr>
          <p:nvPr/>
        </p:nvCxnSpPr>
        <p:spPr bwMode="auto">
          <a:xfrm>
            <a:off x="6452860" y="1957780"/>
            <a:ext cx="40111" cy="4585981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7" name="TextBox 226"/>
          <p:cNvSpPr txBox="1"/>
          <p:nvPr/>
        </p:nvSpPr>
        <p:spPr>
          <a:xfrm>
            <a:off x="3983489" y="1971253"/>
            <a:ext cx="1362874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050" dirty="0">
                <a:ea typeface="돋움" pitchFamily="50" charset="-127"/>
              </a:rPr>
              <a:t>Jig Load </a:t>
            </a:r>
            <a:r>
              <a:rPr lang="ko-KR" altLang="en-US" sz="1050" dirty="0">
                <a:ea typeface="돋움" pitchFamily="50" charset="-127"/>
              </a:rPr>
              <a:t>요청</a:t>
            </a:r>
            <a:r>
              <a:rPr lang="en-US" altLang="ko-KR" sz="1050" dirty="0">
                <a:ea typeface="돋움" pitchFamily="50" charset="-127"/>
              </a:rPr>
              <a:t> (933)</a:t>
            </a:r>
            <a:endParaRPr lang="ko-KR" altLang="en-US" sz="1050" dirty="0">
              <a:ea typeface="돋움" pitchFamily="50" charset="-127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3864834" y="2225253"/>
            <a:ext cx="1680268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050" dirty="0">
                <a:ea typeface="돋움" pitchFamily="50" charset="-127"/>
              </a:rPr>
              <a:t>Jig Load </a:t>
            </a:r>
            <a:r>
              <a:rPr lang="ko-KR" altLang="en-US" sz="1050" dirty="0">
                <a:ea typeface="돋움" pitchFamily="50" charset="-127"/>
              </a:rPr>
              <a:t>요청</a:t>
            </a:r>
            <a:r>
              <a:rPr lang="en-US" altLang="ko-KR" sz="1050" dirty="0">
                <a:ea typeface="돋움" pitchFamily="50" charset="-127"/>
              </a:rPr>
              <a:t> </a:t>
            </a:r>
            <a:r>
              <a:rPr lang="ko-KR" altLang="en-US" sz="1050" dirty="0">
                <a:ea typeface="돋움" pitchFamily="50" charset="-127"/>
              </a:rPr>
              <a:t>응답 </a:t>
            </a:r>
            <a:r>
              <a:rPr lang="en-US" altLang="ko-KR" sz="1050" dirty="0">
                <a:ea typeface="돋움" pitchFamily="50" charset="-127"/>
              </a:rPr>
              <a:t>(934)</a:t>
            </a:r>
            <a:endParaRPr lang="ko-KR" altLang="en-US" sz="1050" dirty="0">
              <a:ea typeface="돋움" pitchFamily="50" charset="-127"/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4033449" y="2441277"/>
            <a:ext cx="133562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050" dirty="0">
                <a:ea typeface="돋움" pitchFamily="50" charset="-127"/>
              </a:rPr>
              <a:t>Jig </a:t>
            </a:r>
            <a:r>
              <a:rPr lang="ko-KR" altLang="en-US" sz="1050" dirty="0">
                <a:ea typeface="돋움" pitchFamily="50" charset="-127"/>
              </a:rPr>
              <a:t>도착 보고 </a:t>
            </a:r>
            <a:r>
              <a:rPr lang="en-US" altLang="ko-KR" sz="1050" dirty="0">
                <a:ea typeface="돋움" pitchFamily="50" charset="-127"/>
              </a:rPr>
              <a:t>(933)</a:t>
            </a:r>
            <a:endParaRPr lang="ko-KR" altLang="en-US" sz="1050" dirty="0">
              <a:ea typeface="돋움" pitchFamily="50" charset="-127"/>
            </a:endParaRPr>
          </a:p>
        </p:txBody>
      </p:sp>
      <p:sp>
        <p:nvSpPr>
          <p:cNvPr id="232" name="TextBox 231"/>
          <p:cNvSpPr txBox="1"/>
          <p:nvPr/>
        </p:nvSpPr>
        <p:spPr>
          <a:xfrm>
            <a:off x="3916876" y="2693305"/>
            <a:ext cx="1556836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050" dirty="0">
                <a:ea typeface="돋움" pitchFamily="50" charset="-127"/>
              </a:rPr>
              <a:t>Jig </a:t>
            </a:r>
            <a:r>
              <a:rPr lang="ko-KR" altLang="en-US" sz="1050" dirty="0">
                <a:ea typeface="돋움" pitchFamily="50" charset="-127"/>
              </a:rPr>
              <a:t>도착보고 응답</a:t>
            </a:r>
            <a:r>
              <a:rPr lang="en-US" altLang="ko-KR" sz="1050" dirty="0">
                <a:ea typeface="돋움" pitchFamily="50" charset="-127"/>
              </a:rPr>
              <a:t>(934)</a:t>
            </a:r>
            <a:endParaRPr lang="ko-KR" altLang="en-US" sz="1050" dirty="0">
              <a:ea typeface="돋움" pitchFamily="50" charset="-127"/>
            </a:endParaRPr>
          </a:p>
        </p:txBody>
      </p:sp>
      <p:sp>
        <p:nvSpPr>
          <p:cNvPr id="233" name="TextBox 232"/>
          <p:cNvSpPr txBox="1"/>
          <p:nvPr/>
        </p:nvSpPr>
        <p:spPr>
          <a:xfrm>
            <a:off x="4033449" y="2909329"/>
            <a:ext cx="166098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050" dirty="0">
                <a:ea typeface="돋움" pitchFamily="50" charset="-127"/>
              </a:rPr>
              <a:t>Recipe </a:t>
            </a:r>
            <a:r>
              <a:rPr lang="ko-KR" altLang="en-US" sz="1050" dirty="0">
                <a:ea typeface="돋움" pitchFamily="50" charset="-127"/>
              </a:rPr>
              <a:t>요청</a:t>
            </a:r>
            <a:r>
              <a:rPr lang="en-US" altLang="ko-KR" sz="1050" dirty="0">
                <a:ea typeface="돋움" pitchFamily="50" charset="-127"/>
              </a:rPr>
              <a:t>(101)</a:t>
            </a:r>
            <a:endParaRPr lang="ko-KR" altLang="en-US" sz="1050" dirty="0">
              <a:ea typeface="돋움" pitchFamily="50" charset="-127"/>
            </a:endParaRPr>
          </a:p>
        </p:txBody>
      </p:sp>
      <p:sp>
        <p:nvSpPr>
          <p:cNvPr id="234" name="TextBox 233"/>
          <p:cNvSpPr txBox="1"/>
          <p:nvPr/>
        </p:nvSpPr>
        <p:spPr>
          <a:xfrm>
            <a:off x="3999328" y="3161357"/>
            <a:ext cx="2072970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050" dirty="0">
                <a:ea typeface="돋움" pitchFamily="50" charset="-127"/>
              </a:rPr>
              <a:t>Recipe </a:t>
            </a:r>
            <a:r>
              <a:rPr lang="ko-KR" altLang="en-US" sz="1050" dirty="0">
                <a:ea typeface="돋움" pitchFamily="50" charset="-127"/>
              </a:rPr>
              <a:t>요청 응답</a:t>
            </a:r>
            <a:r>
              <a:rPr lang="en-US" altLang="ko-KR" sz="1050" dirty="0">
                <a:ea typeface="돋움" pitchFamily="50" charset="-127"/>
              </a:rPr>
              <a:t>(102)</a:t>
            </a:r>
            <a:endParaRPr lang="ko-KR" altLang="en-US" sz="1050" dirty="0">
              <a:ea typeface="돋움" pitchFamily="50" charset="-127"/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4045938" y="3591433"/>
            <a:ext cx="1441420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050" dirty="0">
                <a:ea typeface="돋움" pitchFamily="50" charset="-127"/>
              </a:rPr>
              <a:t>작업 시작 보고 </a:t>
            </a:r>
            <a:r>
              <a:rPr lang="en-US" altLang="ko-KR" sz="1050" dirty="0">
                <a:ea typeface="돋움" pitchFamily="50" charset="-127"/>
              </a:rPr>
              <a:t>(905)</a:t>
            </a:r>
            <a:endParaRPr lang="ko-KR" altLang="en-US" sz="1050" dirty="0">
              <a:ea typeface="돋움" pitchFamily="50" charset="-127"/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3910631" y="3843461"/>
            <a:ext cx="1758815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050" dirty="0">
                <a:ea typeface="돋움" pitchFamily="50" charset="-127"/>
              </a:rPr>
              <a:t>작업 시작 보고 응답</a:t>
            </a:r>
            <a:r>
              <a:rPr lang="en-US" altLang="ko-KR" sz="1050" dirty="0">
                <a:ea typeface="돋움" pitchFamily="50" charset="-127"/>
              </a:rPr>
              <a:t> (906)</a:t>
            </a:r>
            <a:endParaRPr lang="ko-KR" altLang="en-US" sz="1050" dirty="0">
              <a:ea typeface="돋움" pitchFamily="50" charset="-127"/>
            </a:endParaRPr>
          </a:p>
        </p:txBody>
      </p:sp>
      <p:sp>
        <p:nvSpPr>
          <p:cNvPr id="237" name="TextBox 236"/>
          <p:cNvSpPr txBox="1"/>
          <p:nvPr/>
        </p:nvSpPr>
        <p:spPr>
          <a:xfrm>
            <a:off x="3904386" y="4095489"/>
            <a:ext cx="157607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050" dirty="0">
                <a:ea typeface="돋움" pitchFamily="50" charset="-127"/>
              </a:rPr>
              <a:t>작업 데이터 보고 </a:t>
            </a:r>
            <a:r>
              <a:rPr lang="en-US" altLang="ko-KR" sz="1050" dirty="0">
                <a:ea typeface="돋움" pitchFamily="50" charset="-127"/>
              </a:rPr>
              <a:t>(901)</a:t>
            </a:r>
            <a:endParaRPr lang="ko-KR" altLang="en-US" sz="1050" dirty="0">
              <a:ea typeface="돋움" pitchFamily="50" charset="-127"/>
            </a:endParaRPr>
          </a:p>
        </p:txBody>
      </p:sp>
      <p:cxnSp>
        <p:nvCxnSpPr>
          <p:cNvPr id="238" name="직선 화살표 연결선 19"/>
          <p:cNvCxnSpPr>
            <a:cxnSpLocks noChangeShapeType="1"/>
          </p:cNvCxnSpPr>
          <p:nvPr/>
        </p:nvCxnSpPr>
        <p:spPr bwMode="auto">
          <a:xfrm>
            <a:off x="3150283" y="2253264"/>
            <a:ext cx="324575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9" name="직선 화살표 연결선 21"/>
          <p:cNvCxnSpPr>
            <a:cxnSpLocks noChangeShapeType="1"/>
          </p:cNvCxnSpPr>
          <p:nvPr/>
        </p:nvCxnSpPr>
        <p:spPr bwMode="auto">
          <a:xfrm flipH="1">
            <a:off x="3150283" y="2477281"/>
            <a:ext cx="324575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2" name="직선 화살표 연결선 40"/>
          <p:cNvCxnSpPr>
            <a:cxnSpLocks noChangeShapeType="1"/>
          </p:cNvCxnSpPr>
          <p:nvPr/>
        </p:nvCxnSpPr>
        <p:spPr bwMode="auto">
          <a:xfrm>
            <a:off x="3181043" y="2693305"/>
            <a:ext cx="3245757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3" name="직선 화살표 연결선 42"/>
          <p:cNvCxnSpPr>
            <a:cxnSpLocks noChangeShapeType="1"/>
          </p:cNvCxnSpPr>
          <p:nvPr/>
        </p:nvCxnSpPr>
        <p:spPr bwMode="auto">
          <a:xfrm flipH="1">
            <a:off x="3150283" y="2945333"/>
            <a:ext cx="324575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4" name="직선 화살표 연결선 48"/>
          <p:cNvCxnSpPr>
            <a:cxnSpLocks noChangeShapeType="1"/>
          </p:cNvCxnSpPr>
          <p:nvPr/>
        </p:nvCxnSpPr>
        <p:spPr bwMode="auto">
          <a:xfrm>
            <a:off x="3150283" y="3161357"/>
            <a:ext cx="324575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" name="직선 화살표 연결선 50"/>
          <p:cNvCxnSpPr>
            <a:cxnSpLocks noChangeShapeType="1"/>
          </p:cNvCxnSpPr>
          <p:nvPr/>
        </p:nvCxnSpPr>
        <p:spPr bwMode="auto">
          <a:xfrm flipH="1">
            <a:off x="3150283" y="3413385"/>
            <a:ext cx="324575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6" name="직선 화살표 연결선 55"/>
          <p:cNvCxnSpPr>
            <a:cxnSpLocks noChangeShapeType="1"/>
          </p:cNvCxnSpPr>
          <p:nvPr/>
        </p:nvCxnSpPr>
        <p:spPr bwMode="auto">
          <a:xfrm>
            <a:off x="3150283" y="3843461"/>
            <a:ext cx="324575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7" name="직선 화살표 연결선 56"/>
          <p:cNvCxnSpPr>
            <a:cxnSpLocks noChangeShapeType="1"/>
          </p:cNvCxnSpPr>
          <p:nvPr/>
        </p:nvCxnSpPr>
        <p:spPr bwMode="auto">
          <a:xfrm flipH="1">
            <a:off x="3150283" y="4095489"/>
            <a:ext cx="324575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8" name="직선 화살표 연결선 59"/>
          <p:cNvCxnSpPr>
            <a:cxnSpLocks noChangeShapeType="1"/>
          </p:cNvCxnSpPr>
          <p:nvPr/>
        </p:nvCxnSpPr>
        <p:spPr bwMode="auto">
          <a:xfrm>
            <a:off x="3150283" y="4347517"/>
            <a:ext cx="324575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9" name="직선 화살표 연결선 60"/>
          <p:cNvCxnSpPr>
            <a:cxnSpLocks noChangeShapeType="1"/>
          </p:cNvCxnSpPr>
          <p:nvPr/>
        </p:nvCxnSpPr>
        <p:spPr bwMode="auto">
          <a:xfrm flipH="1">
            <a:off x="3150283" y="4563541"/>
            <a:ext cx="324575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0" name="TextBox 249"/>
          <p:cNvSpPr txBox="1"/>
          <p:nvPr/>
        </p:nvSpPr>
        <p:spPr>
          <a:xfrm>
            <a:off x="3794058" y="4311513"/>
            <a:ext cx="1893467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050" dirty="0">
                <a:ea typeface="돋움" pitchFamily="50" charset="-127"/>
              </a:rPr>
              <a:t>작업 데이터 보고 응답 </a:t>
            </a:r>
            <a:r>
              <a:rPr lang="en-US" altLang="ko-KR" sz="1050" dirty="0">
                <a:ea typeface="돋움" pitchFamily="50" charset="-127"/>
              </a:rPr>
              <a:t>(902)</a:t>
            </a:r>
            <a:endParaRPr lang="ko-KR" altLang="en-US" sz="1050" dirty="0">
              <a:ea typeface="돋움" pitchFamily="50" charset="-127"/>
            </a:endParaRPr>
          </a:p>
        </p:txBody>
      </p:sp>
      <p:sp>
        <p:nvSpPr>
          <p:cNvPr id="251" name="TextBox 250"/>
          <p:cNvSpPr txBox="1"/>
          <p:nvPr/>
        </p:nvSpPr>
        <p:spPr>
          <a:xfrm>
            <a:off x="3928051" y="4563541"/>
            <a:ext cx="1441420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050" dirty="0">
                <a:ea typeface="돋움" pitchFamily="50" charset="-127"/>
              </a:rPr>
              <a:t>작업 종료 보고 </a:t>
            </a:r>
            <a:r>
              <a:rPr lang="en-US" altLang="ko-KR" sz="1050" dirty="0">
                <a:ea typeface="돋움" pitchFamily="50" charset="-127"/>
              </a:rPr>
              <a:t>(905)</a:t>
            </a:r>
            <a:endParaRPr lang="ko-KR" altLang="en-US" sz="1050" dirty="0">
              <a:ea typeface="돋움" pitchFamily="50" charset="-127"/>
            </a:endParaRPr>
          </a:p>
        </p:txBody>
      </p:sp>
      <p:cxnSp>
        <p:nvCxnSpPr>
          <p:cNvPr id="252" name="직선 화살표 연결선 59"/>
          <p:cNvCxnSpPr>
            <a:cxnSpLocks noChangeShapeType="1"/>
          </p:cNvCxnSpPr>
          <p:nvPr/>
        </p:nvCxnSpPr>
        <p:spPr bwMode="auto">
          <a:xfrm>
            <a:off x="3173948" y="4815569"/>
            <a:ext cx="324575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3" name="직선 화살표 연결선 60"/>
          <p:cNvCxnSpPr>
            <a:cxnSpLocks noChangeShapeType="1"/>
          </p:cNvCxnSpPr>
          <p:nvPr/>
        </p:nvCxnSpPr>
        <p:spPr bwMode="auto">
          <a:xfrm flipH="1">
            <a:off x="3173948" y="5067597"/>
            <a:ext cx="324575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4" name="TextBox 253"/>
          <p:cNvSpPr txBox="1"/>
          <p:nvPr/>
        </p:nvSpPr>
        <p:spPr>
          <a:xfrm>
            <a:off x="3870305" y="4779565"/>
            <a:ext cx="1758815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050" dirty="0">
                <a:ea typeface="돋움" pitchFamily="50" charset="-127"/>
              </a:rPr>
              <a:t>작업 종료 보고 응답 </a:t>
            </a:r>
            <a:r>
              <a:rPr lang="en-US" altLang="ko-KR" sz="1050" dirty="0">
                <a:ea typeface="돋움" pitchFamily="50" charset="-127"/>
              </a:rPr>
              <a:t>(906)</a:t>
            </a:r>
            <a:endParaRPr lang="ko-KR" altLang="en-US" sz="1050" dirty="0">
              <a:ea typeface="돋움" pitchFamily="50" charset="-127"/>
            </a:endParaRPr>
          </a:p>
        </p:txBody>
      </p:sp>
      <p:sp>
        <p:nvSpPr>
          <p:cNvPr id="255" name="TextBox 254"/>
          <p:cNvSpPr txBox="1"/>
          <p:nvPr/>
        </p:nvSpPr>
        <p:spPr>
          <a:xfrm>
            <a:off x="4142012" y="5281649"/>
            <a:ext cx="1669482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050" dirty="0">
                <a:ea typeface="돋움" pitchFamily="50" charset="-127"/>
              </a:rPr>
              <a:t>Unload </a:t>
            </a:r>
            <a:r>
              <a:rPr lang="ko-KR" altLang="en-US" sz="1050" dirty="0">
                <a:ea typeface="돋움" pitchFamily="50" charset="-127"/>
              </a:rPr>
              <a:t>요청 </a:t>
            </a:r>
            <a:r>
              <a:rPr lang="en-US" altLang="ko-KR" sz="1050" dirty="0">
                <a:ea typeface="돋움" pitchFamily="50" charset="-127"/>
              </a:rPr>
              <a:t>(937)</a:t>
            </a:r>
            <a:endParaRPr lang="ko-KR" altLang="en-US" sz="1050" dirty="0">
              <a:ea typeface="돋움" pitchFamily="50" charset="-127"/>
            </a:endParaRPr>
          </a:p>
        </p:txBody>
      </p:sp>
      <p:sp>
        <p:nvSpPr>
          <p:cNvPr id="256" name="TextBox 255"/>
          <p:cNvSpPr txBox="1"/>
          <p:nvPr/>
        </p:nvSpPr>
        <p:spPr>
          <a:xfrm>
            <a:off x="4006704" y="5497673"/>
            <a:ext cx="2071241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050" dirty="0">
                <a:ea typeface="돋움" pitchFamily="50" charset="-127"/>
              </a:rPr>
              <a:t>Unload </a:t>
            </a:r>
            <a:r>
              <a:rPr lang="ko-KR" altLang="en-US" sz="1050" dirty="0">
                <a:ea typeface="돋움" pitchFamily="50" charset="-127"/>
              </a:rPr>
              <a:t>요청 응답 </a:t>
            </a:r>
            <a:r>
              <a:rPr lang="en-US" altLang="ko-KR" sz="1050" dirty="0">
                <a:ea typeface="돋움" pitchFamily="50" charset="-127"/>
              </a:rPr>
              <a:t>(938)</a:t>
            </a:r>
            <a:endParaRPr lang="ko-KR" altLang="en-US" sz="1050" dirty="0">
              <a:ea typeface="돋움" pitchFamily="50" charset="-127"/>
            </a:endParaRPr>
          </a:p>
        </p:txBody>
      </p:sp>
      <p:sp>
        <p:nvSpPr>
          <p:cNvPr id="257" name="TextBox 256"/>
          <p:cNvSpPr txBox="1"/>
          <p:nvPr/>
        </p:nvSpPr>
        <p:spPr>
          <a:xfrm>
            <a:off x="4000460" y="5747729"/>
            <a:ext cx="202128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050" dirty="0">
                <a:ea typeface="돋움" pitchFamily="50" charset="-127"/>
              </a:rPr>
              <a:t>Unload </a:t>
            </a:r>
            <a:r>
              <a:rPr lang="ko-KR" altLang="en-US" sz="1050" dirty="0">
                <a:ea typeface="돋움" pitchFamily="50" charset="-127"/>
              </a:rPr>
              <a:t>완료보고 </a:t>
            </a:r>
            <a:r>
              <a:rPr lang="en-US" altLang="ko-KR" sz="1050" dirty="0">
                <a:ea typeface="돋움" pitchFamily="50" charset="-127"/>
              </a:rPr>
              <a:t>(937)</a:t>
            </a:r>
            <a:endParaRPr lang="ko-KR" altLang="en-US" sz="1050" dirty="0">
              <a:ea typeface="돋움" pitchFamily="50" charset="-127"/>
            </a:endParaRPr>
          </a:p>
        </p:txBody>
      </p:sp>
      <p:cxnSp>
        <p:nvCxnSpPr>
          <p:cNvPr id="258" name="직선 화살표 연결선 55"/>
          <p:cNvCxnSpPr>
            <a:cxnSpLocks noChangeShapeType="1"/>
          </p:cNvCxnSpPr>
          <p:nvPr/>
        </p:nvCxnSpPr>
        <p:spPr bwMode="auto">
          <a:xfrm>
            <a:off x="3162138" y="5533677"/>
            <a:ext cx="324575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9" name="직선 화살표 연결선 56"/>
          <p:cNvCxnSpPr>
            <a:cxnSpLocks noChangeShapeType="1"/>
          </p:cNvCxnSpPr>
          <p:nvPr/>
        </p:nvCxnSpPr>
        <p:spPr bwMode="auto">
          <a:xfrm flipH="1">
            <a:off x="3162138" y="5749701"/>
            <a:ext cx="324575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0" name="직선 화살표 연결선 59"/>
          <p:cNvCxnSpPr>
            <a:cxnSpLocks noChangeShapeType="1"/>
          </p:cNvCxnSpPr>
          <p:nvPr/>
        </p:nvCxnSpPr>
        <p:spPr bwMode="auto">
          <a:xfrm>
            <a:off x="3162138" y="6001729"/>
            <a:ext cx="324575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1" name="직선 화살표 연결선 60"/>
          <p:cNvCxnSpPr>
            <a:cxnSpLocks noChangeShapeType="1"/>
          </p:cNvCxnSpPr>
          <p:nvPr/>
        </p:nvCxnSpPr>
        <p:spPr bwMode="auto">
          <a:xfrm flipH="1">
            <a:off x="3162138" y="6217753"/>
            <a:ext cx="324575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2" name="TextBox 261"/>
          <p:cNvSpPr txBox="1"/>
          <p:nvPr/>
        </p:nvSpPr>
        <p:spPr>
          <a:xfrm>
            <a:off x="3890132" y="5965725"/>
            <a:ext cx="2423038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050" dirty="0">
                <a:ea typeface="돋움" pitchFamily="50" charset="-127"/>
              </a:rPr>
              <a:t>Unload </a:t>
            </a:r>
            <a:r>
              <a:rPr lang="ko-KR" altLang="en-US" sz="1050" dirty="0">
                <a:ea typeface="돋움" pitchFamily="50" charset="-127"/>
              </a:rPr>
              <a:t>완료보고 응답 </a:t>
            </a:r>
            <a:r>
              <a:rPr lang="en-US" altLang="ko-KR" sz="1050" dirty="0">
                <a:ea typeface="돋움" pitchFamily="50" charset="-127"/>
              </a:rPr>
              <a:t>(938)</a:t>
            </a:r>
            <a:endParaRPr lang="ko-KR" altLang="en-US" sz="1050" dirty="0">
              <a:ea typeface="돋움" pitchFamily="50" charset="-127"/>
            </a:endParaRPr>
          </a:p>
        </p:txBody>
      </p:sp>
      <p:sp>
        <p:nvSpPr>
          <p:cNvPr id="263" name="순서도: 판단 262"/>
          <p:cNvSpPr/>
          <p:nvPr/>
        </p:nvSpPr>
        <p:spPr>
          <a:xfrm>
            <a:off x="1866052" y="4752425"/>
            <a:ext cx="914400" cy="603784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4" name="TextBox 263"/>
          <p:cNvSpPr txBox="1"/>
          <p:nvPr/>
        </p:nvSpPr>
        <p:spPr>
          <a:xfrm>
            <a:off x="1957918" y="4923581"/>
            <a:ext cx="75052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Next </a:t>
            </a:r>
            <a:r>
              <a:rPr lang="ko-KR" altLang="en-US" sz="1000" b="1" dirty="0">
                <a:solidFill>
                  <a:srgbClr val="FF0000"/>
                </a:solidFill>
              </a:rPr>
              <a:t>공정</a:t>
            </a:r>
          </a:p>
        </p:txBody>
      </p:sp>
      <p:grpSp>
        <p:nvGrpSpPr>
          <p:cNvPr id="265" name="그룹 264"/>
          <p:cNvGrpSpPr/>
          <p:nvPr/>
        </p:nvGrpSpPr>
        <p:grpSpPr>
          <a:xfrm>
            <a:off x="2328830" y="3163245"/>
            <a:ext cx="711865" cy="1589180"/>
            <a:chOff x="1968790" y="3339405"/>
            <a:chExt cx="711865" cy="1917076"/>
          </a:xfrm>
        </p:grpSpPr>
        <p:cxnSp>
          <p:nvCxnSpPr>
            <p:cNvPr id="266" name="직선 연결선 265"/>
            <p:cNvCxnSpPr/>
            <p:nvPr/>
          </p:nvCxnSpPr>
          <p:spPr>
            <a:xfrm flipV="1">
              <a:off x="1968790" y="3348269"/>
              <a:ext cx="9929" cy="19082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직선 화살표 연결선 266"/>
            <p:cNvCxnSpPr/>
            <p:nvPr/>
          </p:nvCxnSpPr>
          <p:spPr>
            <a:xfrm>
              <a:off x="1981356" y="3339405"/>
              <a:ext cx="69929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8" name="그룹 267"/>
          <p:cNvGrpSpPr/>
          <p:nvPr/>
        </p:nvGrpSpPr>
        <p:grpSpPr>
          <a:xfrm>
            <a:off x="2320615" y="5365073"/>
            <a:ext cx="718288" cy="179440"/>
            <a:chOff x="1968790" y="5869129"/>
            <a:chExt cx="718288" cy="179440"/>
          </a:xfrm>
        </p:grpSpPr>
        <p:cxnSp>
          <p:nvCxnSpPr>
            <p:cNvPr id="269" name="직선 연결선 268"/>
            <p:cNvCxnSpPr/>
            <p:nvPr/>
          </p:nvCxnSpPr>
          <p:spPr>
            <a:xfrm>
              <a:off x="1968790" y="5869129"/>
              <a:ext cx="0" cy="1794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직선 화살표 연결선 269"/>
            <p:cNvCxnSpPr/>
            <p:nvPr/>
          </p:nvCxnSpPr>
          <p:spPr>
            <a:xfrm>
              <a:off x="1987779" y="6041677"/>
              <a:ext cx="69929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1" name="TextBox 270"/>
          <p:cNvSpPr txBox="1"/>
          <p:nvPr/>
        </p:nvSpPr>
        <p:spPr>
          <a:xfrm>
            <a:off x="2276396" y="4563541"/>
            <a:ext cx="2648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Y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272" name="TextBox 271"/>
          <p:cNvSpPr txBox="1"/>
          <p:nvPr/>
        </p:nvSpPr>
        <p:spPr>
          <a:xfrm>
            <a:off x="2276396" y="5319625"/>
            <a:ext cx="2728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N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3641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Jig Formation </a:t>
            </a:r>
            <a:r>
              <a:rPr lang="ko-KR" altLang="en-US" dirty="0"/>
              <a:t>공정흐름 상세 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Jig Formation </a:t>
            </a:r>
            <a:r>
              <a:rPr lang="ko-KR" altLang="en-US" dirty="0"/>
              <a:t>가압</a:t>
            </a:r>
            <a:r>
              <a:rPr lang="en-US" altLang="ko-KR" dirty="0"/>
              <a:t>/IR OCV</a:t>
            </a:r>
            <a:endParaRPr lang="ko-KR" altLang="en-US" dirty="0"/>
          </a:p>
        </p:txBody>
      </p:sp>
      <p:sp>
        <p:nvSpPr>
          <p:cNvPr id="223" name="TextBox 7"/>
          <p:cNvSpPr txBox="1">
            <a:spLocks noChangeArrowheads="1"/>
          </p:cNvSpPr>
          <p:nvPr/>
        </p:nvSpPr>
        <p:spPr bwMode="auto">
          <a:xfrm>
            <a:off x="2650024" y="1467058"/>
            <a:ext cx="88517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400" b="1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</a:rPr>
              <a:t>EQP(PC)</a:t>
            </a:r>
            <a:endParaRPr lang="ko-KR" altLang="en-US" sz="1400" b="1" dirty="0">
              <a:solidFill>
                <a:srgbClr val="0000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4" name="TextBox 8"/>
          <p:cNvSpPr txBox="1">
            <a:spLocks noChangeArrowheads="1"/>
          </p:cNvSpPr>
          <p:nvPr/>
        </p:nvSpPr>
        <p:spPr bwMode="auto">
          <a:xfrm>
            <a:off x="6123534" y="1467058"/>
            <a:ext cx="5854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400" b="1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</a:rPr>
              <a:t>Host</a:t>
            </a:r>
            <a:endParaRPr lang="ko-KR" altLang="en-US" sz="1400" b="1" dirty="0">
              <a:solidFill>
                <a:srgbClr val="0000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25" name="직선 연결선 5"/>
          <p:cNvCxnSpPr>
            <a:cxnSpLocks noChangeShapeType="1"/>
          </p:cNvCxnSpPr>
          <p:nvPr/>
        </p:nvCxnSpPr>
        <p:spPr bwMode="auto">
          <a:xfrm flipH="1">
            <a:off x="3092613" y="1957780"/>
            <a:ext cx="11875" cy="4524097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6" name="직선 연결선 6"/>
          <p:cNvCxnSpPr>
            <a:cxnSpLocks noChangeShapeType="1"/>
          </p:cNvCxnSpPr>
          <p:nvPr/>
        </p:nvCxnSpPr>
        <p:spPr bwMode="auto">
          <a:xfrm>
            <a:off x="6452860" y="1957780"/>
            <a:ext cx="29056" cy="4524097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7" name="TextBox 226"/>
          <p:cNvSpPr txBox="1"/>
          <p:nvPr/>
        </p:nvSpPr>
        <p:spPr>
          <a:xfrm>
            <a:off x="3983489" y="2577573"/>
            <a:ext cx="1842171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050" dirty="0">
                <a:ea typeface="돋움" pitchFamily="50" charset="-127"/>
              </a:rPr>
              <a:t>Cell Information </a:t>
            </a:r>
            <a:r>
              <a:rPr lang="ko-KR" altLang="en-US" sz="1050" dirty="0">
                <a:ea typeface="돋움" pitchFamily="50" charset="-127"/>
              </a:rPr>
              <a:t>요청</a:t>
            </a:r>
            <a:r>
              <a:rPr lang="en-US" altLang="ko-KR" sz="1050" dirty="0">
                <a:ea typeface="돋움" pitchFamily="50" charset="-127"/>
              </a:rPr>
              <a:t> (151)</a:t>
            </a:r>
            <a:endParaRPr lang="ko-KR" altLang="en-US" sz="1050" dirty="0">
              <a:ea typeface="돋움" pitchFamily="50" charset="-127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3508747" y="2939585"/>
            <a:ext cx="2932213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050" dirty="0">
                <a:ea typeface="돋움" pitchFamily="50" charset="-127"/>
              </a:rPr>
              <a:t>Cell Information </a:t>
            </a:r>
            <a:r>
              <a:rPr lang="ko-KR" altLang="en-US" sz="1050" dirty="0">
                <a:ea typeface="돋움" pitchFamily="50" charset="-127"/>
              </a:rPr>
              <a:t>요청</a:t>
            </a:r>
            <a:r>
              <a:rPr lang="en-US" altLang="ko-KR" sz="1050" dirty="0">
                <a:ea typeface="돋움" pitchFamily="50" charset="-127"/>
              </a:rPr>
              <a:t> </a:t>
            </a:r>
            <a:r>
              <a:rPr lang="ko-KR" altLang="en-US" sz="1050" dirty="0">
                <a:ea typeface="돋움" pitchFamily="50" charset="-127"/>
              </a:rPr>
              <a:t>응답 </a:t>
            </a:r>
            <a:r>
              <a:rPr lang="en-US" altLang="ko-KR" sz="1050" dirty="0">
                <a:ea typeface="돋움" pitchFamily="50" charset="-127"/>
              </a:rPr>
              <a:t>(152) with </a:t>
            </a:r>
            <a:r>
              <a:rPr lang="en-US" altLang="ko-KR" sz="1050" dirty="0">
                <a:solidFill>
                  <a:srgbClr val="FF0000"/>
                </a:solidFill>
                <a:ea typeface="돋움" pitchFamily="50" charset="-127"/>
              </a:rPr>
              <a:t>recipe </a:t>
            </a:r>
            <a:endParaRPr lang="ko-KR" altLang="en-US" sz="1050" dirty="0">
              <a:solidFill>
                <a:srgbClr val="FF0000"/>
              </a:solidFill>
              <a:ea typeface="돋움" pitchFamily="50" charset="-127"/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4033449" y="3263621"/>
            <a:ext cx="2008883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050" dirty="0">
                <a:ea typeface="돋움" pitchFamily="50" charset="-127"/>
              </a:rPr>
              <a:t>Cell </a:t>
            </a:r>
            <a:r>
              <a:rPr lang="ko-KR" altLang="en-US" sz="1050" dirty="0" err="1">
                <a:ea typeface="돋움" pitchFamily="50" charset="-127"/>
              </a:rPr>
              <a:t>실처리</a:t>
            </a:r>
            <a:r>
              <a:rPr lang="ko-KR" altLang="en-US" sz="1050" dirty="0">
                <a:ea typeface="돋움" pitchFamily="50" charset="-127"/>
              </a:rPr>
              <a:t> 데이터 보고 </a:t>
            </a:r>
            <a:r>
              <a:rPr lang="en-US" altLang="ko-KR" sz="1050" dirty="0">
                <a:ea typeface="돋움" pitchFamily="50" charset="-127"/>
              </a:rPr>
              <a:t>(153)</a:t>
            </a:r>
            <a:endParaRPr lang="ko-KR" altLang="en-US" sz="1050" dirty="0">
              <a:ea typeface="돋움" pitchFamily="50" charset="-127"/>
            </a:endParaRPr>
          </a:p>
        </p:txBody>
      </p:sp>
      <p:sp>
        <p:nvSpPr>
          <p:cNvPr id="232" name="TextBox 231"/>
          <p:cNvSpPr txBox="1"/>
          <p:nvPr/>
        </p:nvSpPr>
        <p:spPr>
          <a:xfrm>
            <a:off x="3916876" y="3625549"/>
            <a:ext cx="2278188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050" dirty="0">
                <a:ea typeface="돋움" pitchFamily="50" charset="-127"/>
              </a:rPr>
              <a:t>Cell </a:t>
            </a:r>
            <a:r>
              <a:rPr lang="ko-KR" altLang="en-US" sz="1050" dirty="0" err="1">
                <a:ea typeface="돋움" pitchFamily="50" charset="-127"/>
              </a:rPr>
              <a:t>실처리</a:t>
            </a:r>
            <a:r>
              <a:rPr lang="ko-KR" altLang="en-US" sz="1050" dirty="0">
                <a:ea typeface="돋움" pitchFamily="50" charset="-127"/>
              </a:rPr>
              <a:t> 데이터 보고 응답</a:t>
            </a:r>
            <a:r>
              <a:rPr lang="en-US" altLang="ko-KR" sz="1050" dirty="0">
                <a:ea typeface="돋움" pitchFamily="50" charset="-127"/>
              </a:rPr>
              <a:t>(154)</a:t>
            </a:r>
            <a:endParaRPr lang="ko-KR" altLang="en-US" sz="1050" dirty="0">
              <a:ea typeface="돋움" pitchFamily="50" charset="-127"/>
            </a:endParaRPr>
          </a:p>
        </p:txBody>
      </p:sp>
      <p:cxnSp>
        <p:nvCxnSpPr>
          <p:cNvPr id="238" name="직선 화살표 연결선 19"/>
          <p:cNvCxnSpPr>
            <a:cxnSpLocks noChangeShapeType="1"/>
          </p:cNvCxnSpPr>
          <p:nvPr/>
        </p:nvCxnSpPr>
        <p:spPr bwMode="auto">
          <a:xfrm>
            <a:off x="3150283" y="2859584"/>
            <a:ext cx="324575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9" name="직선 화살표 연결선 21"/>
          <p:cNvCxnSpPr>
            <a:cxnSpLocks noChangeShapeType="1"/>
          </p:cNvCxnSpPr>
          <p:nvPr/>
        </p:nvCxnSpPr>
        <p:spPr bwMode="auto">
          <a:xfrm flipH="1">
            <a:off x="3150283" y="3191613"/>
            <a:ext cx="324575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2" name="직선 화살표 연결선 40"/>
          <p:cNvCxnSpPr>
            <a:cxnSpLocks noChangeShapeType="1"/>
          </p:cNvCxnSpPr>
          <p:nvPr/>
        </p:nvCxnSpPr>
        <p:spPr bwMode="auto">
          <a:xfrm>
            <a:off x="3181043" y="3517537"/>
            <a:ext cx="3245757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3" name="직선 화살표 연결선 42"/>
          <p:cNvCxnSpPr>
            <a:cxnSpLocks noChangeShapeType="1"/>
          </p:cNvCxnSpPr>
          <p:nvPr/>
        </p:nvCxnSpPr>
        <p:spPr bwMode="auto">
          <a:xfrm flipH="1">
            <a:off x="3150283" y="3877577"/>
            <a:ext cx="324575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977053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Jig Formation Sequence Diagram</a:t>
            </a:r>
            <a:endParaRPr lang="ko-KR" altLang="en-US" dirty="0"/>
          </a:p>
        </p:txBody>
      </p:sp>
      <p:sp>
        <p:nvSpPr>
          <p:cNvPr id="33" name="순서도: 처리 32"/>
          <p:cNvSpPr/>
          <p:nvPr/>
        </p:nvSpPr>
        <p:spPr>
          <a:xfrm>
            <a:off x="4696879" y="1005284"/>
            <a:ext cx="914400" cy="396044"/>
          </a:xfrm>
          <a:prstGeom prst="flowChartProcess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Scheduler(PC)</a:t>
            </a:r>
          </a:p>
        </p:txBody>
      </p:sp>
      <p:sp>
        <p:nvSpPr>
          <p:cNvPr id="34" name="순서도: 처리 33"/>
          <p:cNvSpPr/>
          <p:nvPr/>
        </p:nvSpPr>
        <p:spPr>
          <a:xfrm>
            <a:off x="268387" y="1005284"/>
            <a:ext cx="914400" cy="396044"/>
          </a:xfrm>
          <a:prstGeom prst="flowChartProcess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작업 </a:t>
            </a:r>
            <a:r>
              <a:rPr lang="en-US" altLang="ko-KR" sz="9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UI</a:t>
            </a:r>
          </a:p>
        </p:txBody>
      </p:sp>
      <p:sp>
        <p:nvSpPr>
          <p:cNvPr id="45" name="순서도: 처리 44"/>
          <p:cNvSpPr/>
          <p:nvPr/>
        </p:nvSpPr>
        <p:spPr>
          <a:xfrm>
            <a:off x="2320615" y="1005284"/>
            <a:ext cx="914400" cy="396044"/>
          </a:xfrm>
          <a:prstGeom prst="flowChartProcess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Scheduler(PLC)</a:t>
            </a:r>
          </a:p>
        </p:txBody>
      </p:sp>
      <p:sp>
        <p:nvSpPr>
          <p:cNvPr id="15" name="순서도: 처리 14"/>
          <p:cNvSpPr/>
          <p:nvPr/>
        </p:nvSpPr>
        <p:spPr>
          <a:xfrm>
            <a:off x="7145151" y="1005284"/>
            <a:ext cx="914400" cy="396044"/>
          </a:xfrm>
          <a:prstGeom prst="flowChartProcess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Biz</a:t>
            </a:r>
          </a:p>
        </p:txBody>
      </p:sp>
      <p:cxnSp>
        <p:nvCxnSpPr>
          <p:cNvPr id="3" name="직선 연결선 2"/>
          <p:cNvCxnSpPr>
            <a:stCxn id="34" idx="2"/>
          </p:cNvCxnSpPr>
          <p:nvPr/>
        </p:nvCxnSpPr>
        <p:spPr>
          <a:xfrm flipH="1">
            <a:off x="691932" y="1401328"/>
            <a:ext cx="18731" cy="5430465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 flipH="1">
            <a:off x="2644651" y="1407091"/>
            <a:ext cx="18731" cy="5430465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 flipH="1">
            <a:off x="5135348" y="1399065"/>
            <a:ext cx="18731" cy="5430465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 flipH="1">
            <a:off x="7602351" y="1404941"/>
            <a:ext cx="18731" cy="5430465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/>
          <p:cNvCxnSpPr/>
          <p:nvPr/>
        </p:nvCxnSpPr>
        <p:spPr>
          <a:xfrm>
            <a:off x="691932" y="1755229"/>
            <a:ext cx="692915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04491" y="1509008"/>
            <a:ext cx="13083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Cell </a:t>
            </a:r>
            <a:r>
              <a:rPr lang="ko-KR" altLang="en-US" sz="1000" dirty="0"/>
              <a:t>정보 생성 요청</a:t>
            </a:r>
          </a:p>
        </p:txBody>
      </p:sp>
      <p:sp>
        <p:nvSpPr>
          <p:cNvPr id="8" name="순서도: 처리 7"/>
          <p:cNvSpPr/>
          <p:nvPr/>
        </p:nvSpPr>
        <p:spPr>
          <a:xfrm>
            <a:off x="7613203" y="1740642"/>
            <a:ext cx="108012" cy="338623"/>
          </a:xfrm>
          <a:prstGeom prst="flowChartProcess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90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화살표 연결선 10"/>
          <p:cNvCxnSpPr/>
          <p:nvPr/>
        </p:nvCxnSpPr>
        <p:spPr>
          <a:xfrm flipH="1">
            <a:off x="664431" y="2079265"/>
            <a:ext cx="6941622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921015" y="1833044"/>
            <a:ext cx="10086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Cell </a:t>
            </a:r>
            <a:r>
              <a:rPr lang="ko-KR" altLang="en-US" sz="1000" dirty="0"/>
              <a:t>정보 생성</a:t>
            </a:r>
          </a:p>
        </p:txBody>
      </p:sp>
      <p:grpSp>
        <p:nvGrpSpPr>
          <p:cNvPr id="18" name="그룹 17"/>
          <p:cNvGrpSpPr/>
          <p:nvPr/>
        </p:nvGrpSpPr>
        <p:grpSpPr>
          <a:xfrm>
            <a:off x="2654017" y="2242781"/>
            <a:ext cx="5067198" cy="556564"/>
            <a:chOff x="3410101" y="2242781"/>
            <a:chExt cx="5067198" cy="556564"/>
          </a:xfrm>
        </p:grpSpPr>
        <p:cxnSp>
          <p:nvCxnSpPr>
            <p:cNvPr id="13" name="직선 화살표 연결선 12"/>
            <p:cNvCxnSpPr/>
            <p:nvPr/>
          </p:nvCxnSpPr>
          <p:spPr>
            <a:xfrm flipV="1">
              <a:off x="3419466" y="2489002"/>
              <a:ext cx="4957700" cy="861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순서도: 처리 36"/>
            <p:cNvSpPr/>
            <p:nvPr/>
          </p:nvSpPr>
          <p:spPr>
            <a:xfrm>
              <a:off x="8369287" y="2460722"/>
              <a:ext cx="108012" cy="338623"/>
            </a:xfrm>
            <a:prstGeom prst="flowChartProcess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9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6" name="직선 화살표 연결선 15"/>
            <p:cNvCxnSpPr>
              <a:stCxn id="37" idx="2"/>
            </p:cNvCxnSpPr>
            <p:nvPr/>
          </p:nvCxnSpPr>
          <p:spPr>
            <a:xfrm flipH="1">
              <a:off x="3410101" y="2799345"/>
              <a:ext cx="501319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3991099" y="2242781"/>
              <a:ext cx="116730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/>
                <a:t>투입부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Tray </a:t>
              </a:r>
              <a:r>
                <a:rPr lang="ko-KR" altLang="en-US" sz="1000" dirty="0"/>
                <a:t>도착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389067" y="2523557"/>
              <a:ext cx="146706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/>
                <a:t>투입부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Tray </a:t>
              </a:r>
              <a:r>
                <a:rPr lang="ko-KR" altLang="en-US" sz="1000" dirty="0"/>
                <a:t>도착 </a:t>
              </a:r>
              <a:r>
                <a:rPr lang="ko-KR" altLang="en-US" sz="1000" dirty="0" err="1"/>
                <a:t>컨펌</a:t>
              </a:r>
              <a:endParaRPr lang="ko-KR" altLang="en-US" sz="1000" dirty="0"/>
            </a:p>
          </p:txBody>
        </p:sp>
      </p:grpSp>
      <p:grpSp>
        <p:nvGrpSpPr>
          <p:cNvPr id="42" name="그룹 41"/>
          <p:cNvGrpSpPr/>
          <p:nvPr/>
        </p:nvGrpSpPr>
        <p:grpSpPr>
          <a:xfrm>
            <a:off x="2654016" y="2962861"/>
            <a:ext cx="5067199" cy="556564"/>
            <a:chOff x="3410100" y="2242781"/>
            <a:chExt cx="5067199" cy="556564"/>
          </a:xfrm>
        </p:grpSpPr>
        <p:cxnSp>
          <p:nvCxnSpPr>
            <p:cNvPr id="43" name="직선 화살표 연결선 42"/>
            <p:cNvCxnSpPr/>
            <p:nvPr/>
          </p:nvCxnSpPr>
          <p:spPr>
            <a:xfrm flipV="1">
              <a:off x="3419466" y="2489002"/>
              <a:ext cx="4957700" cy="861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순서도: 처리 45"/>
            <p:cNvSpPr/>
            <p:nvPr/>
          </p:nvSpPr>
          <p:spPr>
            <a:xfrm>
              <a:off x="8369287" y="2460722"/>
              <a:ext cx="108012" cy="338623"/>
            </a:xfrm>
            <a:prstGeom prst="flowChartProcess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9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48" name="직선 화살표 연결선 47"/>
            <p:cNvCxnSpPr>
              <a:stCxn id="46" idx="2"/>
            </p:cNvCxnSpPr>
            <p:nvPr/>
          </p:nvCxnSpPr>
          <p:spPr>
            <a:xfrm flipH="1">
              <a:off x="3410100" y="2799345"/>
              <a:ext cx="501319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/>
            <p:cNvSpPr txBox="1"/>
            <p:nvPr/>
          </p:nvSpPr>
          <p:spPr>
            <a:xfrm>
              <a:off x="3991099" y="2242781"/>
              <a:ext cx="130837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Cell </a:t>
              </a:r>
              <a:r>
                <a:rPr lang="ko-KR" altLang="en-US" sz="1000" dirty="0"/>
                <a:t>이재 작업 시작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389067" y="2523557"/>
              <a:ext cx="134043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이재 작업 시작 </a:t>
              </a:r>
              <a:r>
                <a:rPr lang="ko-KR" altLang="en-US" sz="1000" dirty="0" err="1"/>
                <a:t>컨펌</a:t>
              </a:r>
              <a:endParaRPr lang="ko-KR" altLang="en-US" sz="1000" dirty="0"/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2644651" y="3646937"/>
            <a:ext cx="5067199" cy="556564"/>
            <a:chOff x="3410100" y="2242781"/>
            <a:chExt cx="5067199" cy="556564"/>
          </a:xfrm>
        </p:grpSpPr>
        <p:cxnSp>
          <p:nvCxnSpPr>
            <p:cNvPr id="53" name="직선 화살표 연결선 52"/>
            <p:cNvCxnSpPr/>
            <p:nvPr/>
          </p:nvCxnSpPr>
          <p:spPr>
            <a:xfrm flipV="1">
              <a:off x="3419466" y="2489002"/>
              <a:ext cx="4957700" cy="861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순서도: 처리 53"/>
            <p:cNvSpPr/>
            <p:nvPr/>
          </p:nvSpPr>
          <p:spPr>
            <a:xfrm>
              <a:off x="8369287" y="2460722"/>
              <a:ext cx="108012" cy="338623"/>
            </a:xfrm>
            <a:prstGeom prst="flowChartProcess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9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55" name="직선 화살표 연결선 54"/>
            <p:cNvCxnSpPr>
              <a:stCxn id="54" idx="2"/>
            </p:cNvCxnSpPr>
            <p:nvPr/>
          </p:nvCxnSpPr>
          <p:spPr>
            <a:xfrm flipH="1">
              <a:off x="3410100" y="2799345"/>
              <a:ext cx="501319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/>
            <p:cNvSpPr txBox="1"/>
            <p:nvPr/>
          </p:nvSpPr>
          <p:spPr>
            <a:xfrm>
              <a:off x="3991099" y="2242781"/>
              <a:ext cx="130837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Cell </a:t>
              </a:r>
              <a:r>
                <a:rPr lang="ko-KR" altLang="en-US" sz="1000" dirty="0"/>
                <a:t>정보 확인 요청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389067" y="2523557"/>
              <a:ext cx="100860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Cell </a:t>
              </a:r>
              <a:r>
                <a:rPr lang="ko-KR" altLang="en-US" sz="1000" dirty="0"/>
                <a:t>정보 </a:t>
              </a:r>
              <a:r>
                <a:rPr lang="ko-KR" altLang="en-US" sz="1000" dirty="0" err="1"/>
                <a:t>컨펌</a:t>
              </a:r>
              <a:endParaRPr lang="ko-KR" altLang="en-US" sz="1000" dirty="0"/>
            </a:p>
          </p:txBody>
        </p:sp>
      </p:grpSp>
      <p:grpSp>
        <p:nvGrpSpPr>
          <p:cNvPr id="63" name="그룹 62"/>
          <p:cNvGrpSpPr/>
          <p:nvPr/>
        </p:nvGrpSpPr>
        <p:grpSpPr>
          <a:xfrm>
            <a:off x="7681762" y="2301096"/>
            <a:ext cx="867545" cy="426241"/>
            <a:chOff x="8437846" y="2301096"/>
            <a:chExt cx="867545" cy="426241"/>
          </a:xfrm>
        </p:grpSpPr>
        <p:grpSp>
          <p:nvGrpSpPr>
            <p:cNvPr id="60" name="그룹 59"/>
            <p:cNvGrpSpPr/>
            <p:nvPr/>
          </p:nvGrpSpPr>
          <p:grpSpPr>
            <a:xfrm>
              <a:off x="8477299" y="2541392"/>
              <a:ext cx="432048" cy="185945"/>
              <a:chOff x="8477299" y="2460722"/>
              <a:chExt cx="432048" cy="185945"/>
            </a:xfrm>
          </p:grpSpPr>
          <p:cxnSp>
            <p:nvCxnSpPr>
              <p:cNvPr id="24" name="직선 연결선 23"/>
              <p:cNvCxnSpPr/>
              <p:nvPr/>
            </p:nvCxnSpPr>
            <p:spPr>
              <a:xfrm>
                <a:off x="8477299" y="2460722"/>
                <a:ext cx="43204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직선 연결선 25"/>
              <p:cNvCxnSpPr/>
              <p:nvPr/>
            </p:nvCxnSpPr>
            <p:spPr>
              <a:xfrm>
                <a:off x="8909347" y="2460722"/>
                <a:ext cx="0" cy="18594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직선 화살표 연결선 27"/>
              <p:cNvCxnSpPr/>
              <p:nvPr/>
            </p:nvCxnSpPr>
            <p:spPr>
              <a:xfrm flipH="1">
                <a:off x="8477299" y="2646667"/>
                <a:ext cx="432048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" name="TextBox 61"/>
            <p:cNvSpPr txBox="1"/>
            <p:nvPr/>
          </p:nvSpPr>
          <p:spPr>
            <a:xfrm>
              <a:off x="8437846" y="2301096"/>
              <a:ext cx="86754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공</a:t>
              </a:r>
              <a:r>
                <a:rPr lang="en-US" altLang="ko-KR" sz="1000" dirty="0"/>
                <a:t>Tray </a:t>
              </a:r>
              <a:r>
                <a:rPr lang="ko-KR" altLang="en-US" sz="1000" dirty="0"/>
                <a:t>체크</a:t>
              </a:r>
            </a:p>
          </p:txBody>
        </p:sp>
      </p:grpSp>
      <p:grpSp>
        <p:nvGrpSpPr>
          <p:cNvPr id="64" name="그룹 63"/>
          <p:cNvGrpSpPr/>
          <p:nvPr/>
        </p:nvGrpSpPr>
        <p:grpSpPr>
          <a:xfrm>
            <a:off x="7693592" y="3705252"/>
            <a:ext cx="1364476" cy="426241"/>
            <a:chOff x="8437846" y="2301096"/>
            <a:chExt cx="1364476" cy="426241"/>
          </a:xfrm>
        </p:grpSpPr>
        <p:grpSp>
          <p:nvGrpSpPr>
            <p:cNvPr id="65" name="그룹 64"/>
            <p:cNvGrpSpPr/>
            <p:nvPr/>
          </p:nvGrpSpPr>
          <p:grpSpPr>
            <a:xfrm>
              <a:off x="8477299" y="2541392"/>
              <a:ext cx="432048" cy="185945"/>
              <a:chOff x="8477299" y="2460722"/>
              <a:chExt cx="432048" cy="185945"/>
            </a:xfrm>
          </p:grpSpPr>
          <p:cxnSp>
            <p:nvCxnSpPr>
              <p:cNvPr id="67" name="직선 연결선 66"/>
              <p:cNvCxnSpPr/>
              <p:nvPr/>
            </p:nvCxnSpPr>
            <p:spPr>
              <a:xfrm>
                <a:off x="8477299" y="2460722"/>
                <a:ext cx="43204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직선 연결선 67"/>
              <p:cNvCxnSpPr/>
              <p:nvPr/>
            </p:nvCxnSpPr>
            <p:spPr>
              <a:xfrm>
                <a:off x="8909347" y="2460722"/>
                <a:ext cx="0" cy="18594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직선 화살표 연결선 68"/>
              <p:cNvCxnSpPr/>
              <p:nvPr/>
            </p:nvCxnSpPr>
            <p:spPr>
              <a:xfrm flipH="1">
                <a:off x="8477299" y="2646667"/>
                <a:ext cx="432048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" name="TextBox 65"/>
            <p:cNvSpPr txBox="1"/>
            <p:nvPr/>
          </p:nvSpPr>
          <p:spPr>
            <a:xfrm>
              <a:off x="8437846" y="2301096"/>
              <a:ext cx="13644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Cell </a:t>
              </a:r>
              <a:r>
                <a:rPr lang="ko-KR" altLang="en-US" sz="1000" dirty="0"/>
                <a:t>정보 체크</a:t>
              </a:r>
              <a:endParaRPr lang="en-US" altLang="ko-KR" sz="1000" dirty="0"/>
            </a:p>
            <a:p>
              <a:r>
                <a:rPr lang="en-US" altLang="ko-KR" sz="1000" b="1" dirty="0" err="1">
                  <a:solidFill>
                    <a:srgbClr val="FF0000"/>
                  </a:solidFill>
                </a:rPr>
                <a:t>spGetCellStatusCell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0" name="그룹 69"/>
          <p:cNvGrpSpPr/>
          <p:nvPr/>
        </p:nvGrpSpPr>
        <p:grpSpPr>
          <a:xfrm>
            <a:off x="2644651" y="4419525"/>
            <a:ext cx="5067199" cy="556564"/>
            <a:chOff x="3410100" y="2242781"/>
            <a:chExt cx="5067199" cy="556564"/>
          </a:xfrm>
        </p:grpSpPr>
        <p:cxnSp>
          <p:nvCxnSpPr>
            <p:cNvPr id="71" name="직선 화살표 연결선 70"/>
            <p:cNvCxnSpPr/>
            <p:nvPr/>
          </p:nvCxnSpPr>
          <p:spPr>
            <a:xfrm flipV="1">
              <a:off x="3419466" y="2489002"/>
              <a:ext cx="4957700" cy="861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순서도: 처리 71"/>
            <p:cNvSpPr/>
            <p:nvPr/>
          </p:nvSpPr>
          <p:spPr>
            <a:xfrm>
              <a:off x="8369287" y="2460722"/>
              <a:ext cx="108012" cy="338623"/>
            </a:xfrm>
            <a:prstGeom prst="flowChartProcess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9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73" name="직선 화살표 연결선 72"/>
            <p:cNvCxnSpPr>
              <a:stCxn id="72" idx="2"/>
            </p:cNvCxnSpPr>
            <p:nvPr/>
          </p:nvCxnSpPr>
          <p:spPr>
            <a:xfrm flipH="1">
              <a:off x="3410100" y="2799345"/>
              <a:ext cx="501319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/>
            <p:cNvSpPr txBox="1"/>
            <p:nvPr/>
          </p:nvSpPr>
          <p:spPr>
            <a:xfrm>
              <a:off x="3991099" y="2242781"/>
              <a:ext cx="130837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Cell </a:t>
              </a:r>
              <a:r>
                <a:rPr lang="ko-KR" altLang="en-US" sz="1000" dirty="0"/>
                <a:t>이재 작업 완료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6389067" y="2523557"/>
              <a:ext cx="134043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이재 작업 완료 </a:t>
              </a:r>
              <a:r>
                <a:rPr lang="ko-KR" altLang="en-US" sz="1000" dirty="0" err="1"/>
                <a:t>컨펌</a:t>
              </a:r>
              <a:endParaRPr lang="ko-KR" altLang="en-US" sz="1000" dirty="0"/>
            </a:p>
          </p:txBody>
        </p:sp>
      </p:grpSp>
      <p:grpSp>
        <p:nvGrpSpPr>
          <p:cNvPr id="76" name="그룹 75"/>
          <p:cNvGrpSpPr/>
          <p:nvPr/>
        </p:nvGrpSpPr>
        <p:grpSpPr>
          <a:xfrm>
            <a:off x="7685211" y="1545012"/>
            <a:ext cx="1814920" cy="426241"/>
            <a:chOff x="8437846" y="2301096"/>
            <a:chExt cx="1814920" cy="426241"/>
          </a:xfrm>
        </p:grpSpPr>
        <p:grpSp>
          <p:nvGrpSpPr>
            <p:cNvPr id="77" name="그룹 76"/>
            <p:cNvGrpSpPr/>
            <p:nvPr/>
          </p:nvGrpSpPr>
          <p:grpSpPr>
            <a:xfrm>
              <a:off x="8477299" y="2541392"/>
              <a:ext cx="432048" cy="185945"/>
              <a:chOff x="8477299" y="2460722"/>
              <a:chExt cx="432048" cy="185945"/>
            </a:xfrm>
          </p:grpSpPr>
          <p:cxnSp>
            <p:nvCxnSpPr>
              <p:cNvPr id="79" name="직선 연결선 78"/>
              <p:cNvCxnSpPr/>
              <p:nvPr/>
            </p:nvCxnSpPr>
            <p:spPr>
              <a:xfrm>
                <a:off x="8477299" y="2460722"/>
                <a:ext cx="43204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직선 연결선 79"/>
              <p:cNvCxnSpPr/>
              <p:nvPr/>
            </p:nvCxnSpPr>
            <p:spPr>
              <a:xfrm>
                <a:off x="8909347" y="2460722"/>
                <a:ext cx="0" cy="18594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직선 화살표 연결선 80"/>
              <p:cNvCxnSpPr/>
              <p:nvPr/>
            </p:nvCxnSpPr>
            <p:spPr>
              <a:xfrm flipH="1">
                <a:off x="8477299" y="2646667"/>
                <a:ext cx="432048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8" name="TextBox 77"/>
            <p:cNvSpPr txBox="1"/>
            <p:nvPr/>
          </p:nvSpPr>
          <p:spPr>
            <a:xfrm>
              <a:off x="8437846" y="2301096"/>
              <a:ext cx="18149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투입</a:t>
              </a:r>
              <a:r>
                <a:rPr lang="en-US" altLang="ko-KR" sz="1000" dirty="0"/>
                <a:t>Cell</a:t>
              </a:r>
              <a:r>
                <a:rPr lang="ko-KR" altLang="en-US" sz="1000" dirty="0"/>
                <a:t>정보 생성</a:t>
              </a:r>
              <a:endParaRPr lang="en-US" altLang="ko-KR" sz="1000" dirty="0"/>
            </a:p>
            <a:p>
              <a:r>
                <a:rPr lang="en-US" altLang="ko-KR" sz="1000" dirty="0"/>
                <a:t> </a:t>
              </a:r>
              <a:r>
                <a:rPr lang="en-US" altLang="ko-KR" sz="1000" b="1" dirty="0" err="1">
                  <a:solidFill>
                    <a:srgbClr val="FF0000"/>
                  </a:solidFill>
                  <a:latin typeface="+mj-ea"/>
                </a:rPr>
                <a:t>spFormationInput</a:t>
              </a:r>
              <a:r>
                <a:rPr lang="en-US" altLang="ko-KR" sz="1000" b="1" dirty="0">
                  <a:solidFill>
                    <a:srgbClr val="FF0000"/>
                  </a:solidFill>
                  <a:latin typeface="+mj-ea"/>
                </a:rPr>
                <a:t>(</a:t>
              </a:r>
              <a:r>
                <a:rPr lang="en-US" altLang="ko-KR" sz="1000" b="1" dirty="0" err="1">
                  <a:solidFill>
                    <a:srgbClr val="FF0000"/>
                  </a:solidFill>
                  <a:latin typeface="+mj-ea"/>
                </a:rPr>
                <a:t>TrayID</a:t>
              </a:r>
              <a:r>
                <a:rPr lang="en-US" altLang="ko-KR" sz="1000" b="1" dirty="0">
                  <a:solidFill>
                    <a:srgbClr val="FF0000"/>
                  </a:solidFill>
                  <a:latin typeface="+mj-ea"/>
                </a:rPr>
                <a:t>)</a:t>
              </a:r>
              <a:endParaRPr lang="ko-KR" altLang="en-US" sz="1000" dirty="0"/>
            </a:p>
          </p:txBody>
        </p:sp>
      </p:grpSp>
      <p:grpSp>
        <p:nvGrpSpPr>
          <p:cNvPr id="82" name="그룹 81"/>
          <p:cNvGrpSpPr/>
          <p:nvPr/>
        </p:nvGrpSpPr>
        <p:grpSpPr>
          <a:xfrm>
            <a:off x="7613203" y="4461336"/>
            <a:ext cx="2212465" cy="553998"/>
            <a:chOff x="8380558" y="2301096"/>
            <a:chExt cx="2212465" cy="553998"/>
          </a:xfrm>
        </p:grpSpPr>
        <p:grpSp>
          <p:nvGrpSpPr>
            <p:cNvPr id="83" name="그룹 82"/>
            <p:cNvGrpSpPr/>
            <p:nvPr/>
          </p:nvGrpSpPr>
          <p:grpSpPr>
            <a:xfrm>
              <a:off x="8477299" y="2541392"/>
              <a:ext cx="432048" cy="185945"/>
              <a:chOff x="8477299" y="2460722"/>
              <a:chExt cx="432048" cy="185945"/>
            </a:xfrm>
          </p:grpSpPr>
          <p:cxnSp>
            <p:nvCxnSpPr>
              <p:cNvPr id="85" name="직선 연결선 84"/>
              <p:cNvCxnSpPr/>
              <p:nvPr/>
            </p:nvCxnSpPr>
            <p:spPr>
              <a:xfrm>
                <a:off x="8477299" y="2460722"/>
                <a:ext cx="43204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직선 연결선 85"/>
              <p:cNvCxnSpPr/>
              <p:nvPr/>
            </p:nvCxnSpPr>
            <p:spPr>
              <a:xfrm>
                <a:off x="8909347" y="2460722"/>
                <a:ext cx="0" cy="18594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직선 화살표 연결선 86"/>
              <p:cNvCxnSpPr/>
              <p:nvPr/>
            </p:nvCxnSpPr>
            <p:spPr>
              <a:xfrm flipH="1">
                <a:off x="8477299" y="2646667"/>
                <a:ext cx="432048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" name="TextBox 83"/>
            <p:cNvSpPr txBox="1"/>
            <p:nvPr/>
          </p:nvSpPr>
          <p:spPr>
            <a:xfrm>
              <a:off x="8380558" y="2301096"/>
              <a:ext cx="2212465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공 </a:t>
              </a:r>
              <a:r>
                <a:rPr lang="en-US" altLang="ko-KR" sz="1000" dirty="0"/>
                <a:t>Tray </a:t>
              </a:r>
              <a:r>
                <a:rPr lang="ko-KR" altLang="en-US" sz="1000" dirty="0"/>
                <a:t>처리</a:t>
              </a:r>
              <a:r>
                <a:rPr lang="en-US" altLang="ko-KR" sz="1000" dirty="0"/>
                <a:t> </a:t>
              </a:r>
            </a:p>
            <a:p>
              <a:r>
                <a:rPr lang="en-US" altLang="ko-KR" sz="1000" b="1" dirty="0" err="1">
                  <a:solidFill>
                    <a:srgbClr val="FF0000"/>
                  </a:solidFill>
                  <a:latin typeface="+mj-ea"/>
                </a:rPr>
                <a:t>spSetTrayCellOutput</a:t>
              </a:r>
              <a:r>
                <a:rPr lang="en-US" altLang="ko-KR" sz="1000" b="1" dirty="0">
                  <a:solidFill>
                    <a:srgbClr val="FF0000"/>
                  </a:solidFill>
                  <a:latin typeface="+mj-ea"/>
                </a:rPr>
                <a:t> (</a:t>
              </a:r>
              <a:r>
                <a:rPr lang="en-US" altLang="ko-KR" sz="1000" b="1" dirty="0" err="1">
                  <a:solidFill>
                    <a:srgbClr val="FF0000"/>
                  </a:solidFill>
                  <a:latin typeface="+mj-ea"/>
                </a:rPr>
                <a:t>TrayID</a:t>
              </a:r>
              <a:r>
                <a:rPr lang="en-US" altLang="ko-KR" sz="1000" b="1" dirty="0">
                  <a:solidFill>
                    <a:srgbClr val="FF0000"/>
                  </a:solidFill>
                  <a:latin typeface="+mj-ea"/>
                </a:rPr>
                <a:t>), </a:t>
              </a:r>
            </a:p>
            <a:p>
              <a:r>
                <a:rPr lang="en-US" altLang="ko-KR" sz="1000" b="1" dirty="0" err="1">
                  <a:solidFill>
                    <a:srgbClr val="FF0000"/>
                  </a:solidFill>
                  <a:latin typeface="+mj-ea"/>
                </a:rPr>
                <a:t>spFormationInput_Emtpy</a:t>
              </a:r>
              <a:r>
                <a:rPr lang="en-US" altLang="ko-KR" sz="1000" b="1" dirty="0">
                  <a:solidFill>
                    <a:srgbClr val="FF0000"/>
                  </a:solidFill>
                  <a:latin typeface="+mj-ea"/>
                </a:rPr>
                <a:t>(</a:t>
              </a:r>
              <a:r>
                <a:rPr lang="en-US" altLang="ko-KR" sz="1000" b="1" dirty="0" err="1">
                  <a:solidFill>
                    <a:srgbClr val="FF0000"/>
                  </a:solidFill>
                  <a:latin typeface="+mj-ea"/>
                </a:rPr>
                <a:t>TrayID</a:t>
              </a:r>
              <a:r>
                <a:rPr lang="en-US" altLang="ko-KR" sz="1000" b="1" dirty="0">
                  <a:solidFill>
                    <a:srgbClr val="FF0000"/>
                  </a:solidFill>
                  <a:latin typeface="+mj-ea"/>
                </a:rPr>
                <a:t>)</a:t>
              </a:r>
              <a:endParaRPr lang="ko-KR" altLang="en-US" sz="1000" dirty="0"/>
            </a:p>
          </p:txBody>
        </p:sp>
      </p:grpSp>
      <p:grpSp>
        <p:nvGrpSpPr>
          <p:cNvPr id="88" name="그룹 87"/>
          <p:cNvGrpSpPr/>
          <p:nvPr/>
        </p:nvGrpSpPr>
        <p:grpSpPr>
          <a:xfrm>
            <a:off x="2644651" y="5303121"/>
            <a:ext cx="5067199" cy="556564"/>
            <a:chOff x="3410100" y="2242781"/>
            <a:chExt cx="5067199" cy="556564"/>
          </a:xfrm>
        </p:grpSpPr>
        <p:cxnSp>
          <p:nvCxnSpPr>
            <p:cNvPr id="89" name="직선 화살표 연결선 88"/>
            <p:cNvCxnSpPr/>
            <p:nvPr/>
          </p:nvCxnSpPr>
          <p:spPr>
            <a:xfrm flipV="1">
              <a:off x="3419466" y="2489002"/>
              <a:ext cx="4957700" cy="861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순서도: 처리 89"/>
            <p:cNvSpPr/>
            <p:nvPr/>
          </p:nvSpPr>
          <p:spPr>
            <a:xfrm>
              <a:off x="8369287" y="2460722"/>
              <a:ext cx="108012" cy="338623"/>
            </a:xfrm>
            <a:prstGeom prst="flowChartProcess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9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91" name="직선 화살표 연결선 90"/>
            <p:cNvCxnSpPr>
              <a:stCxn id="90" idx="2"/>
            </p:cNvCxnSpPr>
            <p:nvPr/>
          </p:nvCxnSpPr>
          <p:spPr>
            <a:xfrm flipH="1">
              <a:off x="3410100" y="2799345"/>
              <a:ext cx="501319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/>
            <p:cNvSpPr txBox="1"/>
            <p:nvPr/>
          </p:nvSpPr>
          <p:spPr>
            <a:xfrm>
              <a:off x="3991099" y="2242781"/>
              <a:ext cx="148470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Load Buffer </a:t>
              </a:r>
              <a:r>
                <a:rPr lang="ko-KR" altLang="en-US" sz="1000" dirty="0"/>
                <a:t>이재 완료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6389067" y="2523557"/>
              <a:ext cx="91082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Jig ID Down</a:t>
              </a:r>
              <a:endParaRPr lang="ko-KR" altLang="en-US" sz="1000" dirty="0"/>
            </a:p>
          </p:txBody>
        </p:sp>
      </p:grpSp>
      <p:grpSp>
        <p:nvGrpSpPr>
          <p:cNvPr id="94" name="그룹 93"/>
          <p:cNvGrpSpPr/>
          <p:nvPr/>
        </p:nvGrpSpPr>
        <p:grpSpPr>
          <a:xfrm>
            <a:off x="7613203" y="5344932"/>
            <a:ext cx="1127232" cy="426241"/>
            <a:chOff x="8380558" y="2301096"/>
            <a:chExt cx="1127232" cy="426241"/>
          </a:xfrm>
        </p:grpSpPr>
        <p:grpSp>
          <p:nvGrpSpPr>
            <p:cNvPr id="95" name="그룹 94"/>
            <p:cNvGrpSpPr/>
            <p:nvPr/>
          </p:nvGrpSpPr>
          <p:grpSpPr>
            <a:xfrm>
              <a:off x="8477299" y="2541392"/>
              <a:ext cx="432048" cy="185945"/>
              <a:chOff x="8477299" y="2460722"/>
              <a:chExt cx="432048" cy="185945"/>
            </a:xfrm>
          </p:grpSpPr>
          <p:cxnSp>
            <p:nvCxnSpPr>
              <p:cNvPr id="97" name="직선 연결선 96"/>
              <p:cNvCxnSpPr/>
              <p:nvPr/>
            </p:nvCxnSpPr>
            <p:spPr>
              <a:xfrm>
                <a:off x="8477299" y="2460722"/>
                <a:ext cx="43204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/>
              <p:cNvCxnSpPr/>
              <p:nvPr/>
            </p:nvCxnSpPr>
            <p:spPr>
              <a:xfrm>
                <a:off x="8909347" y="2460722"/>
                <a:ext cx="0" cy="18594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직선 화살표 연결선 98"/>
              <p:cNvCxnSpPr/>
              <p:nvPr/>
            </p:nvCxnSpPr>
            <p:spPr>
              <a:xfrm flipH="1">
                <a:off x="8477299" y="2646667"/>
                <a:ext cx="432048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6" name="TextBox 95"/>
            <p:cNvSpPr txBox="1"/>
            <p:nvPr/>
          </p:nvSpPr>
          <p:spPr>
            <a:xfrm>
              <a:off x="8380558" y="2301096"/>
              <a:ext cx="112723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가상 </a:t>
              </a:r>
              <a:r>
                <a:rPr lang="en-US" altLang="ko-KR" sz="1000" dirty="0"/>
                <a:t>Jig ID </a:t>
              </a:r>
              <a:r>
                <a:rPr lang="ko-KR" altLang="en-US" sz="1000" dirty="0"/>
                <a:t>획득</a:t>
              </a:r>
            </a:p>
          </p:txBody>
        </p:sp>
      </p:grpSp>
      <p:grpSp>
        <p:nvGrpSpPr>
          <p:cNvPr id="114" name="그룹 113"/>
          <p:cNvGrpSpPr/>
          <p:nvPr/>
        </p:nvGrpSpPr>
        <p:grpSpPr>
          <a:xfrm>
            <a:off x="5132867" y="6075709"/>
            <a:ext cx="2597714" cy="556564"/>
            <a:chOff x="5132867" y="6075709"/>
            <a:chExt cx="2597714" cy="556564"/>
          </a:xfrm>
        </p:grpSpPr>
        <p:cxnSp>
          <p:nvCxnSpPr>
            <p:cNvPr id="101" name="직선 화살표 연결선 100"/>
            <p:cNvCxnSpPr/>
            <p:nvPr/>
          </p:nvCxnSpPr>
          <p:spPr>
            <a:xfrm flipV="1">
              <a:off x="5132867" y="6321930"/>
              <a:ext cx="2497581" cy="861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순서도: 처리 101"/>
            <p:cNvSpPr/>
            <p:nvPr/>
          </p:nvSpPr>
          <p:spPr>
            <a:xfrm>
              <a:off x="7622569" y="6293650"/>
              <a:ext cx="108012" cy="338623"/>
            </a:xfrm>
            <a:prstGeom prst="flowChartProcess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9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03" name="직선 화살표 연결선 102"/>
            <p:cNvCxnSpPr>
              <a:stCxn id="102" idx="2"/>
            </p:cNvCxnSpPr>
            <p:nvPr/>
          </p:nvCxnSpPr>
          <p:spPr>
            <a:xfrm flipH="1">
              <a:off x="5132867" y="6632273"/>
              <a:ext cx="25437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103"/>
            <p:cNvSpPr txBox="1"/>
            <p:nvPr/>
          </p:nvSpPr>
          <p:spPr>
            <a:xfrm>
              <a:off x="5552437" y="6075709"/>
              <a:ext cx="135485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Jig Load </a:t>
              </a:r>
              <a:r>
                <a:rPr lang="ko-KR" altLang="en-US" sz="1000" dirty="0"/>
                <a:t>요청 </a:t>
              </a:r>
              <a:r>
                <a:rPr lang="en-US" altLang="ko-KR" sz="1000" dirty="0"/>
                <a:t>(933)</a:t>
              </a:r>
              <a:endParaRPr lang="ko-KR" altLang="en-US" sz="1000" dirty="0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5524971" y="6356485"/>
              <a:ext cx="165462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Jig Load </a:t>
              </a:r>
              <a:r>
                <a:rPr lang="ko-KR" altLang="en-US" sz="1000" dirty="0"/>
                <a:t>요청 </a:t>
              </a:r>
              <a:r>
                <a:rPr lang="ko-KR" altLang="en-US" sz="1000" dirty="0" err="1"/>
                <a:t>컨펌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(934)</a:t>
              </a:r>
              <a:endParaRPr lang="ko-KR" alt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777402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Jig Formation Sequence Diagram</a:t>
            </a:r>
            <a:endParaRPr lang="ko-KR" altLang="en-US" dirty="0"/>
          </a:p>
        </p:txBody>
      </p:sp>
      <p:sp>
        <p:nvSpPr>
          <p:cNvPr id="33" name="순서도: 처리 32"/>
          <p:cNvSpPr/>
          <p:nvPr/>
        </p:nvSpPr>
        <p:spPr>
          <a:xfrm>
            <a:off x="4696879" y="1005284"/>
            <a:ext cx="914400" cy="396044"/>
          </a:xfrm>
          <a:prstGeom prst="flowChartProcess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Scheduler(PC)</a:t>
            </a:r>
          </a:p>
        </p:txBody>
      </p:sp>
      <p:sp>
        <p:nvSpPr>
          <p:cNvPr id="34" name="순서도: 처리 33"/>
          <p:cNvSpPr/>
          <p:nvPr/>
        </p:nvSpPr>
        <p:spPr>
          <a:xfrm>
            <a:off x="268387" y="1005284"/>
            <a:ext cx="914400" cy="396044"/>
          </a:xfrm>
          <a:prstGeom prst="flowChartProcess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작업 </a:t>
            </a:r>
            <a:r>
              <a:rPr lang="en-US" altLang="ko-KR" sz="9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UI</a:t>
            </a:r>
          </a:p>
        </p:txBody>
      </p:sp>
      <p:sp>
        <p:nvSpPr>
          <p:cNvPr id="45" name="순서도: 처리 44"/>
          <p:cNvSpPr/>
          <p:nvPr/>
        </p:nvSpPr>
        <p:spPr>
          <a:xfrm>
            <a:off x="2320615" y="1005284"/>
            <a:ext cx="914400" cy="396044"/>
          </a:xfrm>
          <a:prstGeom prst="flowChartProcess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Scheduler(PLC)</a:t>
            </a:r>
          </a:p>
        </p:txBody>
      </p:sp>
      <p:sp>
        <p:nvSpPr>
          <p:cNvPr id="15" name="순서도: 처리 14"/>
          <p:cNvSpPr/>
          <p:nvPr/>
        </p:nvSpPr>
        <p:spPr>
          <a:xfrm>
            <a:off x="7145151" y="1005284"/>
            <a:ext cx="914400" cy="396044"/>
          </a:xfrm>
          <a:prstGeom prst="flowChartProcess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Biz</a:t>
            </a:r>
          </a:p>
        </p:txBody>
      </p:sp>
      <p:cxnSp>
        <p:nvCxnSpPr>
          <p:cNvPr id="3" name="직선 연결선 2"/>
          <p:cNvCxnSpPr>
            <a:stCxn id="34" idx="2"/>
          </p:cNvCxnSpPr>
          <p:nvPr/>
        </p:nvCxnSpPr>
        <p:spPr>
          <a:xfrm flipH="1">
            <a:off x="691932" y="1401328"/>
            <a:ext cx="18731" cy="5430465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 flipH="1">
            <a:off x="2644651" y="1407091"/>
            <a:ext cx="18731" cy="5430465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 flipH="1">
            <a:off x="5135348" y="1399065"/>
            <a:ext cx="18731" cy="5430465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 flipH="1">
            <a:off x="7602351" y="1404941"/>
            <a:ext cx="18731" cy="5430465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그룹 113"/>
          <p:cNvGrpSpPr/>
          <p:nvPr/>
        </p:nvGrpSpPr>
        <p:grpSpPr>
          <a:xfrm>
            <a:off x="5132867" y="5159105"/>
            <a:ext cx="2597714" cy="556564"/>
            <a:chOff x="5132867" y="6075709"/>
            <a:chExt cx="2597714" cy="556564"/>
          </a:xfrm>
        </p:grpSpPr>
        <p:cxnSp>
          <p:nvCxnSpPr>
            <p:cNvPr id="101" name="직선 화살표 연결선 100"/>
            <p:cNvCxnSpPr/>
            <p:nvPr/>
          </p:nvCxnSpPr>
          <p:spPr>
            <a:xfrm flipV="1">
              <a:off x="5132867" y="6321930"/>
              <a:ext cx="2497581" cy="861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순서도: 처리 101"/>
            <p:cNvSpPr/>
            <p:nvPr/>
          </p:nvSpPr>
          <p:spPr>
            <a:xfrm>
              <a:off x="7622569" y="6293650"/>
              <a:ext cx="108012" cy="338623"/>
            </a:xfrm>
            <a:prstGeom prst="flowChartProcess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9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03" name="직선 화살표 연결선 102"/>
            <p:cNvCxnSpPr>
              <a:stCxn id="102" idx="2"/>
            </p:cNvCxnSpPr>
            <p:nvPr/>
          </p:nvCxnSpPr>
          <p:spPr>
            <a:xfrm flipH="1">
              <a:off x="5132867" y="6632273"/>
              <a:ext cx="25437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103"/>
            <p:cNvSpPr txBox="1"/>
            <p:nvPr/>
          </p:nvSpPr>
          <p:spPr>
            <a:xfrm>
              <a:off x="5552437" y="6075709"/>
              <a:ext cx="14814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Jig Unload </a:t>
              </a:r>
              <a:r>
                <a:rPr lang="ko-KR" altLang="en-US" sz="1000" dirty="0"/>
                <a:t>요청 </a:t>
              </a:r>
              <a:r>
                <a:rPr lang="en-US" altLang="ko-KR" sz="1000" dirty="0"/>
                <a:t>(937)</a:t>
              </a:r>
              <a:endParaRPr lang="ko-KR" altLang="en-US" sz="1000" dirty="0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5524971" y="6356485"/>
              <a:ext cx="178125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Jig Unload </a:t>
              </a:r>
              <a:r>
                <a:rPr lang="ko-KR" altLang="en-US" sz="1000" dirty="0"/>
                <a:t>요청 응답 </a:t>
              </a:r>
              <a:r>
                <a:rPr lang="en-US" altLang="ko-KR" sz="1000" dirty="0"/>
                <a:t>(938)</a:t>
              </a:r>
              <a:endParaRPr lang="ko-KR" altLang="en-US" sz="1000" dirty="0"/>
            </a:p>
          </p:txBody>
        </p:sp>
      </p:grpSp>
      <p:grpSp>
        <p:nvGrpSpPr>
          <p:cNvPr id="100" name="그룹 99"/>
          <p:cNvGrpSpPr/>
          <p:nvPr/>
        </p:nvGrpSpPr>
        <p:grpSpPr>
          <a:xfrm>
            <a:off x="5144713" y="1539205"/>
            <a:ext cx="2597714" cy="556564"/>
            <a:chOff x="5132867" y="6075709"/>
            <a:chExt cx="2597714" cy="556564"/>
          </a:xfrm>
        </p:grpSpPr>
        <p:cxnSp>
          <p:nvCxnSpPr>
            <p:cNvPr id="106" name="직선 화살표 연결선 105"/>
            <p:cNvCxnSpPr/>
            <p:nvPr/>
          </p:nvCxnSpPr>
          <p:spPr>
            <a:xfrm flipV="1">
              <a:off x="5132867" y="6321930"/>
              <a:ext cx="2497581" cy="861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순서도: 처리 106"/>
            <p:cNvSpPr/>
            <p:nvPr/>
          </p:nvSpPr>
          <p:spPr>
            <a:xfrm>
              <a:off x="7622569" y="6293650"/>
              <a:ext cx="108012" cy="338623"/>
            </a:xfrm>
            <a:prstGeom prst="flowChartProcess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9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08" name="직선 화살표 연결선 107"/>
            <p:cNvCxnSpPr>
              <a:stCxn id="107" idx="2"/>
            </p:cNvCxnSpPr>
            <p:nvPr/>
          </p:nvCxnSpPr>
          <p:spPr>
            <a:xfrm flipH="1">
              <a:off x="5132867" y="6632273"/>
              <a:ext cx="25437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/>
          </p:nvSpPr>
          <p:spPr>
            <a:xfrm>
              <a:off x="5552437" y="6075709"/>
              <a:ext cx="13163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Jig </a:t>
              </a:r>
              <a:r>
                <a:rPr lang="ko-KR" altLang="en-US" sz="1000" dirty="0"/>
                <a:t>도착 보고 </a:t>
              </a:r>
              <a:r>
                <a:rPr lang="en-US" altLang="ko-KR" sz="1000" dirty="0"/>
                <a:t>(933)</a:t>
              </a:r>
              <a:endParaRPr lang="ko-KR" altLang="en-US" sz="1000" dirty="0"/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5524971" y="6356485"/>
              <a:ext cx="161614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Jig </a:t>
              </a:r>
              <a:r>
                <a:rPr lang="ko-KR" altLang="en-US" sz="1000" dirty="0"/>
                <a:t>도착 보고 응답 </a:t>
              </a:r>
              <a:r>
                <a:rPr lang="en-US" altLang="ko-KR" sz="1000" dirty="0"/>
                <a:t>(934)</a:t>
              </a:r>
              <a:endParaRPr lang="ko-KR" altLang="en-US" sz="1000" dirty="0"/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7649207" y="1581016"/>
            <a:ext cx="1728358" cy="426241"/>
            <a:chOff x="8380558" y="2301096"/>
            <a:chExt cx="1728358" cy="426241"/>
          </a:xfrm>
        </p:grpSpPr>
        <p:grpSp>
          <p:nvGrpSpPr>
            <p:cNvPr id="120" name="그룹 119"/>
            <p:cNvGrpSpPr/>
            <p:nvPr/>
          </p:nvGrpSpPr>
          <p:grpSpPr>
            <a:xfrm>
              <a:off x="8477299" y="2541392"/>
              <a:ext cx="432048" cy="185945"/>
              <a:chOff x="8477299" y="2460722"/>
              <a:chExt cx="432048" cy="185945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8477299" y="2460722"/>
                <a:ext cx="43204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/>
              <p:cNvCxnSpPr/>
              <p:nvPr/>
            </p:nvCxnSpPr>
            <p:spPr>
              <a:xfrm>
                <a:off x="8909347" y="2460722"/>
                <a:ext cx="0" cy="18594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직선 화살표 연결선 123"/>
              <p:cNvCxnSpPr/>
              <p:nvPr/>
            </p:nvCxnSpPr>
            <p:spPr>
              <a:xfrm flipH="1">
                <a:off x="8477299" y="2646667"/>
                <a:ext cx="432048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1" name="TextBox 120"/>
            <p:cNvSpPr txBox="1"/>
            <p:nvPr/>
          </p:nvSpPr>
          <p:spPr>
            <a:xfrm>
              <a:off x="8380558" y="2301096"/>
              <a:ext cx="17283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Jig </a:t>
              </a:r>
              <a:r>
                <a:rPr lang="ko-KR" altLang="en-US" sz="1000" dirty="0"/>
                <a:t>공정 </a:t>
              </a:r>
              <a:r>
                <a:rPr lang="en-US" altLang="ko-KR" sz="1000" dirty="0"/>
                <a:t>Cell </a:t>
              </a:r>
              <a:r>
                <a:rPr lang="ko-KR" altLang="en-US" sz="1000" dirty="0"/>
                <a:t>투입 처리</a:t>
              </a:r>
              <a:r>
                <a:rPr lang="en-US" altLang="ko-KR" sz="1000" dirty="0"/>
                <a:t> </a:t>
              </a:r>
            </a:p>
            <a:p>
              <a:r>
                <a:rPr lang="en-US" altLang="ko-KR" sz="1000" b="1" dirty="0" err="1">
                  <a:solidFill>
                    <a:srgbClr val="FF0000"/>
                  </a:solidFill>
                  <a:latin typeface="+mj-ea"/>
                </a:rPr>
                <a:t>spSetTrayCellInput</a:t>
              </a:r>
              <a:r>
                <a:rPr lang="en-US" altLang="ko-KR" sz="1000" b="1" dirty="0">
                  <a:solidFill>
                    <a:srgbClr val="FF0000"/>
                  </a:solidFill>
                  <a:latin typeface="+mj-ea"/>
                </a:rPr>
                <a:t>(</a:t>
              </a:r>
              <a:r>
                <a:rPr lang="en-US" altLang="ko-KR" sz="1000" b="1" dirty="0" err="1">
                  <a:solidFill>
                    <a:srgbClr val="FF0000"/>
                  </a:solidFill>
                  <a:latin typeface="+mj-ea"/>
                </a:rPr>
                <a:t>JigID</a:t>
              </a:r>
              <a:r>
                <a:rPr lang="en-US" altLang="ko-KR" sz="1000" b="1" dirty="0">
                  <a:solidFill>
                    <a:srgbClr val="FF0000"/>
                  </a:solidFill>
                  <a:latin typeface="+mj-ea"/>
                </a:rPr>
                <a:t>)</a:t>
              </a:r>
              <a:endParaRPr lang="ko-KR" altLang="en-US" sz="1000" dirty="0"/>
            </a:p>
          </p:txBody>
        </p:sp>
      </p:grpSp>
      <p:grpSp>
        <p:nvGrpSpPr>
          <p:cNvPr id="125" name="그룹 124"/>
          <p:cNvGrpSpPr/>
          <p:nvPr/>
        </p:nvGrpSpPr>
        <p:grpSpPr>
          <a:xfrm>
            <a:off x="5144547" y="2242781"/>
            <a:ext cx="2597714" cy="556564"/>
            <a:chOff x="5132867" y="6075709"/>
            <a:chExt cx="2597714" cy="556564"/>
          </a:xfrm>
        </p:grpSpPr>
        <p:cxnSp>
          <p:nvCxnSpPr>
            <p:cNvPr id="126" name="직선 화살표 연결선 125"/>
            <p:cNvCxnSpPr/>
            <p:nvPr/>
          </p:nvCxnSpPr>
          <p:spPr>
            <a:xfrm flipV="1">
              <a:off x="5132867" y="6321930"/>
              <a:ext cx="2497581" cy="861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순서도: 처리 126"/>
            <p:cNvSpPr/>
            <p:nvPr/>
          </p:nvSpPr>
          <p:spPr>
            <a:xfrm>
              <a:off x="7622569" y="6293650"/>
              <a:ext cx="108012" cy="338623"/>
            </a:xfrm>
            <a:prstGeom prst="flowChartProcess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9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28" name="직선 화살표 연결선 127"/>
            <p:cNvCxnSpPr>
              <a:stCxn id="127" idx="2"/>
            </p:cNvCxnSpPr>
            <p:nvPr/>
          </p:nvCxnSpPr>
          <p:spPr>
            <a:xfrm flipH="1">
              <a:off x="5132867" y="6632273"/>
              <a:ext cx="25437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TextBox 128"/>
            <p:cNvSpPr txBox="1"/>
            <p:nvPr/>
          </p:nvSpPr>
          <p:spPr>
            <a:xfrm>
              <a:off x="5552437" y="6075709"/>
              <a:ext cx="12554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Recipe </a:t>
              </a:r>
              <a:r>
                <a:rPr lang="ko-KR" altLang="en-US" sz="1000" dirty="0"/>
                <a:t>요청 </a:t>
              </a:r>
              <a:r>
                <a:rPr lang="en-US" altLang="ko-KR" sz="1000" dirty="0"/>
                <a:t>(101)</a:t>
              </a:r>
              <a:endParaRPr lang="ko-KR" altLang="en-US" sz="1000" dirty="0"/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5405279" y="6356485"/>
              <a:ext cx="227979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Recipe </a:t>
              </a:r>
              <a:r>
                <a:rPr lang="ko-KR" altLang="en-US" sz="1000" dirty="0"/>
                <a:t>요청 응답 </a:t>
              </a:r>
              <a:r>
                <a:rPr lang="en-US" altLang="ko-KR" sz="1000" dirty="0"/>
                <a:t>with Recipe Body</a:t>
              </a:r>
              <a:endParaRPr lang="ko-KR" altLang="en-US" sz="1000" dirty="0"/>
            </a:p>
          </p:txBody>
        </p:sp>
      </p:grpSp>
      <p:grpSp>
        <p:nvGrpSpPr>
          <p:cNvPr id="131" name="그룹 130"/>
          <p:cNvGrpSpPr/>
          <p:nvPr/>
        </p:nvGrpSpPr>
        <p:grpSpPr>
          <a:xfrm>
            <a:off x="7649041" y="2284592"/>
            <a:ext cx="1255472" cy="553998"/>
            <a:chOff x="8380558" y="2301096"/>
            <a:chExt cx="1255472" cy="553998"/>
          </a:xfrm>
        </p:grpSpPr>
        <p:grpSp>
          <p:nvGrpSpPr>
            <p:cNvPr id="132" name="그룹 131"/>
            <p:cNvGrpSpPr/>
            <p:nvPr/>
          </p:nvGrpSpPr>
          <p:grpSpPr>
            <a:xfrm>
              <a:off x="8477299" y="2541392"/>
              <a:ext cx="432048" cy="185945"/>
              <a:chOff x="8477299" y="2460722"/>
              <a:chExt cx="432048" cy="185945"/>
            </a:xfrm>
          </p:grpSpPr>
          <p:cxnSp>
            <p:nvCxnSpPr>
              <p:cNvPr id="134" name="직선 연결선 133"/>
              <p:cNvCxnSpPr/>
              <p:nvPr/>
            </p:nvCxnSpPr>
            <p:spPr>
              <a:xfrm>
                <a:off x="8477299" y="2460722"/>
                <a:ext cx="43204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직선 연결선 134"/>
              <p:cNvCxnSpPr/>
              <p:nvPr/>
            </p:nvCxnSpPr>
            <p:spPr>
              <a:xfrm>
                <a:off x="8909347" y="2460722"/>
                <a:ext cx="0" cy="18594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직선 화살표 연결선 135"/>
              <p:cNvCxnSpPr/>
              <p:nvPr/>
            </p:nvCxnSpPr>
            <p:spPr>
              <a:xfrm flipH="1">
                <a:off x="8477299" y="2646667"/>
                <a:ext cx="432048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3" name="TextBox 132"/>
            <p:cNvSpPr txBox="1"/>
            <p:nvPr/>
          </p:nvSpPr>
          <p:spPr>
            <a:xfrm>
              <a:off x="8380558" y="2301096"/>
              <a:ext cx="1255472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Recipe ID </a:t>
              </a:r>
              <a:r>
                <a:rPr lang="ko-KR" altLang="en-US" sz="1000" dirty="0"/>
                <a:t>획득</a:t>
              </a:r>
              <a:endParaRPr lang="en-US" altLang="ko-KR" sz="1000" dirty="0"/>
            </a:p>
            <a:p>
              <a:r>
                <a:rPr lang="en-US" altLang="ko-KR" sz="1000" b="1" dirty="0" err="1">
                  <a:solidFill>
                    <a:srgbClr val="FF0000"/>
                  </a:solidFill>
                </a:rPr>
                <a:t>spGetRecipeBody</a:t>
              </a:r>
              <a:endParaRPr lang="en-US" altLang="ko-KR" sz="1000" b="1" dirty="0">
                <a:solidFill>
                  <a:srgbClr val="FF0000"/>
                </a:solidFill>
              </a:endParaRPr>
            </a:p>
            <a:p>
              <a:endParaRPr lang="ko-KR" altLang="en-US" sz="1000" dirty="0"/>
            </a:p>
          </p:txBody>
        </p:sp>
      </p:grpSp>
      <p:grpSp>
        <p:nvGrpSpPr>
          <p:cNvPr id="137" name="그룹 136"/>
          <p:cNvGrpSpPr/>
          <p:nvPr/>
        </p:nvGrpSpPr>
        <p:grpSpPr>
          <a:xfrm>
            <a:off x="5160057" y="2943361"/>
            <a:ext cx="2597714" cy="556564"/>
            <a:chOff x="5132867" y="6075709"/>
            <a:chExt cx="2597714" cy="556564"/>
          </a:xfrm>
        </p:grpSpPr>
        <p:cxnSp>
          <p:nvCxnSpPr>
            <p:cNvPr id="138" name="직선 화살표 연결선 137"/>
            <p:cNvCxnSpPr/>
            <p:nvPr/>
          </p:nvCxnSpPr>
          <p:spPr>
            <a:xfrm flipV="1">
              <a:off x="5132867" y="6321930"/>
              <a:ext cx="2497581" cy="861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순서도: 처리 138"/>
            <p:cNvSpPr/>
            <p:nvPr/>
          </p:nvSpPr>
          <p:spPr>
            <a:xfrm>
              <a:off x="7622569" y="6293650"/>
              <a:ext cx="108012" cy="338623"/>
            </a:xfrm>
            <a:prstGeom prst="flowChartProcess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9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40" name="직선 화살표 연결선 139"/>
            <p:cNvCxnSpPr>
              <a:stCxn id="139" idx="2"/>
            </p:cNvCxnSpPr>
            <p:nvPr/>
          </p:nvCxnSpPr>
          <p:spPr>
            <a:xfrm flipH="1">
              <a:off x="5132867" y="6632273"/>
              <a:ext cx="25437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TextBox 140"/>
            <p:cNvSpPr txBox="1"/>
            <p:nvPr/>
          </p:nvSpPr>
          <p:spPr>
            <a:xfrm>
              <a:off x="5552437" y="6075709"/>
              <a:ext cx="140134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작업 시작 보고 </a:t>
              </a:r>
              <a:r>
                <a:rPr lang="en-US" altLang="ko-KR" sz="1000" dirty="0"/>
                <a:t>(905)</a:t>
              </a:r>
              <a:endParaRPr lang="ko-KR" altLang="en-US" sz="1000" dirty="0"/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5524971" y="6356485"/>
              <a:ext cx="170110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작업 시작 보고 응답 </a:t>
              </a:r>
              <a:r>
                <a:rPr lang="en-US" altLang="ko-KR" sz="1000" dirty="0"/>
                <a:t>(906)</a:t>
              </a:r>
              <a:endParaRPr lang="ko-KR" altLang="en-US" sz="1000" dirty="0"/>
            </a:p>
          </p:txBody>
        </p:sp>
      </p:grpSp>
      <p:grpSp>
        <p:nvGrpSpPr>
          <p:cNvPr id="143" name="그룹 142"/>
          <p:cNvGrpSpPr/>
          <p:nvPr/>
        </p:nvGrpSpPr>
        <p:grpSpPr>
          <a:xfrm>
            <a:off x="7664551" y="2985172"/>
            <a:ext cx="1516762" cy="426241"/>
            <a:chOff x="8380558" y="2301096"/>
            <a:chExt cx="1516762" cy="426241"/>
          </a:xfrm>
        </p:grpSpPr>
        <p:grpSp>
          <p:nvGrpSpPr>
            <p:cNvPr id="144" name="그룹 143"/>
            <p:cNvGrpSpPr/>
            <p:nvPr/>
          </p:nvGrpSpPr>
          <p:grpSpPr>
            <a:xfrm>
              <a:off x="8477299" y="2541392"/>
              <a:ext cx="432048" cy="185945"/>
              <a:chOff x="8477299" y="2460722"/>
              <a:chExt cx="432048" cy="185945"/>
            </a:xfrm>
          </p:grpSpPr>
          <p:cxnSp>
            <p:nvCxnSpPr>
              <p:cNvPr id="146" name="직선 연결선 145"/>
              <p:cNvCxnSpPr/>
              <p:nvPr/>
            </p:nvCxnSpPr>
            <p:spPr>
              <a:xfrm>
                <a:off x="8477299" y="2460722"/>
                <a:ext cx="43204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직선 연결선 146"/>
              <p:cNvCxnSpPr/>
              <p:nvPr/>
            </p:nvCxnSpPr>
            <p:spPr>
              <a:xfrm>
                <a:off x="8909347" y="2460722"/>
                <a:ext cx="0" cy="18594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직선 화살표 연결선 147"/>
              <p:cNvCxnSpPr/>
              <p:nvPr/>
            </p:nvCxnSpPr>
            <p:spPr>
              <a:xfrm flipH="1">
                <a:off x="8477299" y="2646667"/>
                <a:ext cx="432048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5" name="TextBox 144"/>
            <p:cNvSpPr txBox="1"/>
            <p:nvPr/>
          </p:nvSpPr>
          <p:spPr>
            <a:xfrm>
              <a:off x="8380558" y="2301096"/>
              <a:ext cx="15167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작업 시작 처리</a:t>
              </a:r>
              <a:r>
                <a:rPr lang="en-US" altLang="ko-KR" sz="1000" dirty="0"/>
                <a:t> </a:t>
              </a:r>
            </a:p>
            <a:p>
              <a:r>
                <a:rPr lang="en-US" altLang="ko-KR" sz="1000" b="1" dirty="0" err="1">
                  <a:solidFill>
                    <a:srgbClr val="FF0000"/>
                  </a:solidFill>
                  <a:latin typeface="+mj-ea"/>
                </a:rPr>
                <a:t>spSetProcStartEnd</a:t>
              </a:r>
              <a:r>
                <a:rPr lang="en-US" altLang="ko-KR" sz="1000" b="1" dirty="0">
                  <a:solidFill>
                    <a:srgbClr val="FF0000"/>
                  </a:solidFill>
                  <a:latin typeface="+mj-ea"/>
                </a:rPr>
                <a:t>(S)</a:t>
              </a:r>
              <a:endParaRPr lang="ko-KR" altLang="en-US" sz="1000" dirty="0"/>
            </a:p>
          </p:txBody>
        </p:sp>
      </p:grpSp>
      <p:grpSp>
        <p:nvGrpSpPr>
          <p:cNvPr id="149" name="그룹 148"/>
          <p:cNvGrpSpPr/>
          <p:nvPr/>
        </p:nvGrpSpPr>
        <p:grpSpPr>
          <a:xfrm>
            <a:off x="5160057" y="3673771"/>
            <a:ext cx="2597714" cy="556564"/>
            <a:chOff x="5132867" y="6075709"/>
            <a:chExt cx="2597714" cy="556564"/>
          </a:xfrm>
        </p:grpSpPr>
        <p:cxnSp>
          <p:nvCxnSpPr>
            <p:cNvPr id="150" name="직선 화살표 연결선 149"/>
            <p:cNvCxnSpPr/>
            <p:nvPr/>
          </p:nvCxnSpPr>
          <p:spPr>
            <a:xfrm flipV="1">
              <a:off x="5132867" y="6321930"/>
              <a:ext cx="2497581" cy="861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순서도: 처리 150"/>
            <p:cNvSpPr/>
            <p:nvPr/>
          </p:nvSpPr>
          <p:spPr>
            <a:xfrm>
              <a:off x="7622569" y="6293650"/>
              <a:ext cx="108012" cy="338623"/>
            </a:xfrm>
            <a:prstGeom prst="flowChartProcess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9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52" name="직선 화살표 연결선 151"/>
            <p:cNvCxnSpPr>
              <a:stCxn id="151" idx="2"/>
            </p:cNvCxnSpPr>
            <p:nvPr/>
          </p:nvCxnSpPr>
          <p:spPr>
            <a:xfrm flipH="1">
              <a:off x="5132867" y="6632273"/>
              <a:ext cx="25437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TextBox 152"/>
            <p:cNvSpPr txBox="1"/>
            <p:nvPr/>
          </p:nvSpPr>
          <p:spPr>
            <a:xfrm>
              <a:off x="5552437" y="6075709"/>
              <a:ext cx="15295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작업 데이터 보고 </a:t>
              </a:r>
              <a:r>
                <a:rPr lang="en-US" altLang="ko-KR" sz="1000" dirty="0"/>
                <a:t>(901)</a:t>
              </a:r>
              <a:endParaRPr lang="ko-KR" altLang="en-US" sz="1000" dirty="0"/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5524971" y="6356485"/>
              <a:ext cx="18293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작업 데이터 보고 응답 </a:t>
              </a:r>
              <a:r>
                <a:rPr lang="en-US" altLang="ko-KR" sz="1000" dirty="0"/>
                <a:t>(902)</a:t>
              </a:r>
              <a:endParaRPr lang="ko-KR" altLang="en-US" sz="1000" dirty="0"/>
            </a:p>
          </p:txBody>
        </p:sp>
      </p:grpSp>
      <p:grpSp>
        <p:nvGrpSpPr>
          <p:cNvPr id="155" name="그룹 154"/>
          <p:cNvGrpSpPr/>
          <p:nvPr/>
        </p:nvGrpSpPr>
        <p:grpSpPr>
          <a:xfrm>
            <a:off x="7664551" y="3715582"/>
            <a:ext cx="1856598" cy="426241"/>
            <a:chOff x="8380558" y="2301096"/>
            <a:chExt cx="1856598" cy="426241"/>
          </a:xfrm>
        </p:grpSpPr>
        <p:grpSp>
          <p:nvGrpSpPr>
            <p:cNvPr id="156" name="그룹 155"/>
            <p:cNvGrpSpPr/>
            <p:nvPr/>
          </p:nvGrpSpPr>
          <p:grpSpPr>
            <a:xfrm>
              <a:off x="8477299" y="2541392"/>
              <a:ext cx="432048" cy="185945"/>
              <a:chOff x="8477299" y="2460722"/>
              <a:chExt cx="432048" cy="185945"/>
            </a:xfrm>
          </p:grpSpPr>
          <p:cxnSp>
            <p:nvCxnSpPr>
              <p:cNvPr id="158" name="직선 연결선 157"/>
              <p:cNvCxnSpPr/>
              <p:nvPr/>
            </p:nvCxnSpPr>
            <p:spPr>
              <a:xfrm>
                <a:off x="8477299" y="2460722"/>
                <a:ext cx="43204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/>
              <p:cNvCxnSpPr/>
              <p:nvPr/>
            </p:nvCxnSpPr>
            <p:spPr>
              <a:xfrm>
                <a:off x="8909347" y="2460722"/>
                <a:ext cx="0" cy="18594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직선 화살표 연결선 159"/>
              <p:cNvCxnSpPr/>
              <p:nvPr/>
            </p:nvCxnSpPr>
            <p:spPr>
              <a:xfrm flipH="1">
                <a:off x="8477299" y="2646667"/>
                <a:ext cx="432048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7" name="TextBox 156"/>
            <p:cNvSpPr txBox="1"/>
            <p:nvPr/>
          </p:nvSpPr>
          <p:spPr>
            <a:xfrm>
              <a:off x="8380558" y="2301096"/>
              <a:ext cx="18565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Formation </a:t>
              </a:r>
              <a:r>
                <a:rPr lang="ko-KR" altLang="en-US" sz="1000" dirty="0"/>
                <a:t>데이터 저장 처리</a:t>
              </a:r>
              <a:r>
                <a:rPr lang="en-US" altLang="ko-KR" sz="1000" dirty="0"/>
                <a:t> </a:t>
              </a:r>
            </a:p>
            <a:p>
              <a:r>
                <a:rPr lang="en-US" altLang="ko-KR" sz="1000" b="1" dirty="0">
                  <a:solidFill>
                    <a:srgbClr val="FF0000"/>
                  </a:solidFill>
                  <a:latin typeface="+mj-ea"/>
                </a:rPr>
                <a:t>SP_MEA_DATA_APD</a:t>
              </a:r>
              <a:endParaRPr lang="ko-KR" altLang="en-US" sz="1000" dirty="0"/>
            </a:p>
          </p:txBody>
        </p:sp>
      </p:grpSp>
      <p:grpSp>
        <p:nvGrpSpPr>
          <p:cNvPr id="161" name="그룹 160"/>
          <p:cNvGrpSpPr/>
          <p:nvPr/>
        </p:nvGrpSpPr>
        <p:grpSpPr>
          <a:xfrm>
            <a:off x="5092923" y="4367017"/>
            <a:ext cx="2633718" cy="556564"/>
            <a:chOff x="5096863" y="6075709"/>
            <a:chExt cx="2633718" cy="556564"/>
          </a:xfrm>
        </p:grpSpPr>
        <p:cxnSp>
          <p:nvCxnSpPr>
            <p:cNvPr id="162" name="직선 화살표 연결선 161"/>
            <p:cNvCxnSpPr/>
            <p:nvPr/>
          </p:nvCxnSpPr>
          <p:spPr>
            <a:xfrm flipV="1">
              <a:off x="5132867" y="6321930"/>
              <a:ext cx="2497581" cy="861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순서도: 처리 162"/>
            <p:cNvSpPr/>
            <p:nvPr/>
          </p:nvSpPr>
          <p:spPr>
            <a:xfrm>
              <a:off x="7622569" y="6293650"/>
              <a:ext cx="108012" cy="338623"/>
            </a:xfrm>
            <a:prstGeom prst="flowChartProcess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9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64" name="직선 화살표 연결선 163"/>
            <p:cNvCxnSpPr>
              <a:stCxn id="163" idx="2"/>
            </p:cNvCxnSpPr>
            <p:nvPr/>
          </p:nvCxnSpPr>
          <p:spPr>
            <a:xfrm flipH="1">
              <a:off x="5132867" y="6632273"/>
              <a:ext cx="25437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TextBox 164"/>
            <p:cNvSpPr txBox="1"/>
            <p:nvPr/>
          </p:nvSpPr>
          <p:spPr>
            <a:xfrm>
              <a:off x="5552437" y="6075709"/>
              <a:ext cx="140134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작업 종료 보고 </a:t>
              </a:r>
              <a:r>
                <a:rPr lang="en-US" altLang="ko-KR" sz="1000" dirty="0"/>
                <a:t>(905)</a:t>
              </a:r>
              <a:endParaRPr lang="ko-KR" altLang="en-US" sz="1000" dirty="0"/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5096863" y="6356485"/>
              <a:ext cx="253306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작업 종료 보고 응답 </a:t>
              </a:r>
              <a:r>
                <a:rPr lang="en-US" altLang="ko-KR" sz="1000" dirty="0"/>
                <a:t>with Next </a:t>
              </a:r>
              <a:r>
                <a:rPr lang="ko-KR" altLang="en-US" sz="1000" dirty="0"/>
                <a:t>공정 여부</a:t>
              </a:r>
            </a:p>
          </p:txBody>
        </p:sp>
      </p:grpSp>
      <p:grpSp>
        <p:nvGrpSpPr>
          <p:cNvPr id="167" name="그룹 166"/>
          <p:cNvGrpSpPr/>
          <p:nvPr/>
        </p:nvGrpSpPr>
        <p:grpSpPr>
          <a:xfrm>
            <a:off x="7633421" y="4408828"/>
            <a:ext cx="1467068" cy="426241"/>
            <a:chOff x="8380558" y="2301096"/>
            <a:chExt cx="1467068" cy="426241"/>
          </a:xfrm>
        </p:grpSpPr>
        <p:grpSp>
          <p:nvGrpSpPr>
            <p:cNvPr id="168" name="그룹 167"/>
            <p:cNvGrpSpPr/>
            <p:nvPr/>
          </p:nvGrpSpPr>
          <p:grpSpPr>
            <a:xfrm>
              <a:off x="8477299" y="2541392"/>
              <a:ext cx="432048" cy="185945"/>
              <a:chOff x="8477299" y="2460722"/>
              <a:chExt cx="432048" cy="185945"/>
            </a:xfrm>
          </p:grpSpPr>
          <p:cxnSp>
            <p:nvCxnSpPr>
              <p:cNvPr id="170" name="직선 연결선 169"/>
              <p:cNvCxnSpPr/>
              <p:nvPr/>
            </p:nvCxnSpPr>
            <p:spPr>
              <a:xfrm>
                <a:off x="8477299" y="2460722"/>
                <a:ext cx="43204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/>
              <p:cNvCxnSpPr/>
              <p:nvPr/>
            </p:nvCxnSpPr>
            <p:spPr>
              <a:xfrm>
                <a:off x="8909347" y="2460722"/>
                <a:ext cx="0" cy="18594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직선 화살표 연결선 171"/>
              <p:cNvCxnSpPr/>
              <p:nvPr/>
            </p:nvCxnSpPr>
            <p:spPr>
              <a:xfrm flipH="1">
                <a:off x="8477299" y="2646667"/>
                <a:ext cx="432048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9" name="TextBox 168"/>
            <p:cNvSpPr txBox="1"/>
            <p:nvPr/>
          </p:nvSpPr>
          <p:spPr>
            <a:xfrm>
              <a:off x="8380558" y="2301096"/>
              <a:ext cx="14670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작업 종료 처리</a:t>
              </a:r>
              <a:r>
                <a:rPr lang="en-US" altLang="ko-KR" sz="1000" dirty="0"/>
                <a:t> </a:t>
              </a:r>
            </a:p>
            <a:p>
              <a:r>
                <a:rPr lang="en-US" altLang="ko-KR" sz="1000" b="1" dirty="0" err="1">
                  <a:solidFill>
                    <a:srgbClr val="FF0000"/>
                  </a:solidFill>
                  <a:latin typeface="+mj-ea"/>
                </a:rPr>
                <a:t>spSetProcStartEnd</a:t>
              </a:r>
              <a:r>
                <a:rPr lang="en-US" altLang="ko-KR" sz="1000" b="1" dirty="0">
                  <a:solidFill>
                    <a:srgbClr val="FF0000"/>
                  </a:solidFill>
                  <a:latin typeface="+mj-ea"/>
                </a:rPr>
                <a:t>(E)</a:t>
              </a:r>
              <a:endParaRPr lang="ko-KR" altLang="en-US" sz="1000" dirty="0"/>
            </a:p>
          </p:txBody>
        </p:sp>
      </p:grpSp>
      <p:grpSp>
        <p:nvGrpSpPr>
          <p:cNvPr id="173" name="그룹 172"/>
          <p:cNvGrpSpPr/>
          <p:nvPr/>
        </p:nvGrpSpPr>
        <p:grpSpPr>
          <a:xfrm>
            <a:off x="5140119" y="5895689"/>
            <a:ext cx="2597714" cy="556564"/>
            <a:chOff x="5132867" y="6075709"/>
            <a:chExt cx="2597714" cy="556564"/>
          </a:xfrm>
        </p:grpSpPr>
        <p:cxnSp>
          <p:nvCxnSpPr>
            <p:cNvPr id="174" name="직선 화살표 연결선 173"/>
            <p:cNvCxnSpPr/>
            <p:nvPr/>
          </p:nvCxnSpPr>
          <p:spPr>
            <a:xfrm flipV="1">
              <a:off x="5132867" y="6321930"/>
              <a:ext cx="2497581" cy="861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순서도: 처리 174"/>
            <p:cNvSpPr/>
            <p:nvPr/>
          </p:nvSpPr>
          <p:spPr>
            <a:xfrm>
              <a:off x="7622569" y="6293650"/>
              <a:ext cx="108012" cy="338623"/>
            </a:xfrm>
            <a:prstGeom prst="flowChartProcess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9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76" name="직선 화살표 연결선 175"/>
            <p:cNvCxnSpPr>
              <a:stCxn id="175" idx="2"/>
            </p:cNvCxnSpPr>
            <p:nvPr/>
          </p:nvCxnSpPr>
          <p:spPr>
            <a:xfrm flipH="1">
              <a:off x="5132867" y="6632273"/>
              <a:ext cx="25437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TextBox 176"/>
            <p:cNvSpPr txBox="1"/>
            <p:nvPr/>
          </p:nvSpPr>
          <p:spPr>
            <a:xfrm>
              <a:off x="5552437" y="6075709"/>
              <a:ext cx="178125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Jig Unload </a:t>
              </a:r>
              <a:r>
                <a:rPr lang="ko-KR" altLang="en-US" sz="1000" dirty="0"/>
                <a:t>완료 보고 </a:t>
              </a:r>
              <a:r>
                <a:rPr lang="en-US" altLang="ko-KR" sz="1000" dirty="0"/>
                <a:t>(937)</a:t>
              </a:r>
              <a:endParaRPr lang="ko-KR" altLang="en-US" sz="1000" dirty="0"/>
            </a:p>
          </p:txBody>
        </p:sp>
        <p:sp>
          <p:nvSpPr>
            <p:cNvPr id="178" name="TextBox 177"/>
            <p:cNvSpPr txBox="1"/>
            <p:nvPr/>
          </p:nvSpPr>
          <p:spPr>
            <a:xfrm>
              <a:off x="5524971" y="6356485"/>
              <a:ext cx="208101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Jig Unload </a:t>
              </a:r>
              <a:r>
                <a:rPr lang="ko-KR" altLang="en-US" sz="1000" dirty="0"/>
                <a:t>완료 보고 응답 </a:t>
              </a:r>
              <a:r>
                <a:rPr lang="en-US" altLang="ko-KR" sz="1000" dirty="0"/>
                <a:t>(938)</a:t>
              </a:r>
              <a:endParaRPr lang="ko-KR" altLang="en-US" sz="1000" dirty="0"/>
            </a:p>
          </p:txBody>
        </p:sp>
      </p:grpSp>
      <p:grpSp>
        <p:nvGrpSpPr>
          <p:cNvPr id="179" name="그룹 178"/>
          <p:cNvGrpSpPr/>
          <p:nvPr/>
        </p:nvGrpSpPr>
        <p:grpSpPr>
          <a:xfrm>
            <a:off x="7644613" y="5937500"/>
            <a:ext cx="1883849" cy="426241"/>
            <a:chOff x="8380558" y="2301096"/>
            <a:chExt cx="1883849" cy="426241"/>
          </a:xfrm>
        </p:grpSpPr>
        <p:grpSp>
          <p:nvGrpSpPr>
            <p:cNvPr id="180" name="그룹 179"/>
            <p:cNvGrpSpPr/>
            <p:nvPr/>
          </p:nvGrpSpPr>
          <p:grpSpPr>
            <a:xfrm>
              <a:off x="8477299" y="2541392"/>
              <a:ext cx="432048" cy="185945"/>
              <a:chOff x="8477299" y="2460722"/>
              <a:chExt cx="432048" cy="185945"/>
            </a:xfrm>
          </p:grpSpPr>
          <p:cxnSp>
            <p:nvCxnSpPr>
              <p:cNvPr id="182" name="직선 연결선 181"/>
              <p:cNvCxnSpPr/>
              <p:nvPr/>
            </p:nvCxnSpPr>
            <p:spPr>
              <a:xfrm>
                <a:off x="8477299" y="2460722"/>
                <a:ext cx="43204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직선 연결선 182"/>
              <p:cNvCxnSpPr/>
              <p:nvPr/>
            </p:nvCxnSpPr>
            <p:spPr>
              <a:xfrm>
                <a:off x="8909347" y="2460722"/>
                <a:ext cx="0" cy="18594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직선 화살표 연결선 183"/>
              <p:cNvCxnSpPr/>
              <p:nvPr/>
            </p:nvCxnSpPr>
            <p:spPr>
              <a:xfrm flipH="1">
                <a:off x="8477299" y="2646667"/>
                <a:ext cx="432048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1" name="TextBox 180"/>
            <p:cNvSpPr txBox="1"/>
            <p:nvPr/>
          </p:nvSpPr>
          <p:spPr>
            <a:xfrm>
              <a:off x="8380558" y="2301096"/>
              <a:ext cx="18838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 </a:t>
              </a:r>
              <a:r>
                <a:rPr lang="en-US" altLang="ko-KR" sz="1000" dirty="0"/>
                <a:t>Cell </a:t>
              </a:r>
              <a:r>
                <a:rPr lang="ko-KR" altLang="en-US" sz="1000" dirty="0"/>
                <a:t>배출 처리</a:t>
              </a:r>
              <a:r>
                <a:rPr lang="en-US" altLang="ko-KR" sz="1000" dirty="0"/>
                <a:t> </a:t>
              </a:r>
            </a:p>
            <a:p>
              <a:r>
                <a:rPr lang="en-US" altLang="ko-KR" sz="1000" b="1" dirty="0" err="1">
                  <a:solidFill>
                    <a:srgbClr val="FF0000"/>
                  </a:solidFill>
                  <a:latin typeface="+mj-ea"/>
                </a:rPr>
                <a:t>spSetTrayCellOutput</a:t>
              </a:r>
              <a:r>
                <a:rPr lang="en-US" altLang="ko-KR" sz="1000" b="1" dirty="0">
                  <a:solidFill>
                    <a:srgbClr val="FF0000"/>
                  </a:solidFill>
                  <a:latin typeface="+mj-ea"/>
                </a:rPr>
                <a:t>(</a:t>
              </a:r>
              <a:r>
                <a:rPr lang="en-US" altLang="ko-KR" sz="1000" b="1" dirty="0" err="1">
                  <a:solidFill>
                    <a:srgbClr val="FF0000"/>
                  </a:solidFill>
                  <a:latin typeface="+mj-ea"/>
                </a:rPr>
                <a:t>JigID</a:t>
              </a:r>
              <a:r>
                <a:rPr lang="en-US" altLang="ko-KR" sz="1000" b="1" dirty="0">
                  <a:solidFill>
                    <a:srgbClr val="FF0000"/>
                  </a:solidFill>
                  <a:latin typeface="+mj-ea"/>
                </a:rPr>
                <a:t>)</a:t>
              </a:r>
              <a:endParaRPr lang="ko-KR" alt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712817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Jig Formation Sequence Diagram</a:t>
            </a:r>
            <a:endParaRPr lang="ko-KR" altLang="en-US" dirty="0"/>
          </a:p>
        </p:txBody>
      </p:sp>
      <p:sp>
        <p:nvSpPr>
          <p:cNvPr id="33" name="순서도: 처리 32"/>
          <p:cNvSpPr/>
          <p:nvPr/>
        </p:nvSpPr>
        <p:spPr>
          <a:xfrm>
            <a:off x="4696879" y="1005284"/>
            <a:ext cx="914400" cy="396044"/>
          </a:xfrm>
          <a:prstGeom prst="flowChartProcess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가압 </a:t>
            </a:r>
            <a:r>
              <a:rPr lang="en-US" altLang="ko-KR" sz="9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IR/OCV(PC)</a:t>
            </a:r>
          </a:p>
        </p:txBody>
      </p:sp>
      <p:sp>
        <p:nvSpPr>
          <p:cNvPr id="34" name="순서도: 처리 33"/>
          <p:cNvSpPr/>
          <p:nvPr/>
        </p:nvSpPr>
        <p:spPr>
          <a:xfrm>
            <a:off x="268387" y="1005284"/>
            <a:ext cx="914400" cy="396044"/>
          </a:xfrm>
          <a:prstGeom prst="flowChartProcess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작업 </a:t>
            </a:r>
            <a:r>
              <a:rPr lang="en-US" altLang="ko-KR" sz="9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UI</a:t>
            </a:r>
          </a:p>
        </p:txBody>
      </p:sp>
      <p:sp>
        <p:nvSpPr>
          <p:cNvPr id="45" name="순서도: 처리 44"/>
          <p:cNvSpPr/>
          <p:nvPr/>
        </p:nvSpPr>
        <p:spPr>
          <a:xfrm>
            <a:off x="2320615" y="1005284"/>
            <a:ext cx="914400" cy="396044"/>
          </a:xfrm>
          <a:prstGeom prst="flowChartProcess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Scheduler(PLC)</a:t>
            </a:r>
          </a:p>
        </p:txBody>
      </p:sp>
      <p:sp>
        <p:nvSpPr>
          <p:cNvPr id="15" name="순서도: 처리 14"/>
          <p:cNvSpPr/>
          <p:nvPr/>
        </p:nvSpPr>
        <p:spPr>
          <a:xfrm>
            <a:off x="7145151" y="1005284"/>
            <a:ext cx="914400" cy="396044"/>
          </a:xfrm>
          <a:prstGeom prst="flowChartProcess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Biz</a:t>
            </a:r>
          </a:p>
        </p:txBody>
      </p:sp>
      <p:cxnSp>
        <p:nvCxnSpPr>
          <p:cNvPr id="3" name="직선 연결선 2"/>
          <p:cNvCxnSpPr>
            <a:stCxn id="34" idx="2"/>
          </p:cNvCxnSpPr>
          <p:nvPr/>
        </p:nvCxnSpPr>
        <p:spPr>
          <a:xfrm flipH="1">
            <a:off x="691932" y="1401328"/>
            <a:ext cx="18731" cy="5430465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 flipH="1">
            <a:off x="2644651" y="1407091"/>
            <a:ext cx="18731" cy="5430465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 flipH="1">
            <a:off x="5135348" y="1399065"/>
            <a:ext cx="18731" cy="5430465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 flipH="1">
            <a:off x="7602351" y="1404941"/>
            <a:ext cx="18731" cy="5430465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그룹 41"/>
          <p:cNvGrpSpPr/>
          <p:nvPr/>
        </p:nvGrpSpPr>
        <p:grpSpPr>
          <a:xfrm>
            <a:off x="2654016" y="1539205"/>
            <a:ext cx="5067199" cy="556564"/>
            <a:chOff x="3410100" y="2242781"/>
            <a:chExt cx="5067199" cy="556564"/>
          </a:xfrm>
        </p:grpSpPr>
        <p:cxnSp>
          <p:nvCxnSpPr>
            <p:cNvPr id="43" name="직선 화살표 연결선 42"/>
            <p:cNvCxnSpPr/>
            <p:nvPr/>
          </p:nvCxnSpPr>
          <p:spPr>
            <a:xfrm flipV="1">
              <a:off x="3419466" y="2489002"/>
              <a:ext cx="4957700" cy="861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순서도: 처리 45"/>
            <p:cNvSpPr/>
            <p:nvPr/>
          </p:nvSpPr>
          <p:spPr>
            <a:xfrm>
              <a:off x="8369287" y="2460722"/>
              <a:ext cx="108012" cy="338623"/>
            </a:xfrm>
            <a:prstGeom prst="flowChartProcess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9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48" name="직선 화살표 연결선 47"/>
            <p:cNvCxnSpPr>
              <a:stCxn id="46" idx="2"/>
            </p:cNvCxnSpPr>
            <p:nvPr/>
          </p:nvCxnSpPr>
          <p:spPr>
            <a:xfrm flipH="1">
              <a:off x="3410100" y="2799345"/>
              <a:ext cx="501319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/>
            <p:cNvSpPr txBox="1"/>
            <p:nvPr/>
          </p:nvSpPr>
          <p:spPr>
            <a:xfrm>
              <a:off x="3991099" y="2242781"/>
              <a:ext cx="161133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Unload Buffer </a:t>
              </a:r>
              <a:r>
                <a:rPr lang="ko-KR" altLang="en-US" sz="1000" dirty="0"/>
                <a:t>이재 완료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389067" y="2523557"/>
              <a:ext cx="191110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Unload Buffer </a:t>
              </a:r>
              <a:r>
                <a:rPr lang="ko-KR" altLang="en-US" sz="1000" dirty="0"/>
                <a:t>이재 완료 확인</a:t>
              </a:r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2644651" y="3987477"/>
            <a:ext cx="5067199" cy="556564"/>
            <a:chOff x="3410100" y="2242781"/>
            <a:chExt cx="5067199" cy="556564"/>
          </a:xfrm>
        </p:grpSpPr>
        <p:cxnSp>
          <p:nvCxnSpPr>
            <p:cNvPr id="53" name="직선 화살표 연결선 52"/>
            <p:cNvCxnSpPr/>
            <p:nvPr/>
          </p:nvCxnSpPr>
          <p:spPr>
            <a:xfrm flipV="1">
              <a:off x="3419466" y="2489002"/>
              <a:ext cx="4957700" cy="861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순서도: 처리 53"/>
            <p:cNvSpPr/>
            <p:nvPr/>
          </p:nvSpPr>
          <p:spPr>
            <a:xfrm>
              <a:off x="8369287" y="2460722"/>
              <a:ext cx="108012" cy="338623"/>
            </a:xfrm>
            <a:prstGeom prst="flowChartProcess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9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55" name="직선 화살표 연결선 54"/>
            <p:cNvCxnSpPr>
              <a:stCxn id="54" idx="2"/>
            </p:cNvCxnSpPr>
            <p:nvPr/>
          </p:nvCxnSpPr>
          <p:spPr>
            <a:xfrm flipH="1">
              <a:off x="3410100" y="2799345"/>
              <a:ext cx="501319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/>
            <p:cNvSpPr txBox="1"/>
            <p:nvPr/>
          </p:nvSpPr>
          <p:spPr>
            <a:xfrm>
              <a:off x="3991099" y="2242781"/>
              <a:ext cx="12105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/>
                <a:t>배출부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Tray  </a:t>
              </a:r>
              <a:r>
                <a:rPr lang="ko-KR" altLang="en-US" sz="1000" dirty="0"/>
                <a:t>도착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389067" y="2523557"/>
              <a:ext cx="13821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Tray  </a:t>
              </a:r>
              <a:r>
                <a:rPr lang="ko-KR" altLang="en-US" sz="1000" dirty="0"/>
                <a:t>도착 보고 </a:t>
              </a:r>
              <a:r>
                <a:rPr lang="ko-KR" altLang="en-US" sz="1000" dirty="0" err="1"/>
                <a:t>컨펌</a:t>
              </a:r>
              <a:endParaRPr lang="ko-KR" altLang="en-US" sz="1000" dirty="0"/>
            </a:p>
          </p:txBody>
        </p:sp>
      </p:grpSp>
      <p:grpSp>
        <p:nvGrpSpPr>
          <p:cNvPr id="64" name="그룹 63"/>
          <p:cNvGrpSpPr/>
          <p:nvPr/>
        </p:nvGrpSpPr>
        <p:grpSpPr>
          <a:xfrm>
            <a:off x="7693592" y="4045792"/>
            <a:ext cx="1039067" cy="426241"/>
            <a:chOff x="8437846" y="2301096"/>
            <a:chExt cx="1039067" cy="426241"/>
          </a:xfrm>
        </p:grpSpPr>
        <p:grpSp>
          <p:nvGrpSpPr>
            <p:cNvPr id="65" name="그룹 64"/>
            <p:cNvGrpSpPr/>
            <p:nvPr/>
          </p:nvGrpSpPr>
          <p:grpSpPr>
            <a:xfrm>
              <a:off x="8477299" y="2541392"/>
              <a:ext cx="432048" cy="185945"/>
              <a:chOff x="8477299" y="2460722"/>
              <a:chExt cx="432048" cy="185945"/>
            </a:xfrm>
          </p:grpSpPr>
          <p:cxnSp>
            <p:nvCxnSpPr>
              <p:cNvPr id="67" name="직선 연결선 66"/>
              <p:cNvCxnSpPr/>
              <p:nvPr/>
            </p:nvCxnSpPr>
            <p:spPr>
              <a:xfrm>
                <a:off x="8477299" y="2460722"/>
                <a:ext cx="43204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직선 연결선 67"/>
              <p:cNvCxnSpPr/>
              <p:nvPr/>
            </p:nvCxnSpPr>
            <p:spPr>
              <a:xfrm>
                <a:off x="8909347" y="2460722"/>
                <a:ext cx="0" cy="18594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직선 화살표 연결선 68"/>
              <p:cNvCxnSpPr/>
              <p:nvPr/>
            </p:nvCxnSpPr>
            <p:spPr>
              <a:xfrm flipH="1">
                <a:off x="8477299" y="2646667"/>
                <a:ext cx="432048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" name="TextBox 65"/>
            <p:cNvSpPr txBox="1"/>
            <p:nvPr/>
          </p:nvSpPr>
          <p:spPr>
            <a:xfrm>
              <a:off x="8437846" y="2301096"/>
              <a:ext cx="103906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Tray </a:t>
              </a:r>
              <a:r>
                <a:rPr lang="ko-KR" altLang="en-US" sz="1000" dirty="0"/>
                <a:t>정보 체크</a:t>
              </a:r>
            </a:p>
          </p:txBody>
        </p:sp>
      </p:grpSp>
      <p:grpSp>
        <p:nvGrpSpPr>
          <p:cNvPr id="70" name="그룹 69"/>
          <p:cNvGrpSpPr/>
          <p:nvPr/>
        </p:nvGrpSpPr>
        <p:grpSpPr>
          <a:xfrm>
            <a:off x="2644651" y="4760065"/>
            <a:ext cx="5067199" cy="556564"/>
            <a:chOff x="3410100" y="2242781"/>
            <a:chExt cx="5067199" cy="556564"/>
          </a:xfrm>
        </p:grpSpPr>
        <p:cxnSp>
          <p:nvCxnSpPr>
            <p:cNvPr id="71" name="직선 화살표 연결선 70"/>
            <p:cNvCxnSpPr/>
            <p:nvPr/>
          </p:nvCxnSpPr>
          <p:spPr>
            <a:xfrm flipV="1">
              <a:off x="3419466" y="2489002"/>
              <a:ext cx="4957700" cy="861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순서도: 처리 71"/>
            <p:cNvSpPr/>
            <p:nvPr/>
          </p:nvSpPr>
          <p:spPr>
            <a:xfrm>
              <a:off x="8369287" y="2460722"/>
              <a:ext cx="108012" cy="338623"/>
            </a:xfrm>
            <a:prstGeom prst="flowChartProcess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9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73" name="직선 화살표 연결선 72"/>
            <p:cNvCxnSpPr>
              <a:stCxn id="72" idx="2"/>
            </p:cNvCxnSpPr>
            <p:nvPr/>
          </p:nvCxnSpPr>
          <p:spPr>
            <a:xfrm flipH="1">
              <a:off x="3410100" y="2799345"/>
              <a:ext cx="501319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/>
            <p:cNvSpPr txBox="1"/>
            <p:nvPr/>
          </p:nvSpPr>
          <p:spPr>
            <a:xfrm>
              <a:off x="3991099" y="2242781"/>
              <a:ext cx="181011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/>
                <a:t>배출부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Tray  </a:t>
              </a:r>
              <a:r>
                <a:rPr lang="ko-KR" altLang="en-US" sz="1000" dirty="0"/>
                <a:t>이재</a:t>
              </a:r>
              <a:r>
                <a:rPr lang="en-US" altLang="ko-KR" sz="1000" dirty="0"/>
                <a:t> </a:t>
              </a:r>
              <a:r>
                <a:rPr lang="ko-KR" altLang="en-US" sz="1000" dirty="0"/>
                <a:t>작업 완료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6389067" y="2523557"/>
              <a:ext cx="17684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/>
                <a:t>배출부</a:t>
              </a:r>
              <a:r>
                <a:rPr lang="ko-KR" altLang="en-US" sz="1000" dirty="0"/>
                <a:t> 이재 작업 완료 </a:t>
              </a:r>
              <a:r>
                <a:rPr lang="ko-KR" altLang="en-US" sz="1000" dirty="0" err="1"/>
                <a:t>컨펌</a:t>
              </a:r>
              <a:endParaRPr lang="ko-KR" altLang="en-US" sz="1000" dirty="0"/>
            </a:p>
          </p:txBody>
        </p:sp>
      </p:grpSp>
      <p:grpSp>
        <p:nvGrpSpPr>
          <p:cNvPr id="82" name="그룹 81"/>
          <p:cNvGrpSpPr/>
          <p:nvPr/>
        </p:nvGrpSpPr>
        <p:grpSpPr>
          <a:xfrm>
            <a:off x="7613203" y="4801876"/>
            <a:ext cx="1821332" cy="426241"/>
            <a:chOff x="8380558" y="2301096"/>
            <a:chExt cx="1821332" cy="426241"/>
          </a:xfrm>
        </p:grpSpPr>
        <p:grpSp>
          <p:nvGrpSpPr>
            <p:cNvPr id="83" name="그룹 82"/>
            <p:cNvGrpSpPr/>
            <p:nvPr/>
          </p:nvGrpSpPr>
          <p:grpSpPr>
            <a:xfrm>
              <a:off x="8477299" y="2541392"/>
              <a:ext cx="432048" cy="185945"/>
              <a:chOff x="8477299" y="2460722"/>
              <a:chExt cx="432048" cy="185945"/>
            </a:xfrm>
          </p:grpSpPr>
          <p:cxnSp>
            <p:nvCxnSpPr>
              <p:cNvPr id="85" name="직선 연결선 84"/>
              <p:cNvCxnSpPr/>
              <p:nvPr/>
            </p:nvCxnSpPr>
            <p:spPr>
              <a:xfrm>
                <a:off x="8477299" y="2460722"/>
                <a:ext cx="43204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직선 연결선 85"/>
              <p:cNvCxnSpPr/>
              <p:nvPr/>
            </p:nvCxnSpPr>
            <p:spPr>
              <a:xfrm>
                <a:off x="8909347" y="2460722"/>
                <a:ext cx="0" cy="18594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직선 화살표 연결선 86"/>
              <p:cNvCxnSpPr/>
              <p:nvPr/>
            </p:nvCxnSpPr>
            <p:spPr>
              <a:xfrm flipH="1">
                <a:off x="8477299" y="2646667"/>
                <a:ext cx="432048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" name="TextBox 83"/>
            <p:cNvSpPr txBox="1"/>
            <p:nvPr/>
          </p:nvSpPr>
          <p:spPr>
            <a:xfrm>
              <a:off x="8380558" y="2301096"/>
              <a:ext cx="18213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Tray</a:t>
              </a:r>
              <a:r>
                <a:rPr lang="ko-KR" altLang="en-US" sz="1000" dirty="0"/>
                <a:t>에</a:t>
              </a:r>
              <a:r>
                <a:rPr lang="en-US" altLang="ko-KR" sz="1000" dirty="0"/>
                <a:t> Cell </a:t>
              </a:r>
              <a:r>
                <a:rPr lang="ko-KR" altLang="en-US" sz="1000" dirty="0"/>
                <a:t>투입</a:t>
              </a:r>
              <a:r>
                <a:rPr lang="en-US" altLang="ko-KR" sz="1000" dirty="0"/>
                <a:t> </a:t>
              </a:r>
              <a:r>
                <a:rPr lang="ko-KR" altLang="en-US" sz="1000" dirty="0"/>
                <a:t>처리</a:t>
              </a:r>
              <a:r>
                <a:rPr lang="en-US" altLang="ko-KR" sz="1000" dirty="0"/>
                <a:t> </a:t>
              </a:r>
            </a:p>
            <a:p>
              <a:r>
                <a:rPr lang="en-US" altLang="ko-KR" sz="1000" b="1" dirty="0" err="1">
                  <a:solidFill>
                    <a:srgbClr val="FF0000"/>
                  </a:solidFill>
                  <a:latin typeface="+mj-ea"/>
                </a:rPr>
                <a:t>spSetTrayCellInput</a:t>
              </a:r>
              <a:r>
                <a:rPr lang="en-US" altLang="ko-KR" sz="1000" b="1" dirty="0">
                  <a:solidFill>
                    <a:srgbClr val="FF0000"/>
                  </a:solidFill>
                  <a:latin typeface="+mj-ea"/>
                </a:rPr>
                <a:t>(</a:t>
              </a:r>
              <a:r>
                <a:rPr lang="en-US" altLang="ko-KR" sz="1000" b="1" dirty="0" err="1">
                  <a:solidFill>
                    <a:srgbClr val="FF0000"/>
                  </a:solidFill>
                  <a:latin typeface="+mj-ea"/>
                </a:rPr>
                <a:t>TrayID</a:t>
              </a:r>
              <a:r>
                <a:rPr lang="en-US" altLang="ko-KR" sz="1000" b="1" dirty="0">
                  <a:solidFill>
                    <a:srgbClr val="FF0000"/>
                  </a:solidFill>
                  <a:latin typeface="+mj-ea"/>
                </a:rPr>
                <a:t>)</a:t>
              </a:r>
              <a:endParaRPr lang="ko-KR" altLang="en-US" sz="1000" dirty="0"/>
            </a:p>
          </p:txBody>
        </p:sp>
      </p:grpSp>
      <p:grpSp>
        <p:nvGrpSpPr>
          <p:cNvPr id="100" name="그룹 99"/>
          <p:cNvGrpSpPr/>
          <p:nvPr/>
        </p:nvGrpSpPr>
        <p:grpSpPr>
          <a:xfrm>
            <a:off x="7693591" y="1575209"/>
            <a:ext cx="2085827" cy="426241"/>
            <a:chOff x="8437846" y="2301096"/>
            <a:chExt cx="2085827" cy="426241"/>
          </a:xfrm>
        </p:grpSpPr>
        <p:grpSp>
          <p:nvGrpSpPr>
            <p:cNvPr id="106" name="그룹 105"/>
            <p:cNvGrpSpPr/>
            <p:nvPr/>
          </p:nvGrpSpPr>
          <p:grpSpPr>
            <a:xfrm>
              <a:off x="8477299" y="2541392"/>
              <a:ext cx="432048" cy="185945"/>
              <a:chOff x="8477299" y="2460722"/>
              <a:chExt cx="432048" cy="18594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8477299" y="2460722"/>
                <a:ext cx="43204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>
                <a:off x="8909347" y="2460722"/>
                <a:ext cx="0" cy="18594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직선 화살표 연결선 109"/>
              <p:cNvCxnSpPr/>
              <p:nvPr/>
            </p:nvCxnSpPr>
            <p:spPr>
              <a:xfrm flipH="1">
                <a:off x="8477299" y="2646667"/>
                <a:ext cx="432048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7" name="TextBox 106"/>
            <p:cNvSpPr txBox="1"/>
            <p:nvPr/>
          </p:nvSpPr>
          <p:spPr>
            <a:xfrm>
              <a:off x="8437846" y="2301096"/>
              <a:ext cx="20858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Cell IDs </a:t>
              </a:r>
              <a:r>
                <a:rPr lang="ko-KR" altLang="en-US" sz="1000" dirty="0"/>
                <a:t>동일 </a:t>
              </a:r>
              <a:r>
                <a:rPr lang="en-US" altLang="ko-KR" sz="1000" dirty="0"/>
                <a:t>Model, Route</a:t>
              </a:r>
              <a:r>
                <a:rPr lang="ko-KR" altLang="en-US" sz="1000" dirty="0"/>
                <a:t> 체크</a:t>
              </a:r>
              <a:endParaRPr lang="en-US" altLang="ko-KR" sz="1000" b="1" dirty="0">
                <a:solidFill>
                  <a:srgbClr val="FF0000"/>
                </a:solidFill>
              </a:endParaRPr>
            </a:p>
            <a:p>
              <a:r>
                <a:rPr lang="en-US" altLang="ko-KR" sz="1000" b="1" dirty="0" err="1">
                  <a:solidFill>
                    <a:srgbClr val="FF0000"/>
                  </a:solidFill>
                </a:rPr>
                <a:t>spGetCellStatus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11" name="그룹 110"/>
          <p:cNvGrpSpPr/>
          <p:nvPr/>
        </p:nvGrpSpPr>
        <p:grpSpPr>
          <a:xfrm>
            <a:off x="5138427" y="2331048"/>
            <a:ext cx="2597714" cy="556564"/>
            <a:chOff x="5132867" y="6075709"/>
            <a:chExt cx="2597714" cy="556564"/>
          </a:xfrm>
        </p:grpSpPr>
        <p:cxnSp>
          <p:nvCxnSpPr>
            <p:cNvPr id="112" name="직선 화살표 연결선 111"/>
            <p:cNvCxnSpPr/>
            <p:nvPr/>
          </p:nvCxnSpPr>
          <p:spPr>
            <a:xfrm flipV="1">
              <a:off x="5132867" y="6321930"/>
              <a:ext cx="2497581" cy="861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순서도: 처리 112"/>
            <p:cNvSpPr/>
            <p:nvPr/>
          </p:nvSpPr>
          <p:spPr>
            <a:xfrm>
              <a:off x="7622569" y="6293650"/>
              <a:ext cx="108012" cy="338623"/>
            </a:xfrm>
            <a:prstGeom prst="flowChartProcess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9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15" name="직선 화살표 연결선 114"/>
            <p:cNvCxnSpPr>
              <a:stCxn id="113" idx="2"/>
            </p:cNvCxnSpPr>
            <p:nvPr/>
          </p:nvCxnSpPr>
          <p:spPr>
            <a:xfrm flipH="1">
              <a:off x="5132867" y="6632273"/>
              <a:ext cx="25437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/>
            <p:cNvSpPr txBox="1"/>
            <p:nvPr/>
          </p:nvSpPr>
          <p:spPr>
            <a:xfrm>
              <a:off x="5552437" y="6075709"/>
              <a:ext cx="17892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Cell Information </a:t>
              </a:r>
              <a:r>
                <a:rPr lang="ko-KR" altLang="en-US" sz="1000" dirty="0"/>
                <a:t>요청 </a:t>
              </a:r>
              <a:r>
                <a:rPr lang="en-US" altLang="ko-KR" sz="1000" dirty="0"/>
                <a:t>(151)</a:t>
              </a:r>
              <a:endParaRPr lang="ko-KR" altLang="en-US" sz="1000" dirty="0"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5524971" y="6356485"/>
              <a:ext cx="20890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Cell Information </a:t>
              </a:r>
              <a:r>
                <a:rPr lang="ko-KR" altLang="en-US" sz="1000" dirty="0"/>
                <a:t>요청 응답 </a:t>
              </a:r>
              <a:r>
                <a:rPr lang="en-US" altLang="ko-KR" sz="1000" dirty="0"/>
                <a:t>(152)</a:t>
              </a:r>
              <a:endParaRPr lang="ko-KR" altLang="en-US" sz="1000" dirty="0"/>
            </a:p>
          </p:txBody>
        </p:sp>
      </p:grpSp>
      <p:grpSp>
        <p:nvGrpSpPr>
          <p:cNvPr id="118" name="그룹 117"/>
          <p:cNvGrpSpPr/>
          <p:nvPr/>
        </p:nvGrpSpPr>
        <p:grpSpPr>
          <a:xfrm>
            <a:off x="7664551" y="2389363"/>
            <a:ext cx="2948243" cy="426241"/>
            <a:chOff x="8380558" y="2301096"/>
            <a:chExt cx="2948243" cy="426241"/>
          </a:xfrm>
        </p:grpSpPr>
        <p:grpSp>
          <p:nvGrpSpPr>
            <p:cNvPr id="119" name="그룹 118"/>
            <p:cNvGrpSpPr/>
            <p:nvPr/>
          </p:nvGrpSpPr>
          <p:grpSpPr>
            <a:xfrm>
              <a:off x="8477299" y="2541392"/>
              <a:ext cx="432048" cy="185945"/>
              <a:chOff x="8477299" y="2460722"/>
              <a:chExt cx="432048" cy="185945"/>
            </a:xfrm>
          </p:grpSpPr>
          <p:cxnSp>
            <p:nvCxnSpPr>
              <p:cNvPr id="121" name="직선 연결선 120"/>
              <p:cNvCxnSpPr/>
              <p:nvPr/>
            </p:nvCxnSpPr>
            <p:spPr>
              <a:xfrm>
                <a:off x="8477299" y="2460722"/>
                <a:ext cx="43204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직선 연결선 121"/>
              <p:cNvCxnSpPr/>
              <p:nvPr/>
            </p:nvCxnSpPr>
            <p:spPr>
              <a:xfrm>
                <a:off x="8909347" y="2460722"/>
                <a:ext cx="0" cy="18594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직선 화살표 연결선 122"/>
              <p:cNvCxnSpPr/>
              <p:nvPr/>
            </p:nvCxnSpPr>
            <p:spPr>
              <a:xfrm flipH="1">
                <a:off x="8477299" y="2646667"/>
                <a:ext cx="432048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0" name="TextBox 119"/>
            <p:cNvSpPr txBox="1"/>
            <p:nvPr/>
          </p:nvSpPr>
          <p:spPr>
            <a:xfrm>
              <a:off x="8380558" y="2301096"/>
              <a:ext cx="29482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셀 정보 확인 </a:t>
              </a:r>
              <a:r>
                <a:rPr lang="en-US" altLang="ko-KR" sz="1000" dirty="0"/>
                <a:t>&amp; </a:t>
              </a:r>
              <a:r>
                <a:rPr lang="ko-KR" altLang="en-US" sz="1000" dirty="0"/>
                <a:t>작업 시작 처리</a:t>
              </a:r>
              <a:r>
                <a:rPr lang="en-US" altLang="ko-KR" sz="1000" dirty="0"/>
                <a:t> </a:t>
              </a:r>
            </a:p>
            <a:p>
              <a:r>
                <a:rPr lang="en-US" altLang="ko-KR" sz="1000" b="1" dirty="0" err="1">
                  <a:solidFill>
                    <a:srgbClr val="FF0000"/>
                  </a:solidFill>
                  <a:latin typeface="+mj-ea"/>
                </a:rPr>
                <a:t>spGetCellStatusCell</a:t>
              </a:r>
              <a:r>
                <a:rPr lang="en-US" altLang="ko-KR" sz="1000" b="1" dirty="0">
                  <a:solidFill>
                    <a:srgbClr val="FF0000"/>
                  </a:solidFill>
                  <a:latin typeface="+mj-ea"/>
                </a:rPr>
                <a:t>, </a:t>
              </a:r>
              <a:r>
                <a:rPr lang="en-US" altLang="ko-KR" sz="1000" b="1" dirty="0" err="1">
                  <a:solidFill>
                    <a:srgbClr val="FF0000"/>
                  </a:solidFill>
                  <a:latin typeface="+mj-ea"/>
                </a:rPr>
                <a:t>spSetProcStartEndCell</a:t>
              </a:r>
              <a:r>
                <a:rPr lang="en-US" altLang="ko-KR" sz="1000" b="1" dirty="0">
                  <a:solidFill>
                    <a:srgbClr val="FF0000"/>
                  </a:solidFill>
                  <a:latin typeface="+mj-ea"/>
                </a:rPr>
                <a:t>(S)</a:t>
              </a:r>
              <a:endParaRPr lang="ko-KR" altLang="en-US" sz="1000" dirty="0"/>
            </a:p>
          </p:txBody>
        </p:sp>
      </p:grpSp>
      <p:grpSp>
        <p:nvGrpSpPr>
          <p:cNvPr id="124" name="그룹 123"/>
          <p:cNvGrpSpPr/>
          <p:nvPr/>
        </p:nvGrpSpPr>
        <p:grpSpPr>
          <a:xfrm>
            <a:off x="5128927" y="3139640"/>
            <a:ext cx="2597714" cy="556564"/>
            <a:chOff x="5132867" y="6075709"/>
            <a:chExt cx="2597714" cy="556564"/>
          </a:xfrm>
        </p:grpSpPr>
        <p:cxnSp>
          <p:nvCxnSpPr>
            <p:cNvPr id="125" name="직선 화살표 연결선 124"/>
            <p:cNvCxnSpPr/>
            <p:nvPr/>
          </p:nvCxnSpPr>
          <p:spPr>
            <a:xfrm flipV="1">
              <a:off x="5132867" y="6321930"/>
              <a:ext cx="2497581" cy="861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순서도: 처리 125"/>
            <p:cNvSpPr/>
            <p:nvPr/>
          </p:nvSpPr>
          <p:spPr>
            <a:xfrm>
              <a:off x="7622569" y="6293650"/>
              <a:ext cx="108012" cy="338623"/>
            </a:xfrm>
            <a:prstGeom prst="flowChartProcess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9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27" name="직선 화살표 연결선 126"/>
            <p:cNvCxnSpPr>
              <a:stCxn id="126" idx="2"/>
            </p:cNvCxnSpPr>
            <p:nvPr/>
          </p:nvCxnSpPr>
          <p:spPr>
            <a:xfrm flipH="1">
              <a:off x="5132867" y="6632273"/>
              <a:ext cx="254370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TextBox 127"/>
            <p:cNvSpPr txBox="1"/>
            <p:nvPr/>
          </p:nvSpPr>
          <p:spPr>
            <a:xfrm>
              <a:off x="5552437" y="6075709"/>
              <a:ext cx="18822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Cell </a:t>
              </a:r>
              <a:r>
                <a:rPr lang="ko-KR" altLang="en-US" sz="1000" dirty="0" err="1"/>
                <a:t>실처리</a:t>
              </a:r>
              <a:r>
                <a:rPr lang="ko-KR" altLang="en-US" sz="1000" dirty="0"/>
                <a:t> 데이터 보고</a:t>
              </a:r>
              <a:r>
                <a:rPr lang="en-US" altLang="ko-KR" sz="1000" dirty="0"/>
                <a:t>(153)</a:t>
              </a:r>
              <a:endParaRPr lang="ko-KR" altLang="en-US" sz="1000" dirty="0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5365467" y="6339850"/>
              <a:ext cx="218200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Cell </a:t>
              </a:r>
              <a:r>
                <a:rPr lang="ko-KR" altLang="en-US" sz="1000" dirty="0" err="1"/>
                <a:t>실처리</a:t>
              </a:r>
              <a:r>
                <a:rPr lang="ko-KR" altLang="en-US" sz="1000" dirty="0"/>
                <a:t> 데이터 보고 응답</a:t>
              </a:r>
              <a:r>
                <a:rPr lang="en-US" altLang="ko-KR" sz="1000" dirty="0"/>
                <a:t>(154)</a:t>
              </a:r>
              <a:endParaRPr lang="ko-KR" altLang="en-US" sz="1000" dirty="0"/>
            </a:p>
          </p:txBody>
        </p:sp>
      </p:grpSp>
      <p:grpSp>
        <p:nvGrpSpPr>
          <p:cNvPr id="130" name="그룹 129"/>
          <p:cNvGrpSpPr/>
          <p:nvPr/>
        </p:nvGrpSpPr>
        <p:grpSpPr>
          <a:xfrm>
            <a:off x="7633421" y="3181451"/>
            <a:ext cx="3110147" cy="553998"/>
            <a:chOff x="8380558" y="2301096"/>
            <a:chExt cx="3110147" cy="553998"/>
          </a:xfrm>
        </p:grpSpPr>
        <p:grpSp>
          <p:nvGrpSpPr>
            <p:cNvPr id="131" name="그룹 130"/>
            <p:cNvGrpSpPr/>
            <p:nvPr/>
          </p:nvGrpSpPr>
          <p:grpSpPr>
            <a:xfrm>
              <a:off x="8477299" y="2541392"/>
              <a:ext cx="432048" cy="185945"/>
              <a:chOff x="8477299" y="2460722"/>
              <a:chExt cx="432048" cy="185945"/>
            </a:xfrm>
          </p:grpSpPr>
          <p:cxnSp>
            <p:nvCxnSpPr>
              <p:cNvPr id="133" name="직선 연결선 132"/>
              <p:cNvCxnSpPr/>
              <p:nvPr/>
            </p:nvCxnSpPr>
            <p:spPr>
              <a:xfrm>
                <a:off x="8477299" y="2460722"/>
                <a:ext cx="43204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직선 연결선 133"/>
              <p:cNvCxnSpPr/>
              <p:nvPr/>
            </p:nvCxnSpPr>
            <p:spPr>
              <a:xfrm>
                <a:off x="8909347" y="2460722"/>
                <a:ext cx="0" cy="18594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직선 화살표 연결선 134"/>
              <p:cNvCxnSpPr/>
              <p:nvPr/>
            </p:nvCxnSpPr>
            <p:spPr>
              <a:xfrm flipH="1">
                <a:off x="8477299" y="2646667"/>
                <a:ext cx="432048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2" name="TextBox 131"/>
            <p:cNvSpPr txBox="1"/>
            <p:nvPr/>
          </p:nvSpPr>
          <p:spPr>
            <a:xfrm>
              <a:off x="8380558" y="2301096"/>
              <a:ext cx="3110147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데이터 저장 처리 </a:t>
              </a:r>
              <a:r>
                <a:rPr lang="en-US" altLang="ko-KR" sz="1000" dirty="0"/>
                <a:t>&amp; </a:t>
              </a:r>
              <a:r>
                <a:rPr lang="ko-KR" altLang="en-US" sz="1000" dirty="0"/>
                <a:t>불량</a:t>
              </a:r>
              <a:r>
                <a:rPr lang="en-US" altLang="ko-KR" sz="1000" dirty="0"/>
                <a:t>Cell </a:t>
              </a:r>
              <a:r>
                <a:rPr lang="ko-KR" altLang="en-US" sz="1000" dirty="0"/>
                <a:t>처리</a:t>
              </a:r>
              <a:r>
                <a:rPr lang="en-US" altLang="ko-KR" sz="1000" dirty="0"/>
                <a:t>, </a:t>
              </a:r>
              <a:r>
                <a:rPr lang="ko-KR" altLang="en-US" sz="1000" dirty="0"/>
                <a:t>작업 종료 처리</a:t>
              </a:r>
              <a:r>
                <a:rPr lang="en-US" altLang="ko-KR" sz="1000" dirty="0"/>
                <a:t> </a:t>
              </a:r>
            </a:p>
            <a:p>
              <a:r>
                <a:rPr lang="en-US" altLang="ko-KR" sz="1000" b="1" dirty="0">
                  <a:solidFill>
                    <a:srgbClr val="FF0000"/>
                  </a:solidFill>
                  <a:latin typeface="+mj-ea"/>
                </a:rPr>
                <a:t>SP_MEA_DATA_APD</a:t>
              </a:r>
              <a:r>
                <a:rPr lang="en-US" altLang="ko-KR" sz="1000" b="1" dirty="0">
                  <a:solidFill>
                    <a:srgbClr val="FF0000"/>
                  </a:solidFill>
                </a:rPr>
                <a:t>, </a:t>
              </a:r>
              <a:r>
                <a:rPr lang="en-US" altLang="ko-KR" sz="1000" b="1" dirty="0" err="1">
                  <a:solidFill>
                    <a:srgbClr val="FF0000"/>
                  </a:solidFill>
                </a:rPr>
                <a:t>spSetBadCell</a:t>
              </a:r>
              <a:endParaRPr lang="en-US" altLang="ko-KR" sz="1000" b="1" dirty="0">
                <a:solidFill>
                  <a:srgbClr val="FF0000"/>
                </a:solidFill>
              </a:endParaRPr>
            </a:p>
            <a:p>
              <a:r>
                <a:rPr lang="en-US" altLang="ko-KR" sz="1000" b="1" dirty="0" err="1">
                  <a:solidFill>
                    <a:srgbClr val="FF0000"/>
                  </a:solidFill>
                  <a:latin typeface="+mj-ea"/>
                </a:rPr>
                <a:t>spSetProcStartEndCell</a:t>
              </a:r>
              <a:r>
                <a:rPr lang="en-US" altLang="ko-KR" sz="1000" b="1" dirty="0">
                  <a:solidFill>
                    <a:srgbClr val="FF0000"/>
                  </a:solidFill>
                  <a:latin typeface="+mj-ea"/>
                </a:rPr>
                <a:t>(E)</a:t>
              </a:r>
              <a:endParaRPr lang="ko-KR" altLang="en-US" sz="1000" dirty="0"/>
            </a:p>
          </p:txBody>
        </p:sp>
      </p:grpSp>
      <p:grpSp>
        <p:nvGrpSpPr>
          <p:cNvPr id="136" name="그룹 135"/>
          <p:cNvGrpSpPr/>
          <p:nvPr/>
        </p:nvGrpSpPr>
        <p:grpSpPr>
          <a:xfrm>
            <a:off x="2654016" y="5519145"/>
            <a:ext cx="5067199" cy="556564"/>
            <a:chOff x="3410100" y="2242781"/>
            <a:chExt cx="5067199" cy="556564"/>
          </a:xfrm>
        </p:grpSpPr>
        <p:cxnSp>
          <p:nvCxnSpPr>
            <p:cNvPr id="137" name="직선 화살표 연결선 136"/>
            <p:cNvCxnSpPr/>
            <p:nvPr/>
          </p:nvCxnSpPr>
          <p:spPr>
            <a:xfrm flipV="1">
              <a:off x="3419466" y="2489002"/>
              <a:ext cx="4957700" cy="861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순서도: 처리 137"/>
            <p:cNvSpPr/>
            <p:nvPr/>
          </p:nvSpPr>
          <p:spPr>
            <a:xfrm>
              <a:off x="8369287" y="2460722"/>
              <a:ext cx="108012" cy="338623"/>
            </a:xfrm>
            <a:prstGeom prst="flowChartProcess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9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39" name="직선 화살표 연결선 138"/>
            <p:cNvCxnSpPr>
              <a:stCxn id="138" idx="2"/>
            </p:cNvCxnSpPr>
            <p:nvPr/>
          </p:nvCxnSpPr>
          <p:spPr>
            <a:xfrm flipH="1">
              <a:off x="3410100" y="2799345"/>
              <a:ext cx="501319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TextBox 139"/>
            <p:cNvSpPr txBox="1"/>
            <p:nvPr/>
          </p:nvSpPr>
          <p:spPr>
            <a:xfrm>
              <a:off x="3991099" y="2242781"/>
              <a:ext cx="133241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/>
                <a:t>배출부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Tray Unload</a:t>
              </a:r>
              <a:endParaRPr lang="ko-KR" altLang="en-US" sz="1000" dirty="0"/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6389067" y="2523557"/>
              <a:ext cx="163217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/>
                <a:t>배출부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Tray Unload </a:t>
              </a:r>
              <a:r>
                <a:rPr lang="ko-KR" altLang="en-US" sz="1000" dirty="0" err="1"/>
                <a:t>컨펌</a:t>
              </a:r>
              <a:endParaRPr lang="ko-KR" alt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08371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Jig Formation </a:t>
            </a:r>
            <a:r>
              <a:rPr lang="ko-KR" altLang="en-US" dirty="0"/>
              <a:t>공정 흐름 상세 처리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공정 체크</a:t>
            </a:r>
          </a:p>
        </p:txBody>
      </p:sp>
      <p:sp>
        <p:nvSpPr>
          <p:cNvPr id="12" name="사각형: 둥근 대각선 방향 모서리 47">
            <a:extLst>
              <a:ext uri="{FF2B5EF4-FFF2-40B4-BE49-F238E27FC236}">
                <a16:creationId xmlns:a16="http://schemas.microsoft.com/office/drawing/2014/main" id="{EEC80AFD-8CFF-46AD-8551-AF62259857E4}"/>
              </a:ext>
            </a:extLst>
          </p:cNvPr>
          <p:cNvSpPr/>
          <p:nvPr/>
        </p:nvSpPr>
        <p:spPr>
          <a:xfrm>
            <a:off x="87195" y="1861894"/>
            <a:ext cx="4711050" cy="4897123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36000" bIns="36000" rtlCol="0" anchor="t" anchorCtr="0"/>
          <a:lstStyle/>
          <a:p>
            <a:pPr>
              <a:lnSpc>
                <a:spcPct val="120000"/>
              </a:lnSpc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  <a:ea typeface="+mj-ea"/>
              </a:rPr>
              <a:t>1. </a:t>
            </a:r>
            <a:r>
              <a:rPr kumimoji="1" lang="ko-KR" altLang="en-US" sz="1000" b="1" dirty="0">
                <a:solidFill>
                  <a:schemeClr val="tx1"/>
                </a:solidFill>
                <a:latin typeface="맑은 고딕" pitchFamily="50" charset="-127"/>
              </a:rPr>
              <a:t>처리</a:t>
            </a:r>
            <a:endParaRPr kumimoji="1" lang="en-US" altLang="ko-KR" sz="1000" b="1" dirty="0">
              <a:solidFill>
                <a:schemeClr val="tx1"/>
              </a:solidFill>
              <a:latin typeface="맑은 고딕" pitchFamily="50" charset="-127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바코드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Reading Tray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투입 가능 여부 체크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Tray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정보 획득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공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Tray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여부 체크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(Flag == ‘E’)   </a:t>
            </a: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Cell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정보 생성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000" b="1" dirty="0" err="1">
                <a:solidFill>
                  <a:srgbClr val="FF0000"/>
                </a:solidFill>
                <a:latin typeface="+mj-ea"/>
              </a:rPr>
              <a:t>spFormationInput</a:t>
            </a:r>
            <a:r>
              <a:rPr lang="en-US" altLang="ko-KR" sz="1000" b="1" dirty="0">
                <a:solidFill>
                  <a:srgbClr val="FF0000"/>
                </a:solidFill>
                <a:latin typeface="+mj-ea"/>
              </a:rPr>
              <a:t>(</a:t>
            </a:r>
            <a:r>
              <a:rPr lang="en-US" altLang="ko-KR" sz="1000" b="1" dirty="0" err="1">
                <a:solidFill>
                  <a:srgbClr val="FF0000"/>
                </a:solidFill>
                <a:latin typeface="+mj-ea"/>
              </a:rPr>
              <a:t>TrayID</a:t>
            </a:r>
            <a:r>
              <a:rPr lang="en-US" altLang="ko-KR" sz="1000" b="1" dirty="0">
                <a:solidFill>
                  <a:srgbClr val="FF0000"/>
                </a:solidFill>
                <a:latin typeface="+mj-ea"/>
              </a:rPr>
              <a:t>)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)</a:t>
            </a: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endParaRPr lang="ko-KR" altLang="ko-KR" sz="1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fontAlgn="base">
              <a:spcBef>
                <a:spcPts val="288"/>
              </a:spcBef>
            </a:pPr>
            <a:endParaRPr lang="en-US" altLang="ko-KR" sz="1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endParaRPr lang="ko-KR" altLang="en-US" sz="10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3" name="사각형: 둥근 대각선 방향 모서리 47">
            <a:extLst>
              <a:ext uri="{FF2B5EF4-FFF2-40B4-BE49-F238E27FC236}">
                <a16:creationId xmlns:a16="http://schemas.microsoft.com/office/drawing/2014/main" id="{7B1D8465-6D14-4B4D-9487-D1DF4EDD516E}"/>
              </a:ext>
            </a:extLst>
          </p:cNvPr>
          <p:cNvSpPr/>
          <p:nvPr/>
        </p:nvSpPr>
        <p:spPr>
          <a:xfrm>
            <a:off x="5242571" y="1729918"/>
            <a:ext cx="4711050" cy="5029099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36000" bIns="36000" rtlCol="0" anchor="t" anchorCtr="0"/>
          <a:lstStyle/>
          <a:p>
            <a:pPr>
              <a:lnSpc>
                <a:spcPct val="120000"/>
              </a:lnSpc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1.</a:t>
            </a:r>
            <a:r>
              <a:rPr kumimoji="1" lang="en-US" altLang="ko-KR" sz="1000" b="1" dirty="0">
                <a:solidFill>
                  <a:schemeClr val="tx1"/>
                </a:solidFill>
                <a:latin typeface="맑은 고딕" pitchFamily="50" charset="-127"/>
              </a:rPr>
              <a:t> </a:t>
            </a:r>
            <a:r>
              <a:rPr kumimoji="1" lang="ko-KR" altLang="en-US" sz="1000" b="1" dirty="0">
                <a:solidFill>
                  <a:schemeClr val="tx1"/>
                </a:solidFill>
                <a:latin typeface="맑은 고딕" pitchFamily="50" charset="-127"/>
              </a:rPr>
              <a:t>처리</a:t>
            </a:r>
            <a:endParaRPr kumimoji="1" lang="en-US" altLang="ko-KR" sz="1000" b="1" dirty="0">
              <a:solidFill>
                <a:schemeClr val="tx1"/>
              </a:solidFill>
              <a:latin typeface="맑은 고딕" pitchFamily="50" charset="-127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 도착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Tray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체크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Tray ID Length 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비교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Tray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정보 획득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Tray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존재 유무 확인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Next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공정 체크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NextEqpTypeID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== ‘J’)</a:t>
            </a: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Cell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유무 체크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(Flag = ‘F’)</a:t>
            </a: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체크 </a:t>
            </a:r>
            <a:r>
              <a:rPr lang="ko-KR" altLang="en-US" sz="1000" b="1" dirty="0" err="1">
                <a:solidFill>
                  <a:schemeClr val="tx1"/>
                </a:solidFill>
                <a:latin typeface="+mj-ea"/>
              </a:rPr>
              <a:t>이상시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 설비에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Trobule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Bit ON</a:t>
            </a: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Alarm</a:t>
            </a:r>
          </a:p>
        </p:txBody>
      </p:sp>
      <p:sp>
        <p:nvSpPr>
          <p:cNvPr id="14" name="모서리가 둥근 직사각형 81">
            <a:extLst>
              <a:ext uri="{FF2B5EF4-FFF2-40B4-BE49-F238E27FC236}">
                <a16:creationId xmlns:a16="http://schemas.microsoft.com/office/drawing/2014/main" id="{6FB370D2-27FB-4D15-A68D-CE95910525C6}"/>
              </a:ext>
            </a:extLst>
          </p:cNvPr>
          <p:cNvSpPr/>
          <p:nvPr/>
        </p:nvSpPr>
        <p:spPr bwMode="auto">
          <a:xfrm flipH="1">
            <a:off x="924620" y="1185109"/>
            <a:ext cx="1488970" cy="442825"/>
          </a:xfrm>
          <a:prstGeom prst="roundRect">
            <a:avLst>
              <a:gd name="adj" fmla="val 10176"/>
            </a:avLst>
          </a:prstGeom>
          <a:solidFill>
            <a:srgbClr val="3664B0"/>
          </a:solidFill>
          <a:ln w="25400" cmpd="sng">
            <a:solidFill>
              <a:schemeClr val="bg1">
                <a:lumMod val="85000"/>
              </a:schemeClr>
            </a:solidFill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marR="0" lvl="0" algn="ctr" defTabSz="6842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투입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Cell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정보 생성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CD9FB2AF-89DF-47FE-A2E9-9C29D7791802}"/>
              </a:ext>
            </a:extLst>
          </p:cNvPr>
          <p:cNvCxnSpPr>
            <a:cxnSpLocks/>
            <a:stCxn id="14" idx="1"/>
            <a:endCxn id="16" idx="3"/>
          </p:cNvCxnSpPr>
          <p:nvPr/>
        </p:nvCxnSpPr>
        <p:spPr>
          <a:xfrm flipV="1">
            <a:off x="2413590" y="1397256"/>
            <a:ext cx="3401180" cy="92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모서리가 둥근 직사각형 81">
            <a:extLst>
              <a:ext uri="{FF2B5EF4-FFF2-40B4-BE49-F238E27FC236}">
                <a16:creationId xmlns:a16="http://schemas.microsoft.com/office/drawing/2014/main" id="{B900B5AA-9D3D-4C38-84A4-C70D721BBE05}"/>
              </a:ext>
            </a:extLst>
          </p:cNvPr>
          <p:cNvSpPr/>
          <p:nvPr/>
        </p:nvSpPr>
        <p:spPr bwMode="auto">
          <a:xfrm flipH="1">
            <a:off x="5814770" y="1175843"/>
            <a:ext cx="1607825" cy="442825"/>
          </a:xfrm>
          <a:prstGeom prst="roundRect">
            <a:avLst>
              <a:gd name="adj" fmla="val 10176"/>
            </a:avLst>
          </a:prstGeom>
          <a:solidFill>
            <a:srgbClr val="3664B0"/>
          </a:solidFill>
          <a:ln w="25400" cmpd="sng">
            <a:solidFill>
              <a:schemeClr val="bg1">
                <a:lumMod val="85000"/>
              </a:schemeClr>
            </a:solidFill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marR="0" lvl="0" algn="ctr" defTabSz="6842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ko-KR" altLang="en-US" sz="12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투입부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Tray 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도착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1BAC7AD-F920-4301-8056-917C170A617A}"/>
              </a:ext>
            </a:extLst>
          </p:cNvPr>
          <p:cNvCxnSpPr>
            <a:cxnSpLocks/>
          </p:cNvCxnSpPr>
          <p:nvPr/>
        </p:nvCxnSpPr>
        <p:spPr>
          <a:xfrm>
            <a:off x="637541" y="1394285"/>
            <a:ext cx="28707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41409937-7D81-46D1-86F7-16A99D19FF6A}"/>
              </a:ext>
            </a:extLst>
          </p:cNvPr>
          <p:cNvCxnSpPr>
            <a:cxnSpLocks/>
            <a:stCxn id="16" idx="1"/>
          </p:cNvCxnSpPr>
          <p:nvPr/>
        </p:nvCxnSpPr>
        <p:spPr>
          <a:xfrm flipV="1">
            <a:off x="7422595" y="1394285"/>
            <a:ext cx="2181983" cy="2971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38513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Jig Formation </a:t>
            </a:r>
            <a:r>
              <a:rPr lang="ko-KR" altLang="en-US" dirty="0"/>
              <a:t>공정 흐름 상세 처리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공정 체크</a:t>
            </a:r>
          </a:p>
        </p:txBody>
      </p:sp>
      <p:sp>
        <p:nvSpPr>
          <p:cNvPr id="12" name="사각형: 둥근 대각선 방향 모서리 47">
            <a:extLst>
              <a:ext uri="{FF2B5EF4-FFF2-40B4-BE49-F238E27FC236}">
                <a16:creationId xmlns:a16="http://schemas.microsoft.com/office/drawing/2014/main" id="{EEC80AFD-8CFF-46AD-8551-AF62259857E4}"/>
              </a:ext>
            </a:extLst>
          </p:cNvPr>
          <p:cNvSpPr/>
          <p:nvPr/>
        </p:nvSpPr>
        <p:spPr>
          <a:xfrm>
            <a:off x="87195" y="1861894"/>
            <a:ext cx="4711050" cy="4897123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36000" bIns="36000" rtlCol="0" anchor="t" anchorCtr="0"/>
          <a:lstStyle/>
          <a:p>
            <a:pPr>
              <a:lnSpc>
                <a:spcPct val="120000"/>
              </a:lnSpc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  <a:ea typeface="+mj-ea"/>
              </a:rPr>
              <a:t>1. </a:t>
            </a:r>
            <a:r>
              <a:rPr kumimoji="1" lang="ko-KR" altLang="en-US" sz="1000" b="1" dirty="0">
                <a:solidFill>
                  <a:schemeClr val="tx1"/>
                </a:solidFill>
                <a:latin typeface="맑은 고딕" pitchFamily="50" charset="-127"/>
              </a:rPr>
              <a:t>처리</a:t>
            </a:r>
            <a:endParaRPr kumimoji="1" lang="en-US" altLang="ko-KR" sz="1000" b="1" dirty="0">
              <a:solidFill>
                <a:schemeClr val="tx1"/>
              </a:solidFill>
              <a:latin typeface="맑은 고딕" pitchFamily="50" charset="-127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Tray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체크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Tray ID Length 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비교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Tray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정보 획득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Tray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존재 유무 확인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Next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공정 체크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NextEqpTypeID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== ‘J’)</a:t>
            </a: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Cell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유무 체크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(Flag = ‘F’)</a:t>
            </a: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체크 </a:t>
            </a:r>
            <a:r>
              <a:rPr lang="ko-KR" altLang="en-US" sz="1000" b="1" dirty="0" err="1">
                <a:solidFill>
                  <a:schemeClr val="tx1"/>
                </a:solidFill>
                <a:latin typeface="+mj-ea"/>
              </a:rPr>
              <a:t>이상시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 설비에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Trobule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Bit ON</a:t>
            </a: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 -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Alarm</a:t>
            </a: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Tray Cell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이재 작업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Flag Update(Flag = ‘M’)</a:t>
            </a: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endParaRPr lang="ko-KR" altLang="ko-KR" sz="1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fontAlgn="base">
              <a:spcBef>
                <a:spcPts val="288"/>
              </a:spcBef>
            </a:pPr>
            <a:endParaRPr lang="en-US" altLang="ko-KR" sz="1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endParaRPr lang="ko-KR" altLang="en-US" sz="10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3" name="사각형: 둥근 대각선 방향 모서리 47">
            <a:extLst>
              <a:ext uri="{FF2B5EF4-FFF2-40B4-BE49-F238E27FC236}">
                <a16:creationId xmlns:a16="http://schemas.microsoft.com/office/drawing/2014/main" id="{7B1D8465-6D14-4B4D-9487-D1DF4EDD516E}"/>
              </a:ext>
            </a:extLst>
          </p:cNvPr>
          <p:cNvSpPr/>
          <p:nvPr/>
        </p:nvSpPr>
        <p:spPr>
          <a:xfrm>
            <a:off x="5242571" y="1729918"/>
            <a:ext cx="4711050" cy="5029099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36000" bIns="36000" rtlCol="0" anchor="t" anchorCtr="0"/>
          <a:lstStyle/>
          <a:p>
            <a:pPr>
              <a:lnSpc>
                <a:spcPct val="120000"/>
              </a:lnSpc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1.</a:t>
            </a:r>
            <a:r>
              <a:rPr kumimoji="1" lang="en-US" altLang="ko-KR" sz="1000" b="1" dirty="0">
                <a:solidFill>
                  <a:schemeClr val="tx1"/>
                </a:solidFill>
                <a:latin typeface="맑은 고딕" pitchFamily="50" charset="-127"/>
              </a:rPr>
              <a:t> </a:t>
            </a:r>
            <a:r>
              <a:rPr kumimoji="1" lang="ko-KR" altLang="en-US" sz="1000" b="1" dirty="0">
                <a:solidFill>
                  <a:schemeClr val="tx1"/>
                </a:solidFill>
                <a:latin typeface="맑은 고딕" pitchFamily="50" charset="-127"/>
              </a:rPr>
              <a:t>처리</a:t>
            </a:r>
            <a:endParaRPr kumimoji="1" lang="en-US" altLang="ko-KR" sz="1000" b="1" dirty="0">
              <a:solidFill>
                <a:schemeClr val="tx1"/>
              </a:solidFill>
              <a:latin typeface="맑은 고딕" pitchFamily="50" charset="-127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Cell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바코드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Reading Cell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체크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Cell ID Length 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비교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Dummy Cell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체크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Cell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정보 획득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Cell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존재 유무 확인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Next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공정 체크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NextEqpTypeID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== ‘J’)</a:t>
            </a: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동일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Model, Route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 체크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체크 </a:t>
            </a:r>
            <a:r>
              <a:rPr lang="ko-KR" altLang="en-US" sz="1000" b="1" dirty="0" err="1">
                <a:solidFill>
                  <a:schemeClr val="tx1"/>
                </a:solidFill>
                <a:latin typeface="+mj-ea"/>
              </a:rPr>
              <a:t>이상시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 설비에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Trobule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Bit ON</a:t>
            </a: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Alarm</a:t>
            </a: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endParaRPr lang="en-US" altLang="ko-KR" sz="1000" b="1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14" name="모서리가 둥근 직사각형 81">
            <a:extLst>
              <a:ext uri="{FF2B5EF4-FFF2-40B4-BE49-F238E27FC236}">
                <a16:creationId xmlns:a16="http://schemas.microsoft.com/office/drawing/2014/main" id="{6FB370D2-27FB-4D15-A68D-CE95910525C6}"/>
              </a:ext>
            </a:extLst>
          </p:cNvPr>
          <p:cNvSpPr/>
          <p:nvPr/>
        </p:nvSpPr>
        <p:spPr bwMode="auto">
          <a:xfrm flipH="1">
            <a:off x="924620" y="1185109"/>
            <a:ext cx="1488970" cy="442825"/>
          </a:xfrm>
          <a:prstGeom prst="roundRect">
            <a:avLst>
              <a:gd name="adj" fmla="val 10176"/>
            </a:avLst>
          </a:prstGeom>
          <a:solidFill>
            <a:srgbClr val="3664B0"/>
          </a:solidFill>
          <a:ln w="25400" cmpd="sng">
            <a:solidFill>
              <a:schemeClr val="bg1">
                <a:lumMod val="85000"/>
              </a:schemeClr>
            </a:solidFill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marR="0" lvl="0" algn="ctr" defTabSz="6842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Cell 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이재 작업 시작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CD9FB2AF-89DF-47FE-A2E9-9C29D7791802}"/>
              </a:ext>
            </a:extLst>
          </p:cNvPr>
          <p:cNvCxnSpPr>
            <a:cxnSpLocks/>
            <a:stCxn id="14" idx="1"/>
            <a:endCxn id="16" idx="3"/>
          </p:cNvCxnSpPr>
          <p:nvPr/>
        </p:nvCxnSpPr>
        <p:spPr>
          <a:xfrm flipV="1">
            <a:off x="2413590" y="1397256"/>
            <a:ext cx="3401180" cy="92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모서리가 둥근 직사각형 81">
            <a:extLst>
              <a:ext uri="{FF2B5EF4-FFF2-40B4-BE49-F238E27FC236}">
                <a16:creationId xmlns:a16="http://schemas.microsoft.com/office/drawing/2014/main" id="{B900B5AA-9D3D-4C38-84A4-C70D721BBE05}"/>
              </a:ext>
            </a:extLst>
          </p:cNvPr>
          <p:cNvSpPr/>
          <p:nvPr/>
        </p:nvSpPr>
        <p:spPr bwMode="auto">
          <a:xfrm flipH="1">
            <a:off x="5814770" y="1175843"/>
            <a:ext cx="1607825" cy="442825"/>
          </a:xfrm>
          <a:prstGeom prst="roundRect">
            <a:avLst>
              <a:gd name="adj" fmla="val 10176"/>
            </a:avLst>
          </a:prstGeom>
          <a:solidFill>
            <a:srgbClr val="3664B0"/>
          </a:solidFill>
          <a:ln w="25400" cmpd="sng">
            <a:solidFill>
              <a:schemeClr val="bg1">
                <a:lumMod val="85000"/>
              </a:schemeClr>
            </a:solidFill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marR="0" lvl="0" algn="ctr" defTabSz="6842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Cell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 정보 확인 요청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1BAC7AD-F920-4301-8056-917C170A617A}"/>
              </a:ext>
            </a:extLst>
          </p:cNvPr>
          <p:cNvCxnSpPr>
            <a:cxnSpLocks/>
          </p:cNvCxnSpPr>
          <p:nvPr/>
        </p:nvCxnSpPr>
        <p:spPr>
          <a:xfrm>
            <a:off x="637541" y="1394285"/>
            <a:ext cx="28707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41409937-7D81-46D1-86F7-16A99D19FF6A}"/>
              </a:ext>
            </a:extLst>
          </p:cNvPr>
          <p:cNvCxnSpPr>
            <a:cxnSpLocks/>
            <a:stCxn id="16" idx="1"/>
          </p:cNvCxnSpPr>
          <p:nvPr/>
        </p:nvCxnSpPr>
        <p:spPr>
          <a:xfrm flipV="1">
            <a:off x="7422595" y="1394285"/>
            <a:ext cx="2181983" cy="2971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84848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Jig Formation </a:t>
            </a:r>
            <a:r>
              <a:rPr lang="ko-KR" altLang="en-US" dirty="0"/>
              <a:t>공정 흐름 상세 처리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공정 체크</a:t>
            </a:r>
          </a:p>
        </p:txBody>
      </p:sp>
      <p:sp>
        <p:nvSpPr>
          <p:cNvPr id="12" name="사각형: 둥근 대각선 방향 모서리 47">
            <a:extLst>
              <a:ext uri="{FF2B5EF4-FFF2-40B4-BE49-F238E27FC236}">
                <a16:creationId xmlns:a16="http://schemas.microsoft.com/office/drawing/2014/main" id="{EEC80AFD-8CFF-46AD-8551-AF62259857E4}"/>
              </a:ext>
            </a:extLst>
          </p:cNvPr>
          <p:cNvSpPr/>
          <p:nvPr/>
        </p:nvSpPr>
        <p:spPr>
          <a:xfrm>
            <a:off x="87195" y="1861894"/>
            <a:ext cx="4711050" cy="4897123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36000" bIns="36000" rtlCol="0" anchor="t" anchorCtr="0"/>
          <a:lstStyle/>
          <a:p>
            <a:pPr>
              <a:lnSpc>
                <a:spcPct val="120000"/>
              </a:lnSpc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  <a:ea typeface="+mj-ea"/>
              </a:rPr>
              <a:t>1. </a:t>
            </a:r>
            <a:r>
              <a:rPr kumimoji="1" lang="ko-KR" altLang="en-US" sz="1000" b="1" dirty="0">
                <a:solidFill>
                  <a:schemeClr val="tx1"/>
                </a:solidFill>
                <a:latin typeface="맑은 고딕" pitchFamily="50" charset="-127"/>
              </a:rPr>
              <a:t>처리</a:t>
            </a:r>
            <a:endParaRPr kumimoji="1" lang="en-US" altLang="ko-KR" sz="1000" b="1" dirty="0">
              <a:solidFill>
                <a:schemeClr val="tx1"/>
              </a:solidFill>
              <a:latin typeface="맑은 고딕" pitchFamily="50" charset="-127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Tray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체크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Tray ID Length 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비교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Tray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정보 획득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Tray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존재 유무 확인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투입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Tray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공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Tray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처리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000" b="1" dirty="0" err="1">
                <a:solidFill>
                  <a:srgbClr val="FF0000"/>
                </a:solidFill>
                <a:latin typeface="+mj-ea"/>
              </a:rPr>
              <a:t>spSetTrayCellOutput</a:t>
            </a:r>
            <a:r>
              <a:rPr lang="en-US" altLang="ko-KR" sz="1000" b="1" dirty="0">
                <a:solidFill>
                  <a:srgbClr val="FF0000"/>
                </a:solidFill>
                <a:latin typeface="+mj-ea"/>
              </a:rPr>
              <a:t> (</a:t>
            </a:r>
            <a:r>
              <a:rPr lang="en-US" altLang="ko-KR" sz="1000" b="1" dirty="0" err="1">
                <a:solidFill>
                  <a:srgbClr val="FF0000"/>
                </a:solidFill>
                <a:latin typeface="+mj-ea"/>
              </a:rPr>
              <a:t>TrayID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) , </a:t>
            </a:r>
            <a:r>
              <a:rPr lang="en-US" altLang="ko-KR" sz="1000" b="1" dirty="0" err="1">
                <a:solidFill>
                  <a:srgbClr val="FF0000"/>
                </a:solidFill>
                <a:latin typeface="+mj-ea"/>
              </a:rPr>
              <a:t>spFormationInput_Emtpy</a:t>
            </a:r>
            <a:r>
              <a:rPr lang="en-US" altLang="ko-KR" sz="1000" b="1" dirty="0">
                <a:solidFill>
                  <a:srgbClr val="FF0000"/>
                </a:solidFill>
                <a:latin typeface="+mj-ea"/>
              </a:rPr>
              <a:t>(</a:t>
            </a:r>
            <a:r>
              <a:rPr lang="en-US" altLang="ko-KR" sz="1000" b="1" dirty="0" err="1">
                <a:solidFill>
                  <a:srgbClr val="FF0000"/>
                </a:solidFill>
                <a:latin typeface="+mj-ea"/>
              </a:rPr>
              <a:t>TrayID</a:t>
            </a:r>
            <a:r>
              <a:rPr lang="en-US" altLang="ko-KR" sz="1000" b="1" dirty="0">
                <a:solidFill>
                  <a:srgbClr val="FF0000"/>
                </a:solidFill>
                <a:latin typeface="+mj-ea"/>
              </a:rPr>
              <a:t>)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)</a:t>
            </a: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endParaRPr lang="ko-KR" altLang="ko-KR" sz="1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fontAlgn="base">
              <a:spcBef>
                <a:spcPts val="288"/>
              </a:spcBef>
            </a:pPr>
            <a:endParaRPr lang="en-US" altLang="ko-KR" sz="1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endParaRPr lang="ko-KR" altLang="en-US" sz="10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3" name="사각형: 둥근 대각선 방향 모서리 47">
            <a:extLst>
              <a:ext uri="{FF2B5EF4-FFF2-40B4-BE49-F238E27FC236}">
                <a16:creationId xmlns:a16="http://schemas.microsoft.com/office/drawing/2014/main" id="{7B1D8465-6D14-4B4D-9487-D1DF4EDD516E}"/>
              </a:ext>
            </a:extLst>
          </p:cNvPr>
          <p:cNvSpPr/>
          <p:nvPr/>
        </p:nvSpPr>
        <p:spPr>
          <a:xfrm>
            <a:off x="5242571" y="1729918"/>
            <a:ext cx="4711050" cy="5029099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36000" bIns="36000" rtlCol="0" anchor="t" anchorCtr="0"/>
          <a:lstStyle/>
          <a:p>
            <a:pPr>
              <a:lnSpc>
                <a:spcPct val="120000"/>
              </a:lnSpc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1.</a:t>
            </a:r>
            <a:r>
              <a:rPr kumimoji="1" lang="en-US" altLang="ko-KR" sz="1000" b="1" dirty="0">
                <a:solidFill>
                  <a:schemeClr val="tx1"/>
                </a:solidFill>
                <a:latin typeface="맑은 고딕" pitchFamily="50" charset="-127"/>
              </a:rPr>
              <a:t> </a:t>
            </a:r>
            <a:r>
              <a:rPr kumimoji="1" lang="ko-KR" altLang="en-US" sz="1000" b="1" dirty="0">
                <a:solidFill>
                  <a:schemeClr val="tx1"/>
                </a:solidFill>
                <a:latin typeface="맑은 고딕" pitchFamily="50" charset="-127"/>
              </a:rPr>
              <a:t>처리</a:t>
            </a:r>
            <a:endParaRPr kumimoji="1" lang="en-US" altLang="ko-KR" sz="1000" b="1" dirty="0">
              <a:solidFill>
                <a:schemeClr val="tx1"/>
              </a:solidFill>
              <a:latin typeface="맑은 고딕" pitchFamily="50" charset="-127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투입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Cell IDs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획득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동일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Model, Route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체크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설비에 가상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Jig ID Down</a:t>
            </a: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endParaRPr lang="en-US" altLang="ko-KR" sz="1000" b="1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14" name="모서리가 둥근 직사각형 81">
            <a:extLst>
              <a:ext uri="{FF2B5EF4-FFF2-40B4-BE49-F238E27FC236}">
                <a16:creationId xmlns:a16="http://schemas.microsoft.com/office/drawing/2014/main" id="{6FB370D2-27FB-4D15-A68D-CE95910525C6}"/>
              </a:ext>
            </a:extLst>
          </p:cNvPr>
          <p:cNvSpPr/>
          <p:nvPr/>
        </p:nvSpPr>
        <p:spPr bwMode="auto">
          <a:xfrm flipH="1">
            <a:off x="924620" y="1185109"/>
            <a:ext cx="1488970" cy="442825"/>
          </a:xfrm>
          <a:prstGeom prst="roundRect">
            <a:avLst>
              <a:gd name="adj" fmla="val 10176"/>
            </a:avLst>
          </a:prstGeom>
          <a:solidFill>
            <a:srgbClr val="3664B0"/>
          </a:solidFill>
          <a:ln w="25400" cmpd="sng">
            <a:solidFill>
              <a:schemeClr val="bg1">
                <a:lumMod val="85000"/>
              </a:schemeClr>
            </a:solidFill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marR="0" lvl="0" algn="ctr" defTabSz="6842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Cell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이재 작업 완료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CD9FB2AF-89DF-47FE-A2E9-9C29D7791802}"/>
              </a:ext>
            </a:extLst>
          </p:cNvPr>
          <p:cNvCxnSpPr>
            <a:cxnSpLocks/>
            <a:stCxn id="14" idx="1"/>
            <a:endCxn id="16" idx="3"/>
          </p:cNvCxnSpPr>
          <p:nvPr/>
        </p:nvCxnSpPr>
        <p:spPr>
          <a:xfrm flipV="1">
            <a:off x="2413590" y="1397256"/>
            <a:ext cx="3401180" cy="92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모서리가 둥근 직사각형 81">
            <a:extLst>
              <a:ext uri="{FF2B5EF4-FFF2-40B4-BE49-F238E27FC236}">
                <a16:creationId xmlns:a16="http://schemas.microsoft.com/office/drawing/2014/main" id="{B900B5AA-9D3D-4C38-84A4-C70D721BBE05}"/>
              </a:ext>
            </a:extLst>
          </p:cNvPr>
          <p:cNvSpPr/>
          <p:nvPr/>
        </p:nvSpPr>
        <p:spPr bwMode="auto">
          <a:xfrm flipH="1">
            <a:off x="5814770" y="1175843"/>
            <a:ext cx="1607825" cy="442825"/>
          </a:xfrm>
          <a:prstGeom prst="roundRect">
            <a:avLst>
              <a:gd name="adj" fmla="val 10176"/>
            </a:avLst>
          </a:prstGeom>
          <a:solidFill>
            <a:srgbClr val="3664B0"/>
          </a:solidFill>
          <a:ln w="25400" cmpd="sng">
            <a:solidFill>
              <a:schemeClr val="bg1">
                <a:lumMod val="85000"/>
              </a:schemeClr>
            </a:solidFill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marR="0" lvl="0" algn="ctr" defTabSz="6842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Load Buffer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이재 완료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1BAC7AD-F920-4301-8056-917C170A617A}"/>
              </a:ext>
            </a:extLst>
          </p:cNvPr>
          <p:cNvCxnSpPr>
            <a:cxnSpLocks/>
          </p:cNvCxnSpPr>
          <p:nvPr/>
        </p:nvCxnSpPr>
        <p:spPr>
          <a:xfrm>
            <a:off x="637541" y="1394285"/>
            <a:ext cx="28707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41409937-7D81-46D1-86F7-16A99D19FF6A}"/>
              </a:ext>
            </a:extLst>
          </p:cNvPr>
          <p:cNvCxnSpPr>
            <a:cxnSpLocks/>
            <a:stCxn id="16" idx="1"/>
          </p:cNvCxnSpPr>
          <p:nvPr/>
        </p:nvCxnSpPr>
        <p:spPr>
          <a:xfrm flipV="1">
            <a:off x="7422595" y="1394285"/>
            <a:ext cx="2181983" cy="2971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08756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Jig Formation </a:t>
            </a:r>
            <a:r>
              <a:rPr lang="ko-KR" altLang="en-US" dirty="0"/>
              <a:t>공정 흐름 상세 처리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공정 체크</a:t>
            </a:r>
          </a:p>
        </p:txBody>
      </p:sp>
      <p:sp>
        <p:nvSpPr>
          <p:cNvPr id="12" name="사각형: 둥근 대각선 방향 모서리 47">
            <a:extLst>
              <a:ext uri="{FF2B5EF4-FFF2-40B4-BE49-F238E27FC236}">
                <a16:creationId xmlns:a16="http://schemas.microsoft.com/office/drawing/2014/main" id="{EEC80AFD-8CFF-46AD-8551-AF62259857E4}"/>
              </a:ext>
            </a:extLst>
          </p:cNvPr>
          <p:cNvSpPr/>
          <p:nvPr/>
        </p:nvSpPr>
        <p:spPr>
          <a:xfrm>
            <a:off x="87195" y="1861894"/>
            <a:ext cx="4711050" cy="4897123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36000" bIns="36000" rtlCol="0" anchor="t" anchorCtr="0"/>
          <a:lstStyle/>
          <a:p>
            <a:pPr>
              <a:lnSpc>
                <a:spcPct val="120000"/>
              </a:lnSpc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수신 메시지 확인</a:t>
            </a:r>
            <a:endParaRPr kumimoji="1" lang="ko-KR" altLang="en-US" sz="1000" b="1" dirty="0">
              <a:solidFill>
                <a:schemeClr val="tx1"/>
              </a:solidFill>
              <a:latin typeface="맑은 고딕" pitchFamily="50" charset="-127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  <a:ea typeface="+mj-ea"/>
              </a:rPr>
              <a:t>Status(R: Request, A: Arrive)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확인</a:t>
            </a:r>
            <a:endParaRPr lang="en-US" altLang="ko-KR" sz="1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  <a:ea typeface="+mj-ea"/>
              </a:rPr>
              <a:t>    - Status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값이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  <a:ea typeface="+mj-ea"/>
              </a:rPr>
              <a:t>NULL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인 경우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  <a:ea typeface="+mj-ea"/>
              </a:rPr>
              <a:t>Error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처리</a:t>
            </a:r>
            <a:endParaRPr lang="en-US" altLang="ko-KR" sz="1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요청 설비 타입 확인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  <a:ea typeface="+mj-ea"/>
              </a:rPr>
              <a:t>(Jig Formation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설비 여부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endParaRPr lang="en-US" altLang="ko-KR" sz="1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fontAlgn="base">
              <a:spcBef>
                <a:spcPts val="288"/>
              </a:spcBef>
            </a:pPr>
            <a:r>
              <a:rPr kumimoji="1" lang="en-US" altLang="ko-KR" sz="1000" b="1" dirty="0">
                <a:solidFill>
                  <a:schemeClr val="tx1"/>
                </a:solidFill>
                <a:latin typeface="맑은 고딕" pitchFamily="50" charset="-127"/>
              </a:rPr>
              <a:t>2. </a:t>
            </a:r>
            <a:r>
              <a:rPr kumimoji="1" lang="ko-KR" altLang="en-US" sz="1000" b="1" dirty="0">
                <a:solidFill>
                  <a:schemeClr val="tx1"/>
                </a:solidFill>
                <a:latin typeface="맑은 고딕" pitchFamily="50" charset="-127"/>
              </a:rPr>
              <a:t>수신 메시지 처리</a:t>
            </a:r>
            <a:endParaRPr kumimoji="1" lang="en-US" altLang="ko-KR" sz="1000" b="1" dirty="0">
              <a:solidFill>
                <a:schemeClr val="tx1"/>
              </a:solidFill>
              <a:latin typeface="맑은 고딕" pitchFamily="50" charset="-127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 정보 획득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 상태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UnitStatus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== ‘I’)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여부 확인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Process Status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확인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   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-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ProcessStatus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가 이미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R:Reserved, P:Load Complete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이면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Load Request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무시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Jig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여부확인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해당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Unit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에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Jig ID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가 있으면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Trouble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처리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ProcessStatus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 ‘T’)</a:t>
            </a: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 진행상태 변경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 - JIG ID = NULL,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ProcessStatus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 ‘L’,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FormTrouFlag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 NULL</a:t>
            </a: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endParaRPr lang="ko-KR" altLang="ko-KR" sz="1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fontAlgn="base">
              <a:spcBef>
                <a:spcPts val="288"/>
              </a:spcBef>
            </a:pPr>
            <a:endParaRPr lang="en-US" altLang="ko-KR" sz="1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endParaRPr lang="ko-KR" altLang="en-US" sz="10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3" name="사각형: 둥근 대각선 방향 모서리 47">
            <a:extLst>
              <a:ext uri="{FF2B5EF4-FFF2-40B4-BE49-F238E27FC236}">
                <a16:creationId xmlns:a16="http://schemas.microsoft.com/office/drawing/2014/main" id="{7B1D8465-6D14-4B4D-9487-D1DF4EDD516E}"/>
              </a:ext>
            </a:extLst>
          </p:cNvPr>
          <p:cNvSpPr/>
          <p:nvPr/>
        </p:nvSpPr>
        <p:spPr>
          <a:xfrm>
            <a:off x="5242571" y="1729918"/>
            <a:ext cx="4711050" cy="5029099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36000" bIns="36000" rtlCol="0" anchor="t" anchorCtr="0"/>
          <a:lstStyle/>
          <a:p>
            <a:pPr>
              <a:lnSpc>
                <a:spcPct val="120000"/>
              </a:lnSpc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1.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수신 메시지 확인</a:t>
            </a:r>
            <a:endParaRPr kumimoji="1" lang="ko-KR" altLang="en-US" sz="1000" b="1" dirty="0">
              <a:solidFill>
                <a:schemeClr val="tx1"/>
              </a:solidFill>
              <a:latin typeface="맑은 고딕" pitchFamily="50" charset="-127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Status(R: Request, A: Arrive)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확인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Status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값이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NULL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인 경우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Error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처리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요청 설비 타입 확인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(Jig Formation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 여부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)</a:t>
            </a:r>
          </a:p>
          <a:p>
            <a:pPr marL="176213" fontAlgn="base">
              <a:spcBef>
                <a:spcPts val="288"/>
              </a:spcBef>
            </a:pP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fontAlgn="base">
              <a:spcBef>
                <a:spcPts val="288"/>
              </a:spcBef>
            </a:pPr>
            <a:r>
              <a:rPr kumimoji="1" lang="en-US" altLang="ko-KR" sz="1000" b="1" dirty="0">
                <a:solidFill>
                  <a:schemeClr val="tx1"/>
                </a:solidFill>
                <a:latin typeface="맑은 고딕" pitchFamily="50" charset="-127"/>
              </a:rPr>
              <a:t>2. </a:t>
            </a:r>
            <a:r>
              <a:rPr kumimoji="1" lang="ko-KR" altLang="en-US" sz="1000" b="1" dirty="0">
                <a:solidFill>
                  <a:schemeClr val="tx1"/>
                </a:solidFill>
                <a:latin typeface="맑은 고딕" pitchFamily="50" charset="-127"/>
              </a:rPr>
              <a:t>수신 메시지 처리</a:t>
            </a:r>
            <a:endParaRPr kumimoji="1" lang="en-US" altLang="ko-KR" sz="1000" b="1" dirty="0">
              <a:solidFill>
                <a:schemeClr val="tx1"/>
              </a:solidFill>
              <a:latin typeface="맑은 고딕" pitchFamily="50" charset="-127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 정보 획득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JIG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길이 체크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JIG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정보 획득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투입 가능 조건 체크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   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-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투입가능 모델 체크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설비의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InModelID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와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Jig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의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ProdModel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비교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)</a:t>
            </a: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Route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체크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설비의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InRouteID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와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Jig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의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RouteID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비교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)</a:t>
            </a: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Cell Type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체크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설비의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InCellType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과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Jig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의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CellType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비교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)</a:t>
            </a: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이전공정 종료 시간 체크 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Unit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상태 체크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Jig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정보 정합성 검증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비정상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Jig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는 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Abnormal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상태로 변경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)</a:t>
            </a: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도착보고 처리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 - Jig Next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공정 체크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NextEqpTypeID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== ‘1’ )</a:t>
            </a: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 -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 상태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IDLE(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UnitStatus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== ‘I’)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여부 확인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 -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 진행상태 변경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   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ProcessStatus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 ‘I’,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FormTrouFlag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 NULL,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StartEndTime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 current Time</a:t>
            </a: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Jig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정보 변경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ObjectID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,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BarObjectID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,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BarReadTime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)</a:t>
            </a: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Jig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에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Cell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투입 처리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000" b="1" dirty="0" err="1">
                <a:solidFill>
                  <a:srgbClr val="FF0000"/>
                </a:solidFill>
                <a:latin typeface="+mj-ea"/>
              </a:rPr>
              <a:t>spSetTrayCellInput</a:t>
            </a:r>
            <a:r>
              <a:rPr lang="en-US" altLang="ko-KR" sz="1000" b="1" dirty="0">
                <a:solidFill>
                  <a:srgbClr val="FF0000"/>
                </a:solidFill>
                <a:latin typeface="+mj-ea"/>
              </a:rPr>
              <a:t>(</a:t>
            </a:r>
            <a:r>
              <a:rPr lang="en-US" altLang="ko-KR" sz="1000" b="1" dirty="0" err="1">
                <a:solidFill>
                  <a:srgbClr val="FF0000"/>
                </a:solidFill>
                <a:latin typeface="+mj-ea"/>
              </a:rPr>
              <a:t>JigID</a:t>
            </a:r>
            <a:r>
              <a:rPr lang="en-US" altLang="ko-KR" sz="1000" b="1" dirty="0">
                <a:solidFill>
                  <a:srgbClr val="FF0000"/>
                </a:solidFill>
                <a:latin typeface="+mj-ea"/>
              </a:rPr>
              <a:t>)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)</a:t>
            </a:r>
          </a:p>
          <a:p>
            <a:pPr marL="176213" fontAlgn="base">
              <a:spcBef>
                <a:spcPts val="288"/>
              </a:spcBef>
            </a:pPr>
            <a:endParaRPr lang="en-US" altLang="ko-KR" sz="1000" b="1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14" name="모서리가 둥근 직사각형 81">
            <a:extLst>
              <a:ext uri="{FF2B5EF4-FFF2-40B4-BE49-F238E27FC236}">
                <a16:creationId xmlns:a16="http://schemas.microsoft.com/office/drawing/2014/main" id="{6FB370D2-27FB-4D15-A68D-CE95910525C6}"/>
              </a:ext>
            </a:extLst>
          </p:cNvPr>
          <p:cNvSpPr/>
          <p:nvPr/>
        </p:nvSpPr>
        <p:spPr bwMode="auto">
          <a:xfrm flipH="1">
            <a:off x="924620" y="1185109"/>
            <a:ext cx="1488970" cy="442825"/>
          </a:xfrm>
          <a:prstGeom prst="roundRect">
            <a:avLst>
              <a:gd name="adj" fmla="val 10176"/>
            </a:avLst>
          </a:prstGeom>
          <a:solidFill>
            <a:srgbClr val="3664B0"/>
          </a:solidFill>
          <a:ln w="25400" cmpd="sng">
            <a:solidFill>
              <a:schemeClr val="bg1">
                <a:lumMod val="85000"/>
              </a:schemeClr>
            </a:solidFill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marR="0" lvl="0" algn="ctr" defTabSz="6842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 </a:t>
            </a:r>
            <a:r>
              <a:rPr lang="en-US" altLang="ko-KR" sz="1200" b="1" kern="0" dirty="0">
                <a:solidFill>
                  <a:schemeClr val="bg1"/>
                </a:solidFill>
                <a:latin typeface="+mn-ea"/>
              </a:rPr>
              <a:t>Jig Load </a:t>
            </a:r>
            <a:r>
              <a:rPr lang="ko-KR" altLang="en-US" sz="1200" b="1" kern="0" dirty="0">
                <a:solidFill>
                  <a:schemeClr val="bg1"/>
                </a:solidFill>
                <a:latin typeface="+mn-ea"/>
              </a:rPr>
              <a:t>요청</a:t>
            </a:r>
            <a:r>
              <a:rPr lang="en-US" altLang="ko-KR" sz="1200" b="1" kern="0" dirty="0">
                <a:solidFill>
                  <a:schemeClr val="bg1"/>
                </a:solidFill>
                <a:latin typeface="+mn-ea"/>
              </a:rPr>
              <a:t>(933)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CD9FB2AF-89DF-47FE-A2E9-9C29D7791802}"/>
              </a:ext>
            </a:extLst>
          </p:cNvPr>
          <p:cNvCxnSpPr>
            <a:cxnSpLocks/>
            <a:stCxn id="14" idx="1"/>
            <a:endCxn id="16" idx="3"/>
          </p:cNvCxnSpPr>
          <p:nvPr/>
        </p:nvCxnSpPr>
        <p:spPr>
          <a:xfrm flipV="1">
            <a:off x="2413590" y="1397256"/>
            <a:ext cx="3401180" cy="92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모서리가 둥근 직사각형 81">
            <a:extLst>
              <a:ext uri="{FF2B5EF4-FFF2-40B4-BE49-F238E27FC236}">
                <a16:creationId xmlns:a16="http://schemas.microsoft.com/office/drawing/2014/main" id="{B900B5AA-9D3D-4C38-84A4-C70D721BBE05}"/>
              </a:ext>
            </a:extLst>
          </p:cNvPr>
          <p:cNvSpPr/>
          <p:nvPr/>
        </p:nvSpPr>
        <p:spPr bwMode="auto">
          <a:xfrm flipH="1">
            <a:off x="5814770" y="1175843"/>
            <a:ext cx="1607825" cy="442825"/>
          </a:xfrm>
          <a:prstGeom prst="roundRect">
            <a:avLst>
              <a:gd name="adj" fmla="val 10176"/>
            </a:avLst>
          </a:prstGeom>
          <a:solidFill>
            <a:srgbClr val="3664B0"/>
          </a:solidFill>
          <a:ln w="25400" cmpd="sng">
            <a:solidFill>
              <a:schemeClr val="bg1">
                <a:lumMod val="85000"/>
              </a:schemeClr>
            </a:solidFill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marR="0" lvl="0" algn="ctr" defTabSz="6842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Jig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도착 보고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(933)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1BAC7AD-F920-4301-8056-917C170A617A}"/>
              </a:ext>
            </a:extLst>
          </p:cNvPr>
          <p:cNvCxnSpPr>
            <a:cxnSpLocks/>
          </p:cNvCxnSpPr>
          <p:nvPr/>
        </p:nvCxnSpPr>
        <p:spPr>
          <a:xfrm>
            <a:off x="637541" y="1394285"/>
            <a:ext cx="28707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41409937-7D81-46D1-86F7-16A99D19FF6A}"/>
              </a:ext>
            </a:extLst>
          </p:cNvPr>
          <p:cNvCxnSpPr>
            <a:cxnSpLocks/>
            <a:stCxn id="16" idx="1"/>
          </p:cNvCxnSpPr>
          <p:nvPr/>
        </p:nvCxnSpPr>
        <p:spPr>
          <a:xfrm flipV="1">
            <a:off x="7422595" y="1394285"/>
            <a:ext cx="2181983" cy="2971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71030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Jig Formation </a:t>
            </a:r>
            <a:r>
              <a:rPr lang="ko-KR" altLang="en-US" dirty="0"/>
              <a:t>공정 흐름 상세 처리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공정 체크</a:t>
            </a:r>
          </a:p>
        </p:txBody>
      </p:sp>
      <p:sp>
        <p:nvSpPr>
          <p:cNvPr id="12" name="사각형: 둥근 대각선 방향 모서리 47">
            <a:extLst>
              <a:ext uri="{FF2B5EF4-FFF2-40B4-BE49-F238E27FC236}">
                <a16:creationId xmlns:a16="http://schemas.microsoft.com/office/drawing/2014/main" id="{EEC80AFD-8CFF-46AD-8551-AF62259857E4}"/>
              </a:ext>
            </a:extLst>
          </p:cNvPr>
          <p:cNvSpPr/>
          <p:nvPr/>
        </p:nvSpPr>
        <p:spPr>
          <a:xfrm>
            <a:off x="87195" y="1861894"/>
            <a:ext cx="4711050" cy="4897123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36000" bIns="36000" rtlCol="0" anchor="t" anchorCtr="0"/>
          <a:lstStyle/>
          <a:p>
            <a:pPr>
              <a:lnSpc>
                <a:spcPct val="120000"/>
              </a:lnSpc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수신 메시지 처리</a:t>
            </a:r>
            <a:endParaRPr kumimoji="1" lang="ko-KR" altLang="en-US" sz="1000" b="1" dirty="0">
              <a:solidFill>
                <a:schemeClr val="tx1"/>
              </a:solidFill>
              <a:latin typeface="맑은 고딕" pitchFamily="50" charset="-127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설비정보 획득</a:t>
            </a:r>
            <a:endParaRPr lang="en-US" altLang="ko-KR" sz="1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  <a:ea typeface="+mj-ea"/>
              </a:rPr>
              <a:t>    -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설비정보 획득 </a:t>
            </a:r>
            <a:r>
              <a:rPr lang="ko-KR" altLang="en-US" sz="1000" b="1" dirty="0" err="1">
                <a:solidFill>
                  <a:schemeClr val="tx1"/>
                </a:solidFill>
                <a:latin typeface="+mj-ea"/>
                <a:ea typeface="+mj-ea"/>
              </a:rPr>
              <a:t>실패시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  <a:ea typeface="+mj-ea"/>
              </a:rPr>
              <a:t>Recipe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요청 응답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  <a:ea typeface="+mj-ea"/>
              </a:rPr>
              <a:t>(102)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에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  <a:ea typeface="+mj-ea"/>
              </a:rPr>
              <a:t>ret = ‘9’(Host Trouble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작업중지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  <a:ea typeface="+mj-ea"/>
              </a:rPr>
              <a:t>)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송신</a:t>
            </a:r>
            <a:endParaRPr lang="en-US" altLang="ko-KR" sz="1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  <a:ea typeface="+mj-ea"/>
              </a:rPr>
              <a:t>Jig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정보 획득</a:t>
            </a:r>
            <a:endParaRPr lang="en-US" altLang="ko-KR" sz="1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  <a:ea typeface="+mj-ea"/>
              </a:rPr>
              <a:t>    - Jig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정보 획득 </a:t>
            </a:r>
            <a:r>
              <a:rPr lang="ko-KR" altLang="en-US" sz="1000" b="1" dirty="0" err="1">
                <a:solidFill>
                  <a:schemeClr val="tx1"/>
                </a:solidFill>
                <a:latin typeface="+mj-ea"/>
                <a:ea typeface="+mj-ea"/>
              </a:rPr>
              <a:t>실패시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  <a:ea typeface="+mj-ea"/>
              </a:rPr>
              <a:t>Recipe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요청 응답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  <a:ea typeface="+mj-ea"/>
              </a:rPr>
              <a:t>(102)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에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  <a:ea typeface="+mj-ea"/>
              </a:rPr>
              <a:t>ret = ‘9’(Host Trouble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작업중지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  <a:ea typeface="+mj-ea"/>
              </a:rPr>
              <a:t>)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송신</a:t>
            </a:r>
            <a:endParaRPr lang="en-US" altLang="ko-KR" sz="1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  <a:ea typeface="+mj-ea"/>
              </a:rPr>
              <a:t>    - Jig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길이 체크</a:t>
            </a:r>
            <a:endParaRPr lang="en-US" altLang="ko-KR" sz="1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  <a:ea typeface="+mj-ea"/>
              </a:rPr>
              <a:t>    - Jig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상태 확인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  <a:ea typeface="+mj-ea"/>
              </a:rPr>
              <a:t>&amp; Pause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상태 확인</a:t>
            </a:r>
            <a:endParaRPr lang="en-US" altLang="ko-KR" sz="1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  <a:ea typeface="+mj-ea"/>
              </a:rPr>
              <a:t>Recipe ID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 획득</a:t>
            </a:r>
            <a:endParaRPr lang="en-US" altLang="ko-KR" sz="1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  <a:ea typeface="+mj-ea"/>
              </a:rPr>
              <a:t>    - Recipe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획득 </a:t>
            </a:r>
            <a:r>
              <a:rPr lang="ko-KR" altLang="en-US" sz="1000" b="1" dirty="0" err="1">
                <a:solidFill>
                  <a:schemeClr val="tx1"/>
                </a:solidFill>
                <a:latin typeface="+mj-ea"/>
                <a:ea typeface="+mj-ea"/>
              </a:rPr>
              <a:t>실패시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  <a:ea typeface="+mj-ea"/>
              </a:rPr>
              <a:t>Recipe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요청 응답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  <a:ea typeface="+mj-ea"/>
              </a:rPr>
              <a:t>(102)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에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  <a:ea typeface="+mj-ea"/>
              </a:rPr>
              <a:t>ret = ‘1’ (Recipe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재전송 요구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 송신</a:t>
            </a:r>
            <a:endParaRPr lang="en-US" altLang="ko-KR" sz="1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  <a:ea typeface="+mj-ea"/>
              </a:rPr>
              <a:t>Recipe Body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  <a:ea typeface="+mj-ea"/>
              </a:rPr>
              <a:t>획득</a:t>
            </a:r>
            <a:endParaRPr lang="en-US" altLang="ko-KR" sz="1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fontAlgn="base">
              <a:spcBef>
                <a:spcPts val="288"/>
              </a:spcBef>
            </a:pP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endParaRPr lang="ko-KR" altLang="ko-KR" sz="1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fontAlgn="base">
              <a:spcBef>
                <a:spcPts val="288"/>
              </a:spcBef>
            </a:pPr>
            <a:endParaRPr lang="en-US" altLang="ko-KR" sz="1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endParaRPr lang="ko-KR" altLang="en-US" sz="10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3" name="사각형: 둥근 대각선 방향 모서리 47">
            <a:extLst>
              <a:ext uri="{FF2B5EF4-FFF2-40B4-BE49-F238E27FC236}">
                <a16:creationId xmlns:a16="http://schemas.microsoft.com/office/drawing/2014/main" id="{7B1D8465-6D14-4B4D-9487-D1DF4EDD516E}"/>
              </a:ext>
            </a:extLst>
          </p:cNvPr>
          <p:cNvSpPr/>
          <p:nvPr/>
        </p:nvSpPr>
        <p:spPr>
          <a:xfrm>
            <a:off x="5242571" y="1729918"/>
            <a:ext cx="4711050" cy="5029099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36000" bIns="36000" rtlCol="0" anchor="t" anchorCtr="0"/>
          <a:lstStyle/>
          <a:p>
            <a:pPr>
              <a:lnSpc>
                <a:spcPct val="120000"/>
              </a:lnSpc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1.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수신 메시지 확인</a:t>
            </a:r>
            <a:endParaRPr kumimoji="1" lang="ko-KR" altLang="en-US" sz="1000" b="1" dirty="0">
              <a:solidFill>
                <a:schemeClr val="tx1"/>
              </a:solidFill>
              <a:latin typeface="맑은 고딕" pitchFamily="50" charset="-127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Status(S: Start, E: End)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확인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Status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값이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NULL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인 경우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Error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처리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fontAlgn="base">
              <a:spcBef>
                <a:spcPts val="288"/>
              </a:spcBef>
            </a:pPr>
            <a:r>
              <a:rPr kumimoji="1" lang="en-US" altLang="ko-KR" sz="1000" b="1" dirty="0">
                <a:solidFill>
                  <a:schemeClr val="tx1"/>
                </a:solidFill>
                <a:latin typeface="맑은 고딕" pitchFamily="50" charset="-127"/>
              </a:rPr>
              <a:t>2. </a:t>
            </a:r>
            <a:r>
              <a:rPr kumimoji="1" lang="ko-KR" altLang="en-US" sz="1000" b="1" dirty="0">
                <a:solidFill>
                  <a:schemeClr val="tx1"/>
                </a:solidFill>
                <a:latin typeface="맑은 고딕" pitchFamily="50" charset="-127"/>
              </a:rPr>
              <a:t>수신 메시지 처리</a:t>
            </a:r>
            <a:endParaRPr kumimoji="1" lang="en-US" altLang="ko-KR" sz="1000" b="1" dirty="0">
              <a:solidFill>
                <a:schemeClr val="tx1"/>
              </a:solidFill>
              <a:latin typeface="맑은 고딕" pitchFamily="50" charset="-127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Recipe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체크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Jig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정보 획득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   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-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 정보 획득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Recipe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비교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설비에서 보낸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Recipe ID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와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Jig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정보에서 획득한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Recipe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비교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)</a:t>
            </a: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설비요청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RecipeID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== Jig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RouteID+NextEqpTypeID+NextOperGroupID+NextOperID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   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-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 상태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UnitStatus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== ‘R’)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여부 확인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 정보 획득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JIG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정보 확인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JIG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확인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투입 가능 모델 확인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투입 가능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Route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확인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- 905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Commond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로 송신한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Jig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와 설비 정보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Jig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비교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이전 작업 종료시간 확인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작업 시작 시간은 있는데 작업 종료시간이 없으면 설비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Pause)</a:t>
            </a: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공정 시작 처리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000" b="1" dirty="0" err="1">
                <a:solidFill>
                  <a:srgbClr val="FF0000"/>
                </a:solidFill>
                <a:latin typeface="+mj-ea"/>
              </a:rPr>
              <a:t>spSetProcStartEnd</a:t>
            </a:r>
            <a:r>
              <a:rPr lang="en-US" altLang="ko-KR" sz="1000" b="1" dirty="0">
                <a:solidFill>
                  <a:srgbClr val="FF0000"/>
                </a:solidFill>
                <a:latin typeface="+mj-ea"/>
              </a:rPr>
              <a:t>(S)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)(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현재공정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, Next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공정 변경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..)</a:t>
            </a: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처리 결과 비정상인 경우 설비로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Unknown Command(981)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송신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endParaRPr lang="ko-KR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fontAlgn="base">
              <a:spcBef>
                <a:spcPts val="288"/>
              </a:spcBef>
            </a:pPr>
            <a:endParaRPr lang="en-US" altLang="ko-KR" sz="1000" b="1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14" name="모서리가 둥근 직사각형 81">
            <a:extLst>
              <a:ext uri="{FF2B5EF4-FFF2-40B4-BE49-F238E27FC236}">
                <a16:creationId xmlns:a16="http://schemas.microsoft.com/office/drawing/2014/main" id="{6FB370D2-27FB-4D15-A68D-CE95910525C6}"/>
              </a:ext>
            </a:extLst>
          </p:cNvPr>
          <p:cNvSpPr/>
          <p:nvPr/>
        </p:nvSpPr>
        <p:spPr bwMode="auto">
          <a:xfrm flipH="1">
            <a:off x="924620" y="1185109"/>
            <a:ext cx="1488970" cy="442825"/>
          </a:xfrm>
          <a:prstGeom prst="roundRect">
            <a:avLst>
              <a:gd name="adj" fmla="val 10176"/>
            </a:avLst>
          </a:prstGeom>
          <a:solidFill>
            <a:srgbClr val="3664B0"/>
          </a:solidFill>
          <a:ln w="25400" cmpd="sng">
            <a:solidFill>
              <a:schemeClr val="bg1">
                <a:lumMod val="85000"/>
              </a:schemeClr>
            </a:solidFill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marR="0" lvl="0" algn="ctr" defTabSz="6842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Recipe </a:t>
            </a:r>
            <a:r>
              <a:rPr lang="ko-KR" altLang="en-US" sz="1200" b="1" kern="0" dirty="0">
                <a:solidFill>
                  <a:schemeClr val="bg1"/>
                </a:solidFill>
                <a:latin typeface="+mn-ea"/>
              </a:rPr>
              <a:t>요청</a:t>
            </a:r>
            <a:r>
              <a:rPr lang="en-US" altLang="ko-KR" sz="1200" b="1" kern="0" dirty="0">
                <a:solidFill>
                  <a:schemeClr val="bg1"/>
                </a:solidFill>
                <a:latin typeface="+mn-ea"/>
              </a:rPr>
              <a:t>(101)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CD9FB2AF-89DF-47FE-A2E9-9C29D7791802}"/>
              </a:ext>
            </a:extLst>
          </p:cNvPr>
          <p:cNvCxnSpPr>
            <a:cxnSpLocks/>
            <a:stCxn id="14" idx="1"/>
            <a:endCxn id="16" idx="3"/>
          </p:cNvCxnSpPr>
          <p:nvPr/>
        </p:nvCxnSpPr>
        <p:spPr>
          <a:xfrm flipV="1">
            <a:off x="2413590" y="1397256"/>
            <a:ext cx="3401180" cy="92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모서리가 둥근 직사각형 81">
            <a:extLst>
              <a:ext uri="{FF2B5EF4-FFF2-40B4-BE49-F238E27FC236}">
                <a16:creationId xmlns:a16="http://schemas.microsoft.com/office/drawing/2014/main" id="{B900B5AA-9D3D-4C38-84A4-C70D721BBE05}"/>
              </a:ext>
            </a:extLst>
          </p:cNvPr>
          <p:cNvSpPr/>
          <p:nvPr/>
        </p:nvSpPr>
        <p:spPr bwMode="auto">
          <a:xfrm flipH="1">
            <a:off x="5814770" y="1175843"/>
            <a:ext cx="1607825" cy="442825"/>
          </a:xfrm>
          <a:prstGeom prst="roundRect">
            <a:avLst>
              <a:gd name="adj" fmla="val 10176"/>
            </a:avLst>
          </a:prstGeom>
          <a:solidFill>
            <a:srgbClr val="3664B0"/>
          </a:solidFill>
          <a:ln w="25400" cmpd="sng">
            <a:solidFill>
              <a:schemeClr val="bg1">
                <a:lumMod val="85000"/>
              </a:schemeClr>
            </a:solidFill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lvl="0" algn="ctr" defTabSz="684213"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 </a:t>
            </a:r>
            <a:r>
              <a:rPr lang="ko-KR" altLang="en-US" sz="1200" b="1" kern="0" noProof="0" dirty="0">
                <a:solidFill>
                  <a:schemeClr val="bg1"/>
                </a:solidFill>
                <a:latin typeface="+mn-ea"/>
              </a:rPr>
              <a:t>작업 </a:t>
            </a:r>
            <a:r>
              <a:rPr lang="ko-KR" altLang="en-US" sz="1200" b="1" kern="0" dirty="0">
                <a:solidFill>
                  <a:schemeClr val="bg1"/>
                </a:solidFill>
                <a:latin typeface="+mn-ea"/>
              </a:rPr>
              <a:t>시작 보고</a:t>
            </a:r>
            <a:r>
              <a:rPr lang="en-US" altLang="ko-KR" sz="1200" b="1" kern="0" dirty="0">
                <a:solidFill>
                  <a:schemeClr val="bg1"/>
                </a:solidFill>
                <a:latin typeface="+mn-ea"/>
              </a:rPr>
              <a:t>(905)</a:t>
            </a:r>
            <a:endParaRPr lang="ko-KR" altLang="en-US" sz="1200" b="1" kern="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1BAC7AD-F920-4301-8056-917C170A617A}"/>
              </a:ext>
            </a:extLst>
          </p:cNvPr>
          <p:cNvCxnSpPr>
            <a:cxnSpLocks/>
          </p:cNvCxnSpPr>
          <p:nvPr/>
        </p:nvCxnSpPr>
        <p:spPr>
          <a:xfrm>
            <a:off x="637541" y="1394285"/>
            <a:ext cx="28707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41409937-7D81-46D1-86F7-16A99D19FF6A}"/>
              </a:ext>
            </a:extLst>
          </p:cNvPr>
          <p:cNvCxnSpPr>
            <a:cxnSpLocks/>
            <a:stCxn id="16" idx="1"/>
          </p:cNvCxnSpPr>
          <p:nvPr/>
        </p:nvCxnSpPr>
        <p:spPr>
          <a:xfrm flipV="1">
            <a:off x="7422595" y="1394285"/>
            <a:ext cx="2181983" cy="2971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32096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Jig Formation </a:t>
            </a:r>
            <a:r>
              <a:rPr lang="ko-KR" altLang="en-US" dirty="0"/>
              <a:t>공정 흐름 상세 처리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공정 체크</a:t>
            </a:r>
          </a:p>
        </p:txBody>
      </p:sp>
      <p:sp>
        <p:nvSpPr>
          <p:cNvPr id="12" name="사각형: 둥근 대각선 방향 모서리 47">
            <a:extLst>
              <a:ext uri="{FF2B5EF4-FFF2-40B4-BE49-F238E27FC236}">
                <a16:creationId xmlns:a16="http://schemas.microsoft.com/office/drawing/2014/main" id="{EEC80AFD-8CFF-46AD-8551-AF62259857E4}"/>
              </a:ext>
            </a:extLst>
          </p:cNvPr>
          <p:cNvSpPr/>
          <p:nvPr/>
        </p:nvSpPr>
        <p:spPr>
          <a:xfrm>
            <a:off x="87195" y="1861894"/>
            <a:ext cx="4711050" cy="4897123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36000" bIns="36000" rtlCol="0" anchor="t" anchorCtr="0"/>
          <a:lstStyle/>
          <a:p>
            <a:pPr marL="228600" indent="-228600">
              <a:lnSpc>
                <a:spcPct val="120000"/>
              </a:lnSpc>
              <a:buAutoNum type="arabicPeriod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수신 메시지 처리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Recipe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체크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Jig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정보 획득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   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-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 정보 획득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Recipe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비교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설비에서 보낸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Recipe ID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와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Jig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정보에서 획득한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Recipe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비교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)</a:t>
            </a: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설비요청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RecipeID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== Jig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RouteID+EqpTypeID+OperGroupID+OperID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   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-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 상태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UnitStatus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== ‘R’)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여부 확인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Formation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데이터 저장 처리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000" b="1" dirty="0">
                <a:solidFill>
                  <a:srgbClr val="FF0000"/>
                </a:solidFill>
                <a:latin typeface="+mj-ea"/>
              </a:rPr>
              <a:t>SP_MEA_DATA_APD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)</a:t>
            </a: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Tray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정보 획득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   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-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 정보 획득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Recipe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비교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설비에서 보낸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Recipe ID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와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Jig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정보에서 획득한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Recipe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비교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)</a:t>
            </a: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설비요청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RecipeID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== Jig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RouteID+NextEqpTypeID+NextOperGroupID+NextOperID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   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-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 상태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UnitStatus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== ‘R’)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여부 확인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데이터 저장 처리 결과 비정상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(Host Trouble)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인 경우 설비로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Unknown Command(981)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송신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fontAlgn="base">
              <a:spcBef>
                <a:spcPts val="288"/>
              </a:spcBef>
            </a:pPr>
            <a:endParaRPr lang="en-US" altLang="ko-KR" sz="1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endParaRPr lang="ko-KR" altLang="en-US" sz="10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3" name="사각형: 둥근 대각선 방향 모서리 47">
            <a:extLst>
              <a:ext uri="{FF2B5EF4-FFF2-40B4-BE49-F238E27FC236}">
                <a16:creationId xmlns:a16="http://schemas.microsoft.com/office/drawing/2014/main" id="{7B1D8465-6D14-4B4D-9487-D1DF4EDD516E}"/>
              </a:ext>
            </a:extLst>
          </p:cNvPr>
          <p:cNvSpPr/>
          <p:nvPr/>
        </p:nvSpPr>
        <p:spPr>
          <a:xfrm>
            <a:off x="5242571" y="1729918"/>
            <a:ext cx="4711050" cy="5029099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36000" bIns="36000" rtlCol="0" anchor="t" anchorCtr="0"/>
          <a:lstStyle/>
          <a:p>
            <a:pPr>
              <a:lnSpc>
                <a:spcPct val="120000"/>
              </a:lnSpc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1.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수신 메시지 확인</a:t>
            </a:r>
            <a:endParaRPr kumimoji="1" lang="ko-KR" altLang="en-US" sz="1000" b="1" dirty="0">
              <a:solidFill>
                <a:schemeClr val="tx1"/>
              </a:solidFill>
              <a:latin typeface="맑은 고딕" pitchFamily="50" charset="-127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Status(S: Start, E: End)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확인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Status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값이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NULL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인 경우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Error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처리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fontAlgn="base">
              <a:spcBef>
                <a:spcPts val="288"/>
              </a:spcBef>
            </a:pPr>
            <a:r>
              <a:rPr kumimoji="1" lang="en-US" altLang="ko-KR" sz="1000" b="1" dirty="0">
                <a:solidFill>
                  <a:schemeClr val="tx1"/>
                </a:solidFill>
                <a:latin typeface="맑은 고딕" pitchFamily="50" charset="-127"/>
              </a:rPr>
              <a:t>2. </a:t>
            </a:r>
            <a:r>
              <a:rPr kumimoji="1" lang="ko-KR" altLang="en-US" sz="1000" b="1" dirty="0">
                <a:solidFill>
                  <a:schemeClr val="tx1"/>
                </a:solidFill>
                <a:latin typeface="맑은 고딕" pitchFamily="50" charset="-127"/>
              </a:rPr>
              <a:t>수신 메시지 처리</a:t>
            </a:r>
            <a:endParaRPr kumimoji="1" lang="en-US" altLang="ko-KR" sz="1000" b="1" dirty="0">
              <a:solidFill>
                <a:schemeClr val="tx1"/>
              </a:solidFill>
              <a:latin typeface="맑은 고딕" pitchFamily="50" charset="-127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Recipe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체크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Tray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정보 획득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   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-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 정보 획득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Recipe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비교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설비에서 보낸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Recipe ID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와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Jig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정보에서 획득한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Recipe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비교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)</a:t>
            </a: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설비요청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RecipeID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== Jig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RouteID+EqpTypeID+OperGroupID+OperID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   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-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 상태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UnitStatus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== ‘R’)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여부 확인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온도 값 저장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spMeaTemp_Form_End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)</a:t>
            </a: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Gripping Count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저장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spSetGrippingCnt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)</a:t>
            </a: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JIG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정보 획득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JIG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확인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(905 Command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로 송신한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Jid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와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Jig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정보 확인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)</a:t>
            </a: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 타입 확인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(905 Command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로 송신한 설비 타입과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Jig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정보 설비 타입 비교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)</a:t>
            </a: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작업 종료 처리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000" b="1" dirty="0" err="1">
                <a:solidFill>
                  <a:srgbClr val="FF0000"/>
                </a:solidFill>
                <a:latin typeface="+mj-ea"/>
              </a:rPr>
              <a:t>spSetProcStartEnd</a:t>
            </a:r>
            <a:r>
              <a:rPr lang="en-US" altLang="ko-KR" sz="1000" b="1" dirty="0">
                <a:solidFill>
                  <a:srgbClr val="FF0000"/>
                </a:solidFill>
                <a:latin typeface="+mj-ea"/>
              </a:rPr>
              <a:t>(E)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)(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현재공정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, Next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공정 변경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..)</a:t>
            </a: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처리 결과 비정상인 경우 설비로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Unknown Command(981)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송신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endParaRPr lang="en-US" altLang="ko-KR" sz="1000" b="1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14" name="모서리가 둥근 직사각형 81">
            <a:extLst>
              <a:ext uri="{FF2B5EF4-FFF2-40B4-BE49-F238E27FC236}">
                <a16:creationId xmlns:a16="http://schemas.microsoft.com/office/drawing/2014/main" id="{6FB370D2-27FB-4D15-A68D-CE95910525C6}"/>
              </a:ext>
            </a:extLst>
          </p:cNvPr>
          <p:cNvSpPr/>
          <p:nvPr/>
        </p:nvSpPr>
        <p:spPr bwMode="auto">
          <a:xfrm flipH="1">
            <a:off x="924620" y="1185109"/>
            <a:ext cx="1488970" cy="442825"/>
          </a:xfrm>
          <a:prstGeom prst="roundRect">
            <a:avLst>
              <a:gd name="adj" fmla="val 10176"/>
            </a:avLst>
          </a:prstGeom>
          <a:solidFill>
            <a:srgbClr val="3664B0"/>
          </a:solidFill>
          <a:ln w="25400" cmpd="sng">
            <a:solidFill>
              <a:schemeClr val="bg1">
                <a:lumMod val="85000"/>
              </a:schemeClr>
            </a:solidFill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lvl="0" algn="ctr" defTabSz="684213"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 작업</a:t>
            </a:r>
            <a:r>
              <a:rPr lang="ko-KR" altLang="en-US" sz="1200" b="1" kern="0" dirty="0">
                <a:solidFill>
                  <a:schemeClr val="bg1"/>
                </a:solidFill>
                <a:latin typeface="+mn-ea"/>
              </a:rPr>
              <a:t> 데이터 보고</a:t>
            </a:r>
            <a:r>
              <a:rPr lang="en-US" altLang="ko-KR" sz="1200" b="1" kern="0" dirty="0">
                <a:solidFill>
                  <a:schemeClr val="bg1"/>
                </a:solidFill>
                <a:latin typeface="+mn-ea"/>
              </a:rPr>
              <a:t>(901)</a:t>
            </a:r>
            <a:endParaRPr lang="ko-KR" altLang="en-US" sz="1200" b="1" kern="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CD9FB2AF-89DF-47FE-A2E9-9C29D7791802}"/>
              </a:ext>
            </a:extLst>
          </p:cNvPr>
          <p:cNvCxnSpPr>
            <a:cxnSpLocks/>
            <a:stCxn id="14" idx="1"/>
            <a:endCxn id="16" idx="3"/>
          </p:cNvCxnSpPr>
          <p:nvPr/>
        </p:nvCxnSpPr>
        <p:spPr>
          <a:xfrm flipV="1">
            <a:off x="2413590" y="1397256"/>
            <a:ext cx="3401180" cy="92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모서리가 둥근 직사각형 81">
            <a:extLst>
              <a:ext uri="{FF2B5EF4-FFF2-40B4-BE49-F238E27FC236}">
                <a16:creationId xmlns:a16="http://schemas.microsoft.com/office/drawing/2014/main" id="{B900B5AA-9D3D-4C38-84A4-C70D721BBE05}"/>
              </a:ext>
            </a:extLst>
          </p:cNvPr>
          <p:cNvSpPr/>
          <p:nvPr/>
        </p:nvSpPr>
        <p:spPr bwMode="auto">
          <a:xfrm flipH="1">
            <a:off x="5814770" y="1175843"/>
            <a:ext cx="1607825" cy="442825"/>
          </a:xfrm>
          <a:prstGeom prst="roundRect">
            <a:avLst>
              <a:gd name="adj" fmla="val 10176"/>
            </a:avLst>
          </a:prstGeom>
          <a:solidFill>
            <a:srgbClr val="3664B0"/>
          </a:solidFill>
          <a:ln w="25400" cmpd="sng">
            <a:solidFill>
              <a:schemeClr val="bg1">
                <a:lumMod val="85000"/>
              </a:schemeClr>
            </a:solidFill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algn="ctr" defTabSz="684213">
              <a:defRPr/>
            </a:pPr>
            <a:r>
              <a:rPr lang="ko-KR" altLang="en-US" sz="1200" b="1" kern="0" dirty="0">
                <a:solidFill>
                  <a:schemeClr val="bg1"/>
                </a:solidFill>
                <a:latin typeface="+mn-ea"/>
              </a:rPr>
              <a:t>작업 종료 보고</a:t>
            </a:r>
            <a:r>
              <a:rPr lang="en-US" altLang="ko-KR" sz="1200" b="1" kern="0" dirty="0">
                <a:solidFill>
                  <a:schemeClr val="bg1"/>
                </a:solidFill>
                <a:latin typeface="+mn-ea"/>
              </a:rPr>
              <a:t>(905)</a:t>
            </a:r>
            <a:endParaRPr lang="ko-KR" altLang="en-US" sz="1200" b="1" kern="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1BAC7AD-F920-4301-8056-917C170A617A}"/>
              </a:ext>
            </a:extLst>
          </p:cNvPr>
          <p:cNvCxnSpPr>
            <a:cxnSpLocks/>
          </p:cNvCxnSpPr>
          <p:nvPr/>
        </p:nvCxnSpPr>
        <p:spPr>
          <a:xfrm>
            <a:off x="637541" y="1394285"/>
            <a:ext cx="28707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41409937-7D81-46D1-86F7-16A99D19FF6A}"/>
              </a:ext>
            </a:extLst>
          </p:cNvPr>
          <p:cNvCxnSpPr>
            <a:cxnSpLocks/>
            <a:stCxn id="16" idx="1"/>
          </p:cNvCxnSpPr>
          <p:nvPr/>
        </p:nvCxnSpPr>
        <p:spPr>
          <a:xfrm flipV="1">
            <a:off x="7422595" y="1394285"/>
            <a:ext cx="2181983" cy="2971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3966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Jig Formation </a:t>
            </a:r>
            <a:r>
              <a:rPr lang="ko-KR" altLang="en-US" dirty="0"/>
              <a:t>공정 흐름 상세 처리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공정 체크</a:t>
            </a:r>
          </a:p>
        </p:txBody>
      </p:sp>
      <p:sp>
        <p:nvSpPr>
          <p:cNvPr id="12" name="사각형: 둥근 대각선 방향 모서리 47">
            <a:extLst>
              <a:ext uri="{FF2B5EF4-FFF2-40B4-BE49-F238E27FC236}">
                <a16:creationId xmlns:a16="http://schemas.microsoft.com/office/drawing/2014/main" id="{EEC80AFD-8CFF-46AD-8551-AF62259857E4}"/>
              </a:ext>
            </a:extLst>
          </p:cNvPr>
          <p:cNvSpPr/>
          <p:nvPr/>
        </p:nvSpPr>
        <p:spPr>
          <a:xfrm>
            <a:off x="87195" y="1861894"/>
            <a:ext cx="4711050" cy="4897123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36000" bIns="36000" rtlCol="0" anchor="t" anchorCtr="0"/>
          <a:lstStyle/>
          <a:p>
            <a:pPr>
              <a:lnSpc>
                <a:spcPct val="120000"/>
              </a:lnSpc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수신 메시지 확인</a:t>
            </a:r>
            <a:endParaRPr kumimoji="1" lang="ko-KR" altLang="en-US" sz="1000" b="1" dirty="0">
              <a:solidFill>
                <a:schemeClr val="tx1"/>
              </a:solidFill>
              <a:latin typeface="맑은 고딕" pitchFamily="50" charset="-127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Status(R: Request, E: End)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확인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Status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값이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NULL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인 경우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Error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처리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fontAlgn="base">
              <a:spcBef>
                <a:spcPts val="288"/>
              </a:spcBef>
            </a:pPr>
            <a:r>
              <a:rPr kumimoji="1" lang="en-US" altLang="ko-KR" sz="1000" b="1" dirty="0">
                <a:solidFill>
                  <a:schemeClr val="tx1"/>
                </a:solidFill>
                <a:latin typeface="맑은 고딕" pitchFamily="50" charset="-127"/>
              </a:rPr>
              <a:t>2. </a:t>
            </a:r>
            <a:r>
              <a:rPr kumimoji="1" lang="ko-KR" altLang="en-US" sz="1000" b="1" dirty="0">
                <a:solidFill>
                  <a:schemeClr val="tx1"/>
                </a:solidFill>
                <a:latin typeface="맑은 고딕" pitchFamily="50" charset="-127"/>
              </a:rPr>
              <a:t>수신 메시지 처리</a:t>
            </a:r>
            <a:endParaRPr kumimoji="1" lang="en-US" altLang="ko-KR" sz="1000" b="1" dirty="0">
              <a:solidFill>
                <a:schemeClr val="tx1"/>
              </a:solidFill>
              <a:latin typeface="맑은 고딕" pitchFamily="50" charset="-127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 정보 획득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Jig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정보 획득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Jig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정보 체크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 Jig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길이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&amp; Jig 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등록 여부 체크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)</a:t>
            </a: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Unload 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요청 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Jig ID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와 설비의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Jig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비교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Jig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비정상 종료 확인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   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- Jig Status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가 </a:t>
            </a:r>
            <a:r>
              <a:rPr lang="ko-KR" altLang="en-US" sz="1000" b="1" dirty="0" err="1">
                <a:solidFill>
                  <a:schemeClr val="tx1"/>
                </a:solidFill>
                <a:latin typeface="+mj-ea"/>
              </a:rPr>
              <a:t>실행중인지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 체크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(Status == ‘R’)</a:t>
            </a: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Jig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공정 종료시간 유무 체크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EndTime.Length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&lt; 1)</a:t>
            </a: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Jig Next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공정 동일 설비 진행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여부 확인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EqpTypeID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==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NextEqpId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)</a:t>
            </a: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 진행상태 변경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 -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ProcessStatus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 ‘U’,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FormWorkChannel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 NULL,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FormTrouFlag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 NULL</a:t>
            </a: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처리 중 오류 발생하면 설비 진행상태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Trouble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로 변경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ProcessStatus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 ‘T’,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FormTrouFlag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 NULL</a:t>
            </a:r>
          </a:p>
          <a:p>
            <a:pPr fontAlgn="base">
              <a:spcBef>
                <a:spcPts val="288"/>
              </a:spcBef>
            </a:pPr>
            <a:endParaRPr lang="en-US" altLang="ko-KR" sz="1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endParaRPr lang="ko-KR" altLang="en-US" sz="10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3" name="사각형: 둥근 대각선 방향 모서리 47">
            <a:extLst>
              <a:ext uri="{FF2B5EF4-FFF2-40B4-BE49-F238E27FC236}">
                <a16:creationId xmlns:a16="http://schemas.microsoft.com/office/drawing/2014/main" id="{7B1D8465-6D14-4B4D-9487-D1DF4EDD516E}"/>
              </a:ext>
            </a:extLst>
          </p:cNvPr>
          <p:cNvSpPr/>
          <p:nvPr/>
        </p:nvSpPr>
        <p:spPr>
          <a:xfrm>
            <a:off x="5242571" y="1729918"/>
            <a:ext cx="4711050" cy="5029099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36000" bIns="36000" rtlCol="0" anchor="t" anchorCtr="0"/>
          <a:lstStyle/>
          <a:p>
            <a:pPr>
              <a:lnSpc>
                <a:spcPct val="120000"/>
              </a:lnSpc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1.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수신 메시지 확인</a:t>
            </a:r>
            <a:endParaRPr kumimoji="1" lang="ko-KR" altLang="en-US" sz="1000" b="1" dirty="0">
              <a:solidFill>
                <a:schemeClr val="tx1"/>
              </a:solidFill>
              <a:latin typeface="맑은 고딕" pitchFamily="50" charset="-127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Status(R: Request, E: End)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확인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Status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값이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NULL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인 경우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Error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처리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fontAlgn="base">
              <a:spcBef>
                <a:spcPts val="288"/>
              </a:spcBef>
            </a:pPr>
            <a:r>
              <a:rPr kumimoji="1" lang="en-US" altLang="ko-KR" sz="1000" b="1" dirty="0">
                <a:solidFill>
                  <a:schemeClr val="tx1"/>
                </a:solidFill>
                <a:latin typeface="맑은 고딕" pitchFamily="50" charset="-127"/>
              </a:rPr>
              <a:t>2. </a:t>
            </a:r>
            <a:r>
              <a:rPr kumimoji="1" lang="ko-KR" altLang="en-US" sz="1000" b="1" dirty="0">
                <a:solidFill>
                  <a:schemeClr val="tx1"/>
                </a:solidFill>
                <a:latin typeface="맑은 고딕" pitchFamily="50" charset="-127"/>
              </a:rPr>
              <a:t>수신 메시지 처리</a:t>
            </a:r>
            <a:endParaRPr kumimoji="1" lang="en-US" altLang="ko-KR" sz="1000" b="1" dirty="0">
              <a:solidFill>
                <a:schemeClr val="tx1"/>
              </a:solidFill>
              <a:latin typeface="맑은 고딕" pitchFamily="50" charset="-127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 정보 획득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OLD Jig ID(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설비의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Jig ID),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수동예약 여부 취득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 상태 변경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   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-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JigID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 NULL,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OldJigID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 ‘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설비취득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JigID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’,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PhysicalStuatus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 NULL,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ProcessStatus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 “”,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FormTrouFlag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 NULL</a:t>
            </a: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Jig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에서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Cell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배출 처리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000" b="1" dirty="0" err="1">
                <a:solidFill>
                  <a:srgbClr val="FF0000"/>
                </a:solidFill>
                <a:latin typeface="+mj-ea"/>
              </a:rPr>
              <a:t>spSetTrayCellOutput</a:t>
            </a:r>
            <a:r>
              <a:rPr lang="en-US" altLang="ko-KR" sz="1000" b="1" dirty="0">
                <a:solidFill>
                  <a:srgbClr val="FF0000"/>
                </a:solidFill>
                <a:latin typeface="+mj-ea"/>
              </a:rPr>
              <a:t>(</a:t>
            </a:r>
            <a:r>
              <a:rPr lang="en-US" altLang="ko-KR" sz="1000" b="1" dirty="0" err="1">
                <a:solidFill>
                  <a:srgbClr val="FF0000"/>
                </a:solidFill>
                <a:latin typeface="+mj-ea"/>
              </a:rPr>
              <a:t>JigID</a:t>
            </a:r>
            <a:r>
              <a:rPr lang="en-US" altLang="ko-KR" sz="1000" b="1" dirty="0">
                <a:solidFill>
                  <a:srgbClr val="FF0000"/>
                </a:solidFill>
                <a:latin typeface="+mj-ea"/>
              </a:rPr>
              <a:t>)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)</a:t>
            </a: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endParaRPr lang="en-US" altLang="ko-KR" sz="1000" b="1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14" name="모서리가 둥근 직사각형 81">
            <a:extLst>
              <a:ext uri="{FF2B5EF4-FFF2-40B4-BE49-F238E27FC236}">
                <a16:creationId xmlns:a16="http://schemas.microsoft.com/office/drawing/2014/main" id="{6FB370D2-27FB-4D15-A68D-CE95910525C6}"/>
              </a:ext>
            </a:extLst>
          </p:cNvPr>
          <p:cNvSpPr/>
          <p:nvPr/>
        </p:nvSpPr>
        <p:spPr bwMode="auto">
          <a:xfrm flipH="1">
            <a:off x="924620" y="1185109"/>
            <a:ext cx="1488970" cy="442825"/>
          </a:xfrm>
          <a:prstGeom prst="roundRect">
            <a:avLst>
              <a:gd name="adj" fmla="val 10176"/>
            </a:avLst>
          </a:prstGeom>
          <a:solidFill>
            <a:srgbClr val="3664B0"/>
          </a:solidFill>
          <a:ln w="25400" cmpd="sng">
            <a:solidFill>
              <a:schemeClr val="bg1">
                <a:lumMod val="85000"/>
              </a:schemeClr>
            </a:solidFill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lvl="0" algn="ctr" defTabSz="684213"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 </a:t>
            </a:r>
            <a:r>
              <a:rPr lang="en-US" altLang="ko-KR" sz="1200" b="1" kern="0" dirty="0">
                <a:solidFill>
                  <a:schemeClr val="bg1"/>
                </a:solidFill>
                <a:latin typeface="+mn-ea"/>
              </a:rPr>
              <a:t>Unload </a:t>
            </a:r>
            <a:r>
              <a:rPr lang="ko-KR" altLang="en-US" sz="1200" b="1" kern="0" dirty="0">
                <a:solidFill>
                  <a:schemeClr val="bg1"/>
                </a:solidFill>
                <a:latin typeface="+mn-ea"/>
              </a:rPr>
              <a:t>요청</a:t>
            </a:r>
            <a:r>
              <a:rPr lang="en-US" altLang="ko-KR" sz="1200" b="1" kern="0" dirty="0">
                <a:solidFill>
                  <a:schemeClr val="bg1"/>
                </a:solidFill>
                <a:latin typeface="+mn-ea"/>
              </a:rPr>
              <a:t>(937)</a:t>
            </a:r>
            <a:endParaRPr lang="ko-KR" altLang="en-US" sz="1200" b="1" kern="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CD9FB2AF-89DF-47FE-A2E9-9C29D7791802}"/>
              </a:ext>
            </a:extLst>
          </p:cNvPr>
          <p:cNvCxnSpPr>
            <a:cxnSpLocks/>
            <a:stCxn id="14" idx="1"/>
            <a:endCxn id="16" idx="3"/>
          </p:cNvCxnSpPr>
          <p:nvPr/>
        </p:nvCxnSpPr>
        <p:spPr>
          <a:xfrm flipV="1">
            <a:off x="2413590" y="1397256"/>
            <a:ext cx="3401180" cy="92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모서리가 둥근 직사각형 81">
            <a:extLst>
              <a:ext uri="{FF2B5EF4-FFF2-40B4-BE49-F238E27FC236}">
                <a16:creationId xmlns:a16="http://schemas.microsoft.com/office/drawing/2014/main" id="{B900B5AA-9D3D-4C38-84A4-C70D721BBE05}"/>
              </a:ext>
            </a:extLst>
          </p:cNvPr>
          <p:cNvSpPr/>
          <p:nvPr/>
        </p:nvSpPr>
        <p:spPr bwMode="auto">
          <a:xfrm flipH="1">
            <a:off x="5814770" y="1175843"/>
            <a:ext cx="1607825" cy="442825"/>
          </a:xfrm>
          <a:prstGeom prst="roundRect">
            <a:avLst>
              <a:gd name="adj" fmla="val 10176"/>
            </a:avLst>
          </a:prstGeom>
          <a:solidFill>
            <a:srgbClr val="3664B0"/>
          </a:solidFill>
          <a:ln w="25400" cmpd="sng">
            <a:solidFill>
              <a:schemeClr val="bg1">
                <a:lumMod val="85000"/>
              </a:schemeClr>
            </a:solidFill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lvl="0" algn="ctr" defTabSz="684213">
              <a:defRPr/>
            </a:pPr>
            <a:r>
              <a:rPr lang="ko-KR" altLang="en-US" sz="1200" b="1" kern="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1200" b="1" kern="0" dirty="0">
                <a:solidFill>
                  <a:schemeClr val="bg1"/>
                </a:solidFill>
                <a:latin typeface="+mn-ea"/>
              </a:rPr>
              <a:t>Unload </a:t>
            </a:r>
            <a:r>
              <a:rPr lang="ko-KR" altLang="en-US" sz="1200" b="1" kern="0" dirty="0">
                <a:solidFill>
                  <a:schemeClr val="bg1"/>
                </a:solidFill>
                <a:latin typeface="+mn-ea"/>
              </a:rPr>
              <a:t>완료 보고</a:t>
            </a:r>
            <a:r>
              <a:rPr lang="en-US" altLang="ko-KR" sz="1200" b="1" kern="0" dirty="0">
                <a:solidFill>
                  <a:schemeClr val="bg1"/>
                </a:solidFill>
                <a:latin typeface="+mn-ea"/>
              </a:rPr>
              <a:t>(937)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1BAC7AD-F920-4301-8056-917C170A617A}"/>
              </a:ext>
            </a:extLst>
          </p:cNvPr>
          <p:cNvCxnSpPr>
            <a:cxnSpLocks/>
          </p:cNvCxnSpPr>
          <p:nvPr/>
        </p:nvCxnSpPr>
        <p:spPr>
          <a:xfrm>
            <a:off x="637541" y="1394285"/>
            <a:ext cx="28707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41409937-7D81-46D1-86F7-16A99D19FF6A}"/>
              </a:ext>
            </a:extLst>
          </p:cNvPr>
          <p:cNvCxnSpPr>
            <a:cxnSpLocks/>
            <a:stCxn id="16" idx="1"/>
          </p:cNvCxnSpPr>
          <p:nvPr/>
        </p:nvCxnSpPr>
        <p:spPr>
          <a:xfrm flipV="1">
            <a:off x="7422595" y="1394285"/>
            <a:ext cx="2181983" cy="2971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52293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Jig Formation </a:t>
            </a:r>
            <a:r>
              <a:rPr lang="ko-KR" altLang="en-US" dirty="0"/>
              <a:t>공정 흐름 상세 처리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공정 체크</a:t>
            </a:r>
          </a:p>
        </p:txBody>
      </p:sp>
      <p:sp>
        <p:nvSpPr>
          <p:cNvPr id="12" name="사각형: 둥근 대각선 방향 모서리 47">
            <a:extLst>
              <a:ext uri="{FF2B5EF4-FFF2-40B4-BE49-F238E27FC236}">
                <a16:creationId xmlns:a16="http://schemas.microsoft.com/office/drawing/2014/main" id="{EEC80AFD-8CFF-46AD-8551-AF62259857E4}"/>
              </a:ext>
            </a:extLst>
          </p:cNvPr>
          <p:cNvSpPr/>
          <p:nvPr/>
        </p:nvSpPr>
        <p:spPr>
          <a:xfrm>
            <a:off x="87195" y="1861894"/>
            <a:ext cx="4711050" cy="4897123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36000" bIns="36000" rtlCol="0" anchor="t" anchorCtr="0"/>
          <a:lstStyle/>
          <a:p>
            <a:pPr>
              <a:lnSpc>
                <a:spcPct val="120000"/>
              </a:lnSpc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1. .</a:t>
            </a:r>
            <a:r>
              <a:rPr kumimoji="1" lang="en-US" altLang="ko-KR" sz="1000" b="1" dirty="0">
                <a:solidFill>
                  <a:schemeClr val="tx1"/>
                </a:solidFill>
                <a:latin typeface="맑은 고딕" pitchFamily="50" charset="-127"/>
              </a:rPr>
              <a:t> </a:t>
            </a:r>
            <a:r>
              <a:rPr kumimoji="1" lang="ko-KR" altLang="en-US" sz="1000" b="1" dirty="0">
                <a:solidFill>
                  <a:schemeClr val="tx1"/>
                </a:solidFill>
                <a:latin typeface="맑은 고딕" pitchFamily="50" charset="-127"/>
              </a:rPr>
              <a:t>처리</a:t>
            </a:r>
            <a:endParaRPr kumimoji="1" lang="en-US" altLang="ko-KR" sz="1000" b="1" dirty="0">
              <a:solidFill>
                <a:schemeClr val="tx1"/>
              </a:solidFill>
              <a:latin typeface="맑은 고딕" pitchFamily="50" charset="-127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배출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Cell IDs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획득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동일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Model, Route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체크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</a:t>
            </a:r>
            <a:endParaRPr lang="en-US" altLang="ko-KR" sz="1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endParaRPr lang="ko-KR" altLang="en-US" sz="10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4" name="모서리가 둥근 직사각형 81">
            <a:extLst>
              <a:ext uri="{FF2B5EF4-FFF2-40B4-BE49-F238E27FC236}">
                <a16:creationId xmlns:a16="http://schemas.microsoft.com/office/drawing/2014/main" id="{6FB370D2-27FB-4D15-A68D-CE95910525C6}"/>
              </a:ext>
            </a:extLst>
          </p:cNvPr>
          <p:cNvSpPr/>
          <p:nvPr/>
        </p:nvSpPr>
        <p:spPr bwMode="auto">
          <a:xfrm flipH="1">
            <a:off x="924620" y="1185109"/>
            <a:ext cx="1488970" cy="442825"/>
          </a:xfrm>
          <a:prstGeom prst="roundRect">
            <a:avLst>
              <a:gd name="adj" fmla="val 10176"/>
            </a:avLst>
          </a:prstGeom>
          <a:solidFill>
            <a:srgbClr val="3664B0"/>
          </a:solidFill>
          <a:ln w="25400" cmpd="sng">
            <a:solidFill>
              <a:schemeClr val="bg1">
                <a:lumMod val="85000"/>
              </a:schemeClr>
            </a:solidFill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marR="0" lvl="0" algn="ctr" defTabSz="6842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Unload Buffer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이재 완료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1BAC7AD-F920-4301-8056-917C170A617A}"/>
              </a:ext>
            </a:extLst>
          </p:cNvPr>
          <p:cNvCxnSpPr>
            <a:cxnSpLocks/>
          </p:cNvCxnSpPr>
          <p:nvPr/>
        </p:nvCxnSpPr>
        <p:spPr>
          <a:xfrm>
            <a:off x="637541" y="1394285"/>
            <a:ext cx="28707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사각형: 둥근 대각선 방향 모서리 47">
            <a:extLst>
              <a:ext uri="{FF2B5EF4-FFF2-40B4-BE49-F238E27FC236}">
                <a16:creationId xmlns:a16="http://schemas.microsoft.com/office/drawing/2014/main" id="{7B1D8465-6D14-4B4D-9487-D1DF4EDD516E}"/>
              </a:ext>
            </a:extLst>
          </p:cNvPr>
          <p:cNvSpPr/>
          <p:nvPr/>
        </p:nvSpPr>
        <p:spPr>
          <a:xfrm>
            <a:off x="5242571" y="1729918"/>
            <a:ext cx="4711050" cy="5029099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36000" bIns="36000" rtlCol="0" anchor="t" anchorCtr="0"/>
          <a:lstStyle/>
          <a:p>
            <a:pPr>
              <a:lnSpc>
                <a:spcPct val="120000"/>
              </a:lnSpc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1.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수신 메시지 처리</a:t>
            </a:r>
            <a:endParaRPr kumimoji="1" lang="ko-KR" altLang="en-US" sz="1000" b="1" dirty="0">
              <a:solidFill>
                <a:schemeClr val="tx1"/>
              </a:solidFill>
              <a:latin typeface="맑은 고딕" pitchFamily="50" charset="-127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설비정보 획득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설비정보 획득 </a:t>
            </a:r>
            <a:r>
              <a:rPr lang="ko-KR" altLang="en-US" sz="1000" b="1" dirty="0" err="1">
                <a:solidFill>
                  <a:schemeClr val="tx1"/>
                </a:solidFill>
                <a:latin typeface="+mj-ea"/>
              </a:rPr>
              <a:t>실패시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Recipe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요청 응답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(102)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에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ret = ‘9’(Host Trouble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작업중지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)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송신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Cell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정보 획득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Cell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정보 획득 </a:t>
            </a:r>
            <a:r>
              <a:rPr lang="ko-KR" altLang="en-US" sz="1000" b="1" dirty="0" err="1">
                <a:solidFill>
                  <a:schemeClr val="tx1"/>
                </a:solidFill>
                <a:latin typeface="+mj-ea"/>
              </a:rPr>
              <a:t>실패시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Recipe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요청 응답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(152)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에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ret = ‘9’(Host Trouble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작업중지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)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송신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Cell ID Length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 체크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Cell Next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공정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가압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IR/OCV)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 체크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OperGroupID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== ‘5’)</a:t>
            </a: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Recipe ID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 획득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Recipe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획득 </a:t>
            </a:r>
            <a:r>
              <a:rPr lang="ko-KR" altLang="en-US" sz="1000" b="1" dirty="0" err="1">
                <a:solidFill>
                  <a:schemeClr val="tx1"/>
                </a:solidFill>
                <a:latin typeface="+mj-ea"/>
              </a:rPr>
              <a:t>실패시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Recipe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요청 응답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(152)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에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ret = ‘1’ (Recipe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재전송 요구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)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 송신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Recipe Body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획득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작업시작 처리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000" b="1" dirty="0" err="1">
                <a:solidFill>
                  <a:srgbClr val="FF0000"/>
                </a:solidFill>
                <a:latin typeface="+mj-ea"/>
              </a:rPr>
              <a:t>spSetProcStartEndCell</a:t>
            </a:r>
            <a:r>
              <a:rPr lang="en-US" altLang="ko-KR" sz="1000" b="1" dirty="0">
                <a:solidFill>
                  <a:srgbClr val="FF0000"/>
                </a:solidFill>
                <a:latin typeface="+mj-ea"/>
              </a:rPr>
              <a:t>(S)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)</a:t>
            </a:r>
          </a:p>
          <a:p>
            <a:pPr>
              <a:lnSpc>
                <a:spcPct val="120000"/>
              </a:lnSpc>
            </a:pP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endParaRPr lang="en-US" altLang="ko-KR" sz="1000" b="1" dirty="0">
              <a:solidFill>
                <a:schemeClr val="tx1"/>
              </a:solidFill>
              <a:latin typeface="+mj-ea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CD9FB2AF-89DF-47FE-A2E9-9C29D7791802}"/>
              </a:ext>
            </a:extLst>
          </p:cNvPr>
          <p:cNvCxnSpPr>
            <a:cxnSpLocks/>
            <a:endCxn id="11" idx="3"/>
          </p:cNvCxnSpPr>
          <p:nvPr/>
        </p:nvCxnSpPr>
        <p:spPr>
          <a:xfrm flipV="1">
            <a:off x="2413590" y="1397256"/>
            <a:ext cx="3401180" cy="92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모서리가 둥근 직사각형 81">
            <a:extLst>
              <a:ext uri="{FF2B5EF4-FFF2-40B4-BE49-F238E27FC236}">
                <a16:creationId xmlns:a16="http://schemas.microsoft.com/office/drawing/2014/main" id="{B900B5AA-9D3D-4C38-84A4-C70D721BBE05}"/>
              </a:ext>
            </a:extLst>
          </p:cNvPr>
          <p:cNvSpPr/>
          <p:nvPr/>
        </p:nvSpPr>
        <p:spPr bwMode="auto">
          <a:xfrm flipH="1">
            <a:off x="5814770" y="1175843"/>
            <a:ext cx="1607825" cy="442825"/>
          </a:xfrm>
          <a:prstGeom prst="roundRect">
            <a:avLst>
              <a:gd name="adj" fmla="val 10176"/>
            </a:avLst>
          </a:prstGeom>
          <a:solidFill>
            <a:srgbClr val="3664B0"/>
          </a:solidFill>
          <a:ln w="25400" cmpd="sng">
            <a:solidFill>
              <a:schemeClr val="bg1">
                <a:lumMod val="85000"/>
              </a:schemeClr>
            </a:solidFill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lvl="0" algn="ctr" defTabSz="684213">
              <a:defRPr/>
            </a:pPr>
            <a:r>
              <a:rPr lang="ko-KR" altLang="en-US" sz="1200" b="1" kern="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1200" b="1" kern="0" dirty="0">
                <a:solidFill>
                  <a:schemeClr val="bg1"/>
                </a:solidFill>
                <a:latin typeface="+mn-ea"/>
              </a:rPr>
              <a:t>Cell Information  </a:t>
            </a:r>
            <a:r>
              <a:rPr lang="ko-KR" altLang="en-US" sz="1200" b="1" kern="0" dirty="0">
                <a:solidFill>
                  <a:schemeClr val="bg1"/>
                </a:solidFill>
                <a:latin typeface="+mn-ea"/>
              </a:rPr>
              <a:t>요청</a:t>
            </a:r>
            <a:r>
              <a:rPr lang="en-US" altLang="ko-KR" sz="1200" b="1" kern="0" dirty="0">
                <a:solidFill>
                  <a:schemeClr val="bg1"/>
                </a:solidFill>
                <a:latin typeface="+mn-ea"/>
              </a:rPr>
              <a:t>(151)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41409937-7D81-46D1-86F7-16A99D19FF6A}"/>
              </a:ext>
            </a:extLst>
          </p:cNvPr>
          <p:cNvCxnSpPr>
            <a:cxnSpLocks/>
          </p:cNvCxnSpPr>
          <p:nvPr/>
        </p:nvCxnSpPr>
        <p:spPr>
          <a:xfrm flipV="1">
            <a:off x="7422595" y="1394285"/>
            <a:ext cx="2181983" cy="2971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9994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Jig Formation </a:t>
            </a:r>
            <a:r>
              <a:rPr lang="ko-KR" altLang="en-US" dirty="0"/>
              <a:t>공정 흐름 상세 처리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공정 체크</a:t>
            </a:r>
          </a:p>
        </p:txBody>
      </p:sp>
      <p:sp>
        <p:nvSpPr>
          <p:cNvPr id="12" name="사각형: 둥근 대각선 방향 모서리 47">
            <a:extLst>
              <a:ext uri="{FF2B5EF4-FFF2-40B4-BE49-F238E27FC236}">
                <a16:creationId xmlns:a16="http://schemas.microsoft.com/office/drawing/2014/main" id="{EEC80AFD-8CFF-46AD-8551-AF62259857E4}"/>
              </a:ext>
            </a:extLst>
          </p:cNvPr>
          <p:cNvSpPr/>
          <p:nvPr/>
        </p:nvSpPr>
        <p:spPr>
          <a:xfrm>
            <a:off x="87195" y="1861894"/>
            <a:ext cx="4711050" cy="4897123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36000" bIns="36000" rtlCol="0" anchor="t" anchorCtr="0"/>
          <a:lstStyle/>
          <a:p>
            <a:pPr marL="228600" indent="-228600">
              <a:lnSpc>
                <a:spcPct val="120000"/>
              </a:lnSpc>
              <a:buAutoNum type="arabicPeriod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수신 메시지 처리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Recipe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체크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 정보 획득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Recipe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비교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설비에서 보낸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Recipe ID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와 비교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)</a:t>
            </a: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설비요청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RecipeID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==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RouteID+EqpTypeID+OperGroupID+OperID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   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-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 상태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UnitStatus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== ‘R’)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여부 확인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Formation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데이터 저장 처리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000" b="1" dirty="0">
                <a:solidFill>
                  <a:srgbClr val="FF0000"/>
                </a:solidFill>
                <a:latin typeface="+mj-ea"/>
              </a:rPr>
              <a:t>SP_MEA_DATA_APD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)</a:t>
            </a: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Tray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정보 획득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   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-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 정보 획득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Recipe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비교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설비에서 보낸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Recipe ID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와 비교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)</a:t>
            </a: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설비요청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RecipeID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==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RouteID+NextEqpTypeID+NextOperGroupID+NextOperID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   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-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 상태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UnitStatus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== ‘R’)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여부 확인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작업 종료 처리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000" b="1" dirty="0" err="1">
                <a:solidFill>
                  <a:srgbClr val="FF0000"/>
                </a:solidFill>
                <a:latin typeface="+mj-ea"/>
              </a:rPr>
              <a:t>spSetProcStartEndCell</a:t>
            </a:r>
            <a:r>
              <a:rPr lang="en-US" altLang="ko-KR" sz="1000" b="1" dirty="0">
                <a:solidFill>
                  <a:srgbClr val="FF0000"/>
                </a:solidFill>
                <a:latin typeface="+mj-ea"/>
              </a:rPr>
              <a:t>(E)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)(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현재공정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, Next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공정 변경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..)</a:t>
            </a: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데이터 저장 처리 결과 비정상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(Host Trouble)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인 경우 설비로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Unknown Command(981)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송신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</a:t>
            </a:r>
            <a:endParaRPr lang="en-US" altLang="ko-KR" sz="10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endParaRPr lang="ko-KR" altLang="en-US" sz="10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4" name="모서리가 둥근 직사각형 81">
            <a:extLst>
              <a:ext uri="{FF2B5EF4-FFF2-40B4-BE49-F238E27FC236}">
                <a16:creationId xmlns:a16="http://schemas.microsoft.com/office/drawing/2014/main" id="{6FB370D2-27FB-4D15-A68D-CE95910525C6}"/>
              </a:ext>
            </a:extLst>
          </p:cNvPr>
          <p:cNvSpPr/>
          <p:nvPr/>
        </p:nvSpPr>
        <p:spPr bwMode="auto">
          <a:xfrm flipH="1">
            <a:off x="924620" y="1185109"/>
            <a:ext cx="1488970" cy="442825"/>
          </a:xfrm>
          <a:prstGeom prst="roundRect">
            <a:avLst>
              <a:gd name="adj" fmla="val 10176"/>
            </a:avLst>
          </a:prstGeom>
          <a:solidFill>
            <a:srgbClr val="3664B0"/>
          </a:solidFill>
          <a:ln w="25400" cmpd="sng">
            <a:solidFill>
              <a:schemeClr val="bg1">
                <a:lumMod val="85000"/>
              </a:schemeClr>
            </a:solidFill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marR="0" lvl="0" algn="ctr" defTabSz="6842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Cell </a:t>
            </a:r>
            <a:r>
              <a:rPr kumimoji="0" lang="ko-KR" altLang="en-US" sz="12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실처리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 데이터 보고</a:t>
            </a:r>
            <a:r>
              <a:rPr lang="en-US" altLang="ko-KR" sz="1200" b="1" kern="0" dirty="0">
                <a:solidFill>
                  <a:schemeClr val="bg1"/>
                </a:solidFill>
                <a:latin typeface="+mn-ea"/>
              </a:rPr>
              <a:t>(153)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1BAC7AD-F920-4301-8056-917C170A617A}"/>
              </a:ext>
            </a:extLst>
          </p:cNvPr>
          <p:cNvCxnSpPr>
            <a:cxnSpLocks/>
          </p:cNvCxnSpPr>
          <p:nvPr/>
        </p:nvCxnSpPr>
        <p:spPr>
          <a:xfrm>
            <a:off x="637541" y="1394285"/>
            <a:ext cx="28707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사각형: 둥근 대각선 방향 모서리 47">
            <a:extLst>
              <a:ext uri="{FF2B5EF4-FFF2-40B4-BE49-F238E27FC236}">
                <a16:creationId xmlns:a16="http://schemas.microsoft.com/office/drawing/2014/main" id="{7B1D8465-6D14-4B4D-9487-D1DF4EDD516E}"/>
              </a:ext>
            </a:extLst>
          </p:cNvPr>
          <p:cNvSpPr/>
          <p:nvPr/>
        </p:nvSpPr>
        <p:spPr>
          <a:xfrm>
            <a:off x="5242571" y="1729918"/>
            <a:ext cx="4711050" cy="5029099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36000" bIns="36000" rtlCol="0" anchor="t" anchorCtr="0"/>
          <a:lstStyle/>
          <a:p>
            <a:pPr>
              <a:lnSpc>
                <a:spcPct val="120000"/>
              </a:lnSpc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1.  </a:t>
            </a:r>
            <a:r>
              <a:rPr kumimoji="1" lang="ko-KR" altLang="en-US" sz="1000" b="1" dirty="0">
                <a:solidFill>
                  <a:schemeClr val="tx1"/>
                </a:solidFill>
                <a:latin typeface="맑은 고딕" pitchFamily="50" charset="-127"/>
              </a:rPr>
              <a:t>처리</a:t>
            </a:r>
            <a:endParaRPr kumimoji="1" lang="en-US" altLang="ko-KR" sz="1000" b="1" dirty="0">
              <a:solidFill>
                <a:schemeClr val="tx1"/>
              </a:solidFill>
              <a:latin typeface="맑은 고딕" pitchFamily="50" charset="-127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도착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Tray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체크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Tray ID Length 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비교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Tray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정보 획득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Tray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존재 유무 확인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Next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공정 체크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NextEqpTypeID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== ‘D’)</a:t>
            </a: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Cell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유무 체크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(Flag = ‘E’)</a:t>
            </a: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체크 </a:t>
            </a:r>
            <a:r>
              <a:rPr lang="ko-KR" altLang="en-US" sz="1000" b="1" dirty="0" err="1">
                <a:solidFill>
                  <a:schemeClr val="tx1"/>
                </a:solidFill>
                <a:latin typeface="+mj-ea"/>
              </a:rPr>
              <a:t>이상시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 설비에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Trobule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Bit ON</a:t>
            </a: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Alarm</a:t>
            </a:r>
          </a:p>
          <a:p>
            <a:pPr>
              <a:lnSpc>
                <a:spcPct val="120000"/>
              </a:lnSpc>
            </a:pPr>
            <a:endParaRPr lang="ko-KR" altLang="en-US" sz="1000" dirty="0">
              <a:solidFill>
                <a:schemeClr val="tx1"/>
              </a:solidFill>
              <a:latin typeface="+mj-ea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CD9FB2AF-89DF-47FE-A2E9-9C29D7791802}"/>
              </a:ext>
            </a:extLst>
          </p:cNvPr>
          <p:cNvCxnSpPr>
            <a:cxnSpLocks/>
            <a:endCxn id="11" idx="3"/>
          </p:cNvCxnSpPr>
          <p:nvPr/>
        </p:nvCxnSpPr>
        <p:spPr>
          <a:xfrm flipV="1">
            <a:off x="2413590" y="1397256"/>
            <a:ext cx="3401180" cy="92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모서리가 둥근 직사각형 81">
            <a:extLst>
              <a:ext uri="{FF2B5EF4-FFF2-40B4-BE49-F238E27FC236}">
                <a16:creationId xmlns:a16="http://schemas.microsoft.com/office/drawing/2014/main" id="{B900B5AA-9D3D-4C38-84A4-C70D721BBE05}"/>
              </a:ext>
            </a:extLst>
          </p:cNvPr>
          <p:cNvSpPr/>
          <p:nvPr/>
        </p:nvSpPr>
        <p:spPr bwMode="auto">
          <a:xfrm flipH="1">
            <a:off x="5814770" y="1175843"/>
            <a:ext cx="1607825" cy="442825"/>
          </a:xfrm>
          <a:prstGeom prst="roundRect">
            <a:avLst>
              <a:gd name="adj" fmla="val 10176"/>
            </a:avLst>
          </a:prstGeom>
          <a:solidFill>
            <a:srgbClr val="3664B0"/>
          </a:solidFill>
          <a:ln w="25400" cmpd="sng">
            <a:solidFill>
              <a:schemeClr val="bg1">
                <a:lumMod val="85000"/>
              </a:schemeClr>
            </a:solidFill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lvl="0" algn="ctr" defTabSz="684213">
              <a:defRPr/>
            </a:pPr>
            <a:r>
              <a:rPr lang="ko-KR" altLang="en-US" sz="1200" b="1" kern="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200" b="1" kern="0" dirty="0" err="1">
                <a:solidFill>
                  <a:schemeClr val="bg1"/>
                </a:solidFill>
                <a:latin typeface="+mn-ea"/>
              </a:rPr>
              <a:t>배출부</a:t>
            </a:r>
            <a:r>
              <a:rPr lang="ko-KR" altLang="en-US" sz="1200" b="1" kern="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1200" b="1" kern="0" dirty="0">
                <a:solidFill>
                  <a:schemeClr val="bg1"/>
                </a:solidFill>
                <a:latin typeface="+mn-ea"/>
              </a:rPr>
              <a:t>Tray  </a:t>
            </a:r>
            <a:r>
              <a:rPr lang="ko-KR" altLang="en-US" sz="1200" b="1" kern="0" dirty="0">
                <a:solidFill>
                  <a:schemeClr val="bg1"/>
                </a:solidFill>
                <a:latin typeface="+mn-ea"/>
              </a:rPr>
              <a:t>도착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41409937-7D81-46D1-86F7-16A99D19FF6A}"/>
              </a:ext>
            </a:extLst>
          </p:cNvPr>
          <p:cNvCxnSpPr>
            <a:cxnSpLocks/>
          </p:cNvCxnSpPr>
          <p:nvPr/>
        </p:nvCxnSpPr>
        <p:spPr>
          <a:xfrm flipV="1">
            <a:off x="7422595" y="1394285"/>
            <a:ext cx="2181983" cy="2971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76325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Jig Formation </a:t>
            </a:r>
            <a:r>
              <a:rPr lang="ko-KR" altLang="en-US" dirty="0"/>
              <a:t>공정 흐름 상세 처리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공정 체크</a:t>
            </a:r>
          </a:p>
        </p:txBody>
      </p:sp>
      <p:sp>
        <p:nvSpPr>
          <p:cNvPr id="12" name="사각형: 둥근 대각선 방향 모서리 47">
            <a:extLst>
              <a:ext uri="{FF2B5EF4-FFF2-40B4-BE49-F238E27FC236}">
                <a16:creationId xmlns:a16="http://schemas.microsoft.com/office/drawing/2014/main" id="{EEC80AFD-8CFF-46AD-8551-AF62259857E4}"/>
              </a:ext>
            </a:extLst>
          </p:cNvPr>
          <p:cNvSpPr/>
          <p:nvPr/>
        </p:nvSpPr>
        <p:spPr>
          <a:xfrm>
            <a:off x="87195" y="1861894"/>
            <a:ext cx="4711050" cy="4897123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36000" bIns="36000" rtlCol="0" anchor="t" anchorCtr="0"/>
          <a:lstStyle/>
          <a:p>
            <a:pPr>
              <a:lnSpc>
                <a:spcPct val="120000"/>
              </a:lnSpc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1.  </a:t>
            </a:r>
            <a:r>
              <a:rPr kumimoji="1" lang="ko-KR" altLang="en-US" sz="1000" b="1" dirty="0">
                <a:solidFill>
                  <a:schemeClr val="tx1"/>
                </a:solidFill>
                <a:latin typeface="맑은 고딕" pitchFamily="50" charset="-127"/>
              </a:rPr>
              <a:t>처리</a:t>
            </a:r>
            <a:endParaRPr kumimoji="1" lang="en-US" altLang="ko-KR" sz="1000" b="1" dirty="0">
              <a:solidFill>
                <a:schemeClr val="tx1"/>
              </a:solidFill>
              <a:latin typeface="맑은 고딕" pitchFamily="50" charset="-127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투입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Tray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체크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Tray ID Length 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비교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Tray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정보 획득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Tray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존재 유무 확인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Next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공정 체크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NextEqpTypeID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== ‘D’)</a:t>
            </a: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투입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Cell IDs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획득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동일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Model, Route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체크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Tray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에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Cell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투입 처리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000" b="1" dirty="0" err="1">
                <a:solidFill>
                  <a:srgbClr val="FF0000"/>
                </a:solidFill>
                <a:latin typeface="+mj-ea"/>
              </a:rPr>
              <a:t>spSetTrayCellInput</a:t>
            </a:r>
            <a:r>
              <a:rPr lang="en-US" altLang="ko-KR" sz="1000" b="1" dirty="0">
                <a:solidFill>
                  <a:srgbClr val="FF0000"/>
                </a:solidFill>
                <a:latin typeface="+mj-ea"/>
              </a:rPr>
              <a:t>(</a:t>
            </a:r>
            <a:r>
              <a:rPr lang="en-US" altLang="ko-KR" sz="1000" b="1" dirty="0" err="1">
                <a:solidFill>
                  <a:srgbClr val="FF0000"/>
                </a:solidFill>
                <a:latin typeface="+mj-ea"/>
              </a:rPr>
              <a:t>TrayID</a:t>
            </a:r>
            <a:r>
              <a:rPr lang="en-US" altLang="ko-KR" sz="1000" b="1" dirty="0">
                <a:solidFill>
                  <a:srgbClr val="FF0000"/>
                </a:solidFill>
                <a:latin typeface="+mj-ea"/>
              </a:rPr>
              <a:t>)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)</a:t>
            </a: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체크 </a:t>
            </a:r>
            <a:r>
              <a:rPr lang="ko-KR" altLang="en-US" sz="1000" b="1" dirty="0" err="1">
                <a:solidFill>
                  <a:schemeClr val="tx1"/>
                </a:solidFill>
                <a:latin typeface="+mj-ea"/>
              </a:rPr>
              <a:t>이상시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 설비에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Trobule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Bit ON</a:t>
            </a: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Alarm</a:t>
            </a:r>
          </a:p>
          <a:p>
            <a:pPr>
              <a:lnSpc>
                <a:spcPct val="120000"/>
              </a:lnSpc>
            </a:pPr>
            <a:endParaRPr lang="ko-KR" altLang="en-US" sz="10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4" name="모서리가 둥근 직사각형 81">
            <a:extLst>
              <a:ext uri="{FF2B5EF4-FFF2-40B4-BE49-F238E27FC236}">
                <a16:creationId xmlns:a16="http://schemas.microsoft.com/office/drawing/2014/main" id="{6FB370D2-27FB-4D15-A68D-CE95910525C6}"/>
              </a:ext>
            </a:extLst>
          </p:cNvPr>
          <p:cNvSpPr/>
          <p:nvPr/>
        </p:nvSpPr>
        <p:spPr bwMode="auto">
          <a:xfrm flipH="1">
            <a:off x="924620" y="1185109"/>
            <a:ext cx="1488970" cy="442825"/>
          </a:xfrm>
          <a:prstGeom prst="roundRect">
            <a:avLst>
              <a:gd name="adj" fmla="val 10176"/>
            </a:avLst>
          </a:prstGeom>
          <a:solidFill>
            <a:srgbClr val="3664B0"/>
          </a:solidFill>
          <a:ln w="25400" cmpd="sng">
            <a:solidFill>
              <a:schemeClr val="bg1">
                <a:lumMod val="85000"/>
              </a:schemeClr>
            </a:solidFill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marR="0" lvl="0" algn="ctr" defTabSz="6842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Tray 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</a:rPr>
              <a:t>이재 작업 완료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1BAC7AD-F920-4301-8056-917C170A617A}"/>
              </a:ext>
            </a:extLst>
          </p:cNvPr>
          <p:cNvCxnSpPr>
            <a:cxnSpLocks/>
          </p:cNvCxnSpPr>
          <p:nvPr/>
        </p:nvCxnSpPr>
        <p:spPr>
          <a:xfrm>
            <a:off x="637541" y="1394285"/>
            <a:ext cx="28707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사각형: 둥근 대각선 방향 모서리 47">
            <a:extLst>
              <a:ext uri="{FF2B5EF4-FFF2-40B4-BE49-F238E27FC236}">
                <a16:creationId xmlns:a16="http://schemas.microsoft.com/office/drawing/2014/main" id="{7B1D8465-6D14-4B4D-9487-D1DF4EDD516E}"/>
              </a:ext>
            </a:extLst>
          </p:cNvPr>
          <p:cNvSpPr/>
          <p:nvPr/>
        </p:nvSpPr>
        <p:spPr>
          <a:xfrm>
            <a:off x="5242571" y="1729918"/>
            <a:ext cx="4711050" cy="5029099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36000" bIns="36000" rtlCol="0" anchor="t" anchorCtr="0"/>
          <a:lstStyle/>
          <a:p>
            <a:pPr>
              <a:lnSpc>
                <a:spcPct val="120000"/>
              </a:lnSpc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1.</a:t>
            </a:r>
            <a:r>
              <a:rPr kumimoji="1" lang="en-US" altLang="ko-KR" sz="1000" b="1" dirty="0">
                <a:solidFill>
                  <a:schemeClr val="tx1"/>
                </a:solidFill>
                <a:latin typeface="맑은 고딕" pitchFamily="50" charset="-127"/>
              </a:rPr>
              <a:t> </a:t>
            </a:r>
            <a:r>
              <a:rPr kumimoji="1" lang="ko-KR" altLang="en-US" sz="1000" b="1" dirty="0">
                <a:solidFill>
                  <a:schemeClr val="tx1"/>
                </a:solidFill>
                <a:latin typeface="맑은 고딕" pitchFamily="50" charset="-127"/>
              </a:rPr>
              <a:t>처리</a:t>
            </a:r>
            <a:endParaRPr kumimoji="1" lang="en-US" altLang="ko-KR" sz="1000" b="1" dirty="0">
              <a:solidFill>
                <a:schemeClr val="tx1"/>
              </a:solidFill>
              <a:latin typeface="맑은 고딕" pitchFamily="50" charset="-127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 도착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Tray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체크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- Tray ID Length 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비교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Tray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정보 획득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Tray ID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존재 유무 확인</a:t>
            </a:r>
            <a:endParaRPr lang="en-US" altLang="ko-KR" sz="1000" b="1" dirty="0">
              <a:solidFill>
                <a:schemeClr val="tx1"/>
              </a:solidFill>
              <a:latin typeface="+mj-ea"/>
            </a:endParaRP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Next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공정 체크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NextEqpTypeID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== ‘D’)</a:t>
            </a: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Cell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유무 체크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(Flag = ‘F’)</a:t>
            </a:r>
          </a:p>
          <a:p>
            <a:pPr marL="360363" indent="-184150" fontAlgn="base"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체크 </a:t>
            </a:r>
            <a:r>
              <a:rPr lang="ko-KR" altLang="en-US" sz="1000" b="1" dirty="0" err="1">
                <a:solidFill>
                  <a:schemeClr val="tx1"/>
                </a:solidFill>
                <a:latin typeface="+mj-ea"/>
              </a:rPr>
              <a:t>이상시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 설비에 </a:t>
            </a:r>
            <a:r>
              <a:rPr lang="en-US" altLang="ko-KR" sz="1000" b="1" dirty="0" err="1">
                <a:solidFill>
                  <a:schemeClr val="tx1"/>
                </a:solidFill>
                <a:latin typeface="+mj-ea"/>
              </a:rPr>
              <a:t>Trobule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Bit ON</a:t>
            </a:r>
          </a:p>
          <a:p>
            <a:pPr marL="176213" fontAlgn="base">
              <a:spcBef>
                <a:spcPts val="288"/>
              </a:spcBef>
            </a:pP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     </a:t>
            </a:r>
            <a:r>
              <a:rPr lang="ko-KR" altLang="en-US" sz="1000" b="1" dirty="0">
                <a:solidFill>
                  <a:schemeClr val="tx1"/>
                </a:solidFill>
                <a:latin typeface="+mj-ea"/>
              </a:rPr>
              <a:t>설비 </a:t>
            </a:r>
            <a:r>
              <a:rPr lang="en-US" altLang="ko-KR" sz="1000" b="1" dirty="0">
                <a:solidFill>
                  <a:schemeClr val="tx1"/>
                </a:solidFill>
                <a:latin typeface="+mj-ea"/>
              </a:rPr>
              <a:t>Alarm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CD9FB2AF-89DF-47FE-A2E9-9C29D7791802}"/>
              </a:ext>
            </a:extLst>
          </p:cNvPr>
          <p:cNvCxnSpPr>
            <a:cxnSpLocks/>
            <a:endCxn id="11" idx="3"/>
          </p:cNvCxnSpPr>
          <p:nvPr/>
        </p:nvCxnSpPr>
        <p:spPr>
          <a:xfrm flipV="1">
            <a:off x="2413590" y="1397256"/>
            <a:ext cx="3401180" cy="92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모서리가 둥근 직사각형 81">
            <a:extLst>
              <a:ext uri="{FF2B5EF4-FFF2-40B4-BE49-F238E27FC236}">
                <a16:creationId xmlns:a16="http://schemas.microsoft.com/office/drawing/2014/main" id="{B900B5AA-9D3D-4C38-84A4-C70D721BBE05}"/>
              </a:ext>
            </a:extLst>
          </p:cNvPr>
          <p:cNvSpPr/>
          <p:nvPr/>
        </p:nvSpPr>
        <p:spPr bwMode="auto">
          <a:xfrm flipH="1">
            <a:off x="5814770" y="1175843"/>
            <a:ext cx="1607825" cy="442825"/>
          </a:xfrm>
          <a:prstGeom prst="roundRect">
            <a:avLst>
              <a:gd name="adj" fmla="val 10176"/>
            </a:avLst>
          </a:prstGeom>
          <a:solidFill>
            <a:srgbClr val="3664B0"/>
          </a:solidFill>
          <a:ln w="25400" cmpd="sng">
            <a:solidFill>
              <a:schemeClr val="bg1">
                <a:lumMod val="85000"/>
              </a:schemeClr>
            </a:solidFill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lvl="0" algn="ctr" defTabSz="684213">
              <a:defRPr/>
            </a:pPr>
            <a:r>
              <a:rPr lang="en-US" altLang="ko-KR" sz="1200" b="1" kern="0" dirty="0">
                <a:solidFill>
                  <a:schemeClr val="bg1"/>
                </a:solidFill>
                <a:latin typeface="+mn-ea"/>
              </a:rPr>
              <a:t>DSF </a:t>
            </a:r>
            <a:r>
              <a:rPr lang="ko-KR" altLang="en-US" sz="1200" b="1" kern="0" dirty="0" err="1">
                <a:solidFill>
                  <a:schemeClr val="bg1"/>
                </a:solidFill>
                <a:latin typeface="+mn-ea"/>
              </a:rPr>
              <a:t>투입부</a:t>
            </a:r>
            <a:r>
              <a:rPr lang="ko-KR" altLang="en-US" sz="1200" b="1" kern="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1200" b="1" kern="0" dirty="0">
                <a:solidFill>
                  <a:schemeClr val="bg1"/>
                </a:solidFill>
                <a:latin typeface="+mn-ea"/>
              </a:rPr>
              <a:t>Tray </a:t>
            </a:r>
            <a:r>
              <a:rPr lang="ko-KR" altLang="en-US" sz="1200" b="1" kern="0" dirty="0">
                <a:solidFill>
                  <a:schemeClr val="bg1"/>
                </a:solidFill>
                <a:latin typeface="+mn-ea"/>
              </a:rPr>
              <a:t>도착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41409937-7D81-46D1-86F7-16A99D19FF6A}"/>
              </a:ext>
            </a:extLst>
          </p:cNvPr>
          <p:cNvCxnSpPr>
            <a:cxnSpLocks/>
          </p:cNvCxnSpPr>
          <p:nvPr/>
        </p:nvCxnSpPr>
        <p:spPr>
          <a:xfrm flipV="1">
            <a:off x="7422595" y="1394285"/>
            <a:ext cx="2181983" cy="2971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8968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Jig Formation Class</a:t>
            </a:r>
            <a:endParaRPr lang="ko-KR" altLang="en-US" dirty="0"/>
          </a:p>
        </p:txBody>
      </p:sp>
      <p:sp>
        <p:nvSpPr>
          <p:cNvPr id="10" name="텍스트 개체 틀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Scheduler Class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4751" y="855129"/>
            <a:ext cx="2247900" cy="504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7059" y="2727337"/>
            <a:ext cx="1764196" cy="4176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567" y="5175609"/>
            <a:ext cx="1368387" cy="1650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558" y="3303401"/>
            <a:ext cx="1224371" cy="1396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화살표 연결선 2"/>
          <p:cNvCxnSpPr/>
          <p:nvPr/>
        </p:nvCxnSpPr>
        <p:spPr>
          <a:xfrm>
            <a:off x="3184711" y="5607657"/>
            <a:ext cx="432048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/>
          <p:cNvCxnSpPr>
            <a:stCxn id="1030" idx="3"/>
          </p:cNvCxnSpPr>
          <p:nvPr/>
        </p:nvCxnSpPr>
        <p:spPr>
          <a:xfrm>
            <a:off x="3040929" y="4001771"/>
            <a:ext cx="575829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flipH="1">
            <a:off x="5740995" y="4815569"/>
            <a:ext cx="648072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8006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5"/>
  <p:tag name="CDT_TARGETSHAPE_NEW" val="7"/>
  <p:tag name="CDT_PROT" val="3"/>
  <p:tag name="CDT_PROT_TOP" val="519,5"/>
  <p:tag name="CDT_PROT_LEFT" val="0"/>
  <p:tag name="CDT_PROT_WIDTH" val="138,9988"/>
  <p:tag name="CDT_PROT_HEIGHT" val="20,5"/>
</p:tagLst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구글글꼴">
      <a:majorFont>
        <a:latin typeface="Noto Serif CJK KR SemiBold"/>
        <a:ea typeface="Noto Sans CJK KR Medium"/>
        <a:cs typeface=""/>
      </a:majorFont>
      <a:minorFont>
        <a:latin typeface="Noto Serif CJK KR Medium"/>
        <a:ea typeface="Noto Sans CJK KR Regular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33435</TotalTime>
  <Words>3577</Words>
  <Application>Microsoft Office PowerPoint</Application>
  <PresentationFormat>사용자 지정</PresentationFormat>
  <Paragraphs>857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7" baseType="lpstr">
      <vt:lpstr>KoPub돋움체 Light</vt:lpstr>
      <vt:lpstr>Noto Sans CJK KR Regular</vt:lpstr>
      <vt:lpstr>Noto Serif CJK KR Medium</vt:lpstr>
      <vt:lpstr>돋움</vt:lpstr>
      <vt:lpstr>맑은 고딕</vt:lpstr>
      <vt:lpstr>Arial</vt:lpstr>
      <vt:lpstr>Century Gothic</vt:lpstr>
      <vt:lpstr>Segoe UI</vt:lpstr>
      <vt:lpstr>Wingdings</vt:lpstr>
      <vt:lpstr>Office 테마</vt:lpstr>
      <vt:lpstr>JIG Formation  </vt:lpstr>
      <vt:lpstr>변경이력</vt:lpstr>
      <vt:lpstr>Jig Formation</vt:lpstr>
      <vt:lpstr>Relations</vt:lpstr>
      <vt:lpstr>Recipe ID 코드 체계</vt:lpstr>
      <vt:lpstr>Object ID 코드 체계</vt:lpstr>
      <vt:lpstr>Jig Formation Route </vt:lpstr>
      <vt:lpstr>Jig Formation 설비 운영 이미지 </vt:lpstr>
      <vt:lpstr>Jig Formation Message</vt:lpstr>
      <vt:lpstr>Jig Formation Message</vt:lpstr>
      <vt:lpstr>Jig Formation 공정흐름 상세 </vt:lpstr>
      <vt:lpstr>Jig Formation 공정흐름 상세 </vt:lpstr>
      <vt:lpstr>Jig Formation 공정흐름 상세 </vt:lpstr>
      <vt:lpstr>Jig Formation Sequence Diagram</vt:lpstr>
      <vt:lpstr>Jig Formation Sequence Diagram</vt:lpstr>
      <vt:lpstr>Jig Formation Sequence Diagram</vt:lpstr>
      <vt:lpstr>Jig Formation 공정 흐름 상세 처리</vt:lpstr>
      <vt:lpstr>Jig Formation 공정 흐름 상세 처리</vt:lpstr>
      <vt:lpstr>Jig Formation 공정 흐름 상세 처리</vt:lpstr>
      <vt:lpstr>Jig Formation 공정 흐름 상세 처리</vt:lpstr>
      <vt:lpstr>Jig Formation 공정 흐름 상세 처리</vt:lpstr>
      <vt:lpstr>Jig Formation 공정 흐름 상세 처리</vt:lpstr>
      <vt:lpstr>Jig Formation 공정 흐름 상세 처리</vt:lpstr>
      <vt:lpstr>Jig Formation 공정 흐름 상세 처리</vt:lpstr>
      <vt:lpstr>Jig Formation 공정 흐름 상세 처리</vt:lpstr>
      <vt:lpstr>Jig Formation 공정 흐름 상세 처리</vt:lpstr>
      <vt:lpstr>Jig Formation Class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AN SE EUN</dc:creator>
  <cp:lastModifiedBy>jinho.kim@ubisam.com</cp:lastModifiedBy>
  <cp:revision>464</cp:revision>
  <dcterms:created xsi:type="dcterms:W3CDTF">2019-07-17T02:18:36Z</dcterms:created>
  <dcterms:modified xsi:type="dcterms:W3CDTF">2025-12-19T04:24:59Z</dcterms:modified>
</cp:coreProperties>
</file>